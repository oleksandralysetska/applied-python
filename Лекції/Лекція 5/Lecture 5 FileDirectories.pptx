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5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8" r:id="rId12"/>
    <p:sldId id="278" r:id="rId13"/>
    <p:sldId id="279" r:id="rId14"/>
    <p:sldId id="280" r:id="rId15"/>
    <p:sldId id="266" r:id="rId16"/>
    <p:sldId id="267" r:id="rId17"/>
    <p:sldId id="269" r:id="rId18"/>
    <p:sldId id="270" r:id="rId19"/>
    <p:sldId id="271" r:id="rId20"/>
    <p:sldId id="275" r:id="rId21"/>
    <p:sldId id="272" r:id="rId22"/>
    <p:sldId id="273" r:id="rId23"/>
    <p:sldId id="277" r:id="rId24"/>
    <p:sldId id="276" r:id="rId25"/>
    <p:sldId id="274" r:id="rId26"/>
  </p:sldIdLst>
  <p:sldSz cx="12192000" cy="6858000"/>
  <p:notesSz cx="6858000" cy="9144000"/>
  <p:defaultTextStyle>
    <a:defPPr>
      <a:defRPr lang="uk-U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Помірний стиль 2 –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Помірний стиль 2 – акцент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1FECB4D8-DB02-4DC6-A0A2-4F2EBAE1DC90}" styleName="Помірний стиль 1 – акцент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5202B0CA-FC54-4496-8BCA-5EF66A818D29}" styleName="Темний стиль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E8034E78-7F5D-4C2E-B375-FC64B27BC917}" styleName="Темний стиль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8EC20E35-A176-4012-BC5E-935CFFF8708E}" styleName="Помірний стиль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73A0DAA-6AF3-43AB-8588-CEC1D06C72B9}" styleName="Помір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93D81CF-94F2-401A-BA57-92F5A7B2D0C5}" styleName="Помірний стиль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41" autoAdjust="0"/>
  </p:normalViewPr>
  <p:slideViewPr>
    <p:cSldViewPr snapToGrid="0">
      <p:cViewPr varScale="1">
        <p:scale>
          <a:sx n="78" d="100"/>
          <a:sy n="78" d="100"/>
        </p:scale>
        <p:origin x="85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1" Type="http://schemas.openxmlformats.org/officeDocument/2006/relationships/hyperlink" Target="Lec%205%20prog/files_dirs_1.py" TargetMode="External"/></Relationships>
</file>

<file path=ppt/diagrams/_rels/drawing1.xml.rels><?xml version="1.0" encoding="UTF-8" standalone="yes"?>
<Relationships xmlns="http://schemas.openxmlformats.org/package/2006/relationships"><Relationship Id="rId1" Type="http://schemas.openxmlformats.org/officeDocument/2006/relationships/hyperlink" Target="Lec%205%20prog/files_dirs_1.py" TargetMode="Externa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3E24392-8FC4-4C19-BC39-623C9CC9DC63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8A784566-32B3-45BF-98A0-3F8CF5E5CB2D}">
      <dgm:prSet/>
      <dgm:spPr/>
      <dgm:t>
        <a:bodyPr/>
        <a:lstStyle/>
        <a:p>
          <a:r>
            <a:rPr lang="uk-UA"/>
            <a:t>У прикладі побудовано програму, яка повертає список підкаталогів</a:t>
          </a:r>
          <a:r>
            <a:rPr lang="en-US"/>
            <a:t> (</a:t>
          </a:r>
          <a:r>
            <a:rPr lang="uk-UA"/>
            <a:t>!) певного каталогу разом з їхніми розмірами.</a:t>
          </a:r>
          <a:endParaRPr lang="en-US"/>
        </a:p>
      </dgm:t>
    </dgm:pt>
    <dgm:pt modelId="{17C789F6-7E97-4336-9C5A-4A939CE5073F}" type="parTrans" cxnId="{81B7712F-5BB2-46EA-ADB6-56D5932F89D4}">
      <dgm:prSet/>
      <dgm:spPr/>
      <dgm:t>
        <a:bodyPr/>
        <a:lstStyle/>
        <a:p>
          <a:endParaRPr lang="en-US"/>
        </a:p>
      </dgm:t>
    </dgm:pt>
    <dgm:pt modelId="{0E74FC9D-E974-4212-9F70-4C7FFAED308F}" type="sibTrans" cxnId="{81B7712F-5BB2-46EA-ADB6-56D5932F89D4}">
      <dgm:prSet/>
      <dgm:spPr/>
      <dgm:t>
        <a:bodyPr/>
        <a:lstStyle/>
        <a:p>
          <a:endParaRPr lang="en-US"/>
        </a:p>
      </dgm:t>
    </dgm:pt>
    <dgm:pt modelId="{F4D5A447-0C59-47C4-9B6B-9C89823520D8}">
      <dgm:prSet/>
      <dgm:spPr/>
      <dgm:t>
        <a:bodyPr/>
        <a:lstStyle/>
        <a:p>
          <a:r>
            <a:rPr lang="uk-UA"/>
            <a:t>Функція dirsize повертає розмір одного каталогу, а dirslist – список каталогів і їх розміри.</a:t>
          </a:r>
          <a:endParaRPr lang="en-US"/>
        </a:p>
      </dgm:t>
    </dgm:pt>
    <dgm:pt modelId="{EB06D153-A0FD-4262-AECD-E56809FF974A}" type="parTrans" cxnId="{B7577F63-78E9-4F2B-954F-1688DA901945}">
      <dgm:prSet/>
      <dgm:spPr/>
      <dgm:t>
        <a:bodyPr/>
        <a:lstStyle/>
        <a:p>
          <a:endParaRPr lang="en-US"/>
        </a:p>
      </dgm:t>
    </dgm:pt>
    <dgm:pt modelId="{2A5B5335-9AF2-40B0-ACBE-E7D32D8B28FC}" type="sibTrans" cxnId="{B7577F63-78E9-4F2B-954F-1688DA901945}">
      <dgm:prSet/>
      <dgm:spPr/>
      <dgm:t>
        <a:bodyPr/>
        <a:lstStyle/>
        <a:p>
          <a:endParaRPr lang="en-US"/>
        </a:p>
      </dgm:t>
    </dgm:pt>
    <dgm:pt modelId="{C16343CA-C524-4457-9CF6-C5BDB83DB90D}">
      <dgm:prSet/>
      <dgm:spPr/>
      <dgm:t>
        <a:bodyPr/>
        <a:lstStyle/>
        <a:p>
          <a:r>
            <a:rPr lang="uk-UA"/>
            <a:t>Список упорядковується за спаданням розміру каталогу (від найбільшого за обсягом до найменшого).</a:t>
          </a:r>
          <a:endParaRPr lang="en-US"/>
        </a:p>
      </dgm:t>
    </dgm:pt>
    <dgm:pt modelId="{CFED774F-408A-43A9-8E5D-8958FA56C424}" type="parTrans" cxnId="{028BCB41-5184-491D-A2E3-BE2F7E01A25A}">
      <dgm:prSet/>
      <dgm:spPr/>
      <dgm:t>
        <a:bodyPr/>
        <a:lstStyle/>
        <a:p>
          <a:endParaRPr lang="en-US"/>
        </a:p>
      </dgm:t>
    </dgm:pt>
    <dgm:pt modelId="{5C83839F-CC68-4F73-BBAF-32C824883983}" type="sibTrans" cxnId="{028BCB41-5184-491D-A2E3-BE2F7E01A25A}">
      <dgm:prSet/>
      <dgm:spPr/>
      <dgm:t>
        <a:bodyPr/>
        <a:lstStyle/>
        <a:p>
          <a:endParaRPr lang="en-US"/>
        </a:p>
      </dgm:t>
    </dgm:pt>
    <dgm:pt modelId="{B6AA90F9-8F27-46A5-93C1-D73F9D9883DE}">
      <dgm:prSet/>
      <dgm:spPr/>
      <dgm:t>
        <a:bodyPr/>
        <a:lstStyle/>
        <a:p>
          <a:r>
            <a:rPr lang="uk-UA"/>
            <a:t>Основна частина програми отримує параметри з командного рядка, або з консолі, якщо параметр не було надано.</a:t>
          </a:r>
          <a:endParaRPr lang="en-US"/>
        </a:p>
      </dgm:t>
    </dgm:pt>
    <dgm:pt modelId="{46608E33-337F-499A-9968-EF06FEF4B901}" type="parTrans" cxnId="{D5504A6D-1F4B-4C3D-9F83-6492D24102F7}">
      <dgm:prSet/>
      <dgm:spPr/>
      <dgm:t>
        <a:bodyPr/>
        <a:lstStyle/>
        <a:p>
          <a:endParaRPr lang="en-US"/>
        </a:p>
      </dgm:t>
    </dgm:pt>
    <dgm:pt modelId="{9E5430AB-C4E6-4985-B64F-8EC6419147C5}" type="sibTrans" cxnId="{D5504A6D-1F4B-4C3D-9F83-6492D24102F7}">
      <dgm:prSet/>
      <dgm:spPr/>
      <dgm:t>
        <a:bodyPr/>
        <a:lstStyle/>
        <a:p>
          <a:endParaRPr lang="en-US"/>
        </a:p>
      </dgm:t>
    </dgm:pt>
    <dgm:pt modelId="{BD29B3E3-884C-4362-9EFB-4E665DFB7828}">
      <dgm:prSet/>
      <dgm:spPr/>
      <dgm:t>
        <a:bodyPr/>
        <a:lstStyle/>
        <a:p>
          <a:r>
            <a:rPr lang="uk-UA">
              <a:hlinkClick xmlns:r="http://schemas.openxmlformats.org/officeDocument/2006/relationships" r:id="rId1"/>
            </a:rPr>
            <a:t>Розв’язання.</a:t>
          </a:r>
          <a:endParaRPr lang="en-US"/>
        </a:p>
      </dgm:t>
    </dgm:pt>
    <dgm:pt modelId="{BDCA9262-C1AF-4B50-9AEB-8E605468EF89}" type="parTrans" cxnId="{ABB1E2C7-D84B-42E6-8EF5-678CE3FB2107}">
      <dgm:prSet/>
      <dgm:spPr/>
      <dgm:t>
        <a:bodyPr/>
        <a:lstStyle/>
        <a:p>
          <a:endParaRPr lang="en-US"/>
        </a:p>
      </dgm:t>
    </dgm:pt>
    <dgm:pt modelId="{A1931E36-F508-4CC2-B103-0D41938A6F97}" type="sibTrans" cxnId="{ABB1E2C7-D84B-42E6-8EF5-678CE3FB2107}">
      <dgm:prSet/>
      <dgm:spPr/>
      <dgm:t>
        <a:bodyPr/>
        <a:lstStyle/>
        <a:p>
          <a:endParaRPr lang="en-US"/>
        </a:p>
      </dgm:t>
    </dgm:pt>
    <dgm:pt modelId="{7F9C0A39-8DDD-4B5E-B41E-248A168EA241}">
      <dgm:prSet/>
      <dgm:spPr/>
      <dgm:t>
        <a:bodyPr/>
        <a:lstStyle/>
        <a:p>
          <a:r>
            <a:rPr lang="uk-UA" b="1" dirty="0">
              <a:solidFill>
                <a:schemeClr val="tx1"/>
              </a:solidFill>
            </a:rPr>
            <a:t>Завдання</a:t>
          </a:r>
          <a:r>
            <a:rPr lang="uk-UA" dirty="0"/>
            <a:t>. Додатково реалізуйте виведення результатів у файл ‘dirslist.txt’, перенаправивши стандартне виведення у цей файл і створивши для нього окремий каталог методами </a:t>
          </a:r>
          <a:r>
            <a:rPr lang="uk-UA" dirty="0" err="1"/>
            <a:t>os</a:t>
          </a:r>
          <a:r>
            <a:rPr lang="uk-UA" dirty="0"/>
            <a:t>.</a:t>
          </a:r>
          <a:endParaRPr lang="en-US" dirty="0"/>
        </a:p>
      </dgm:t>
    </dgm:pt>
    <dgm:pt modelId="{90500EB3-A7D7-4626-95FB-C3061E37E163}" type="parTrans" cxnId="{181103D6-5300-42AE-A2C3-B6A5378E38FA}">
      <dgm:prSet/>
      <dgm:spPr/>
      <dgm:t>
        <a:bodyPr/>
        <a:lstStyle/>
        <a:p>
          <a:endParaRPr lang="en-US"/>
        </a:p>
      </dgm:t>
    </dgm:pt>
    <dgm:pt modelId="{34EB43BB-8AED-406C-8D51-835125CB7FDA}" type="sibTrans" cxnId="{181103D6-5300-42AE-A2C3-B6A5378E38FA}">
      <dgm:prSet/>
      <dgm:spPr/>
      <dgm:t>
        <a:bodyPr/>
        <a:lstStyle/>
        <a:p>
          <a:endParaRPr lang="en-US"/>
        </a:p>
      </dgm:t>
    </dgm:pt>
    <dgm:pt modelId="{6BAEA6A9-4FA2-4549-A63F-D15CABA57995}" type="pres">
      <dgm:prSet presAssocID="{93E24392-8FC4-4C19-BC39-623C9CC9DC63}" presName="vert0" presStyleCnt="0">
        <dgm:presLayoutVars>
          <dgm:dir/>
          <dgm:animOne val="branch"/>
          <dgm:animLvl val="lvl"/>
        </dgm:presLayoutVars>
      </dgm:prSet>
      <dgm:spPr/>
    </dgm:pt>
    <dgm:pt modelId="{FE39432E-4227-4F46-BBB2-807CC8EC5995}" type="pres">
      <dgm:prSet presAssocID="{8A784566-32B3-45BF-98A0-3F8CF5E5CB2D}" presName="thickLine" presStyleLbl="alignNode1" presStyleIdx="0" presStyleCnt="6"/>
      <dgm:spPr/>
    </dgm:pt>
    <dgm:pt modelId="{713D3137-075C-489A-B358-D89F15D70BC1}" type="pres">
      <dgm:prSet presAssocID="{8A784566-32B3-45BF-98A0-3F8CF5E5CB2D}" presName="horz1" presStyleCnt="0"/>
      <dgm:spPr/>
    </dgm:pt>
    <dgm:pt modelId="{959C225B-B563-4F96-8C30-FB9D0D5164AE}" type="pres">
      <dgm:prSet presAssocID="{8A784566-32B3-45BF-98A0-3F8CF5E5CB2D}" presName="tx1" presStyleLbl="revTx" presStyleIdx="0" presStyleCnt="6"/>
      <dgm:spPr/>
    </dgm:pt>
    <dgm:pt modelId="{728943B0-A8C0-4B21-BAC2-2FC030B72391}" type="pres">
      <dgm:prSet presAssocID="{8A784566-32B3-45BF-98A0-3F8CF5E5CB2D}" presName="vert1" presStyleCnt="0"/>
      <dgm:spPr/>
    </dgm:pt>
    <dgm:pt modelId="{E0E713A2-06A6-4B39-B197-DB7EAFF989DC}" type="pres">
      <dgm:prSet presAssocID="{F4D5A447-0C59-47C4-9B6B-9C89823520D8}" presName="thickLine" presStyleLbl="alignNode1" presStyleIdx="1" presStyleCnt="6"/>
      <dgm:spPr/>
    </dgm:pt>
    <dgm:pt modelId="{5724F22C-90D3-4D09-A077-D2F2E82972C1}" type="pres">
      <dgm:prSet presAssocID="{F4D5A447-0C59-47C4-9B6B-9C89823520D8}" presName="horz1" presStyleCnt="0"/>
      <dgm:spPr/>
    </dgm:pt>
    <dgm:pt modelId="{902FD65A-A8C7-4604-B7D7-644110329D3F}" type="pres">
      <dgm:prSet presAssocID="{F4D5A447-0C59-47C4-9B6B-9C89823520D8}" presName="tx1" presStyleLbl="revTx" presStyleIdx="1" presStyleCnt="6"/>
      <dgm:spPr/>
    </dgm:pt>
    <dgm:pt modelId="{ABEDF7A3-A142-489F-9895-9F9F8F7A4596}" type="pres">
      <dgm:prSet presAssocID="{F4D5A447-0C59-47C4-9B6B-9C89823520D8}" presName="vert1" presStyleCnt="0"/>
      <dgm:spPr/>
    </dgm:pt>
    <dgm:pt modelId="{A655C36E-ADD3-4370-977D-F3339CE62606}" type="pres">
      <dgm:prSet presAssocID="{C16343CA-C524-4457-9CF6-C5BDB83DB90D}" presName="thickLine" presStyleLbl="alignNode1" presStyleIdx="2" presStyleCnt="6"/>
      <dgm:spPr/>
    </dgm:pt>
    <dgm:pt modelId="{28B634B9-7386-4FE5-8B6C-B8FD9DA6A5AF}" type="pres">
      <dgm:prSet presAssocID="{C16343CA-C524-4457-9CF6-C5BDB83DB90D}" presName="horz1" presStyleCnt="0"/>
      <dgm:spPr/>
    </dgm:pt>
    <dgm:pt modelId="{B2A44940-983E-4E19-B737-D9473806B6F9}" type="pres">
      <dgm:prSet presAssocID="{C16343CA-C524-4457-9CF6-C5BDB83DB90D}" presName="tx1" presStyleLbl="revTx" presStyleIdx="2" presStyleCnt="6"/>
      <dgm:spPr/>
    </dgm:pt>
    <dgm:pt modelId="{9877DB9B-328E-40C8-95CD-0DD12414D4B8}" type="pres">
      <dgm:prSet presAssocID="{C16343CA-C524-4457-9CF6-C5BDB83DB90D}" presName="vert1" presStyleCnt="0"/>
      <dgm:spPr/>
    </dgm:pt>
    <dgm:pt modelId="{8EC44EC4-3A86-4D16-8909-C850288E8F49}" type="pres">
      <dgm:prSet presAssocID="{B6AA90F9-8F27-46A5-93C1-D73F9D9883DE}" presName="thickLine" presStyleLbl="alignNode1" presStyleIdx="3" presStyleCnt="6"/>
      <dgm:spPr/>
    </dgm:pt>
    <dgm:pt modelId="{BBBBFFB5-A68E-4118-9ACE-A92C299980A2}" type="pres">
      <dgm:prSet presAssocID="{B6AA90F9-8F27-46A5-93C1-D73F9D9883DE}" presName="horz1" presStyleCnt="0"/>
      <dgm:spPr/>
    </dgm:pt>
    <dgm:pt modelId="{780475EC-DCAB-4E87-86A9-29E4B768E58E}" type="pres">
      <dgm:prSet presAssocID="{B6AA90F9-8F27-46A5-93C1-D73F9D9883DE}" presName="tx1" presStyleLbl="revTx" presStyleIdx="3" presStyleCnt="6"/>
      <dgm:spPr/>
    </dgm:pt>
    <dgm:pt modelId="{47518ABF-7707-46CA-865E-0BC70017C769}" type="pres">
      <dgm:prSet presAssocID="{B6AA90F9-8F27-46A5-93C1-D73F9D9883DE}" presName="vert1" presStyleCnt="0"/>
      <dgm:spPr/>
    </dgm:pt>
    <dgm:pt modelId="{2B192CA2-0B94-4599-8ED7-3A2B924DE351}" type="pres">
      <dgm:prSet presAssocID="{BD29B3E3-884C-4362-9EFB-4E665DFB7828}" presName="thickLine" presStyleLbl="alignNode1" presStyleIdx="4" presStyleCnt="6"/>
      <dgm:spPr/>
    </dgm:pt>
    <dgm:pt modelId="{9696F9BB-25D3-401D-9D1A-34B638625835}" type="pres">
      <dgm:prSet presAssocID="{BD29B3E3-884C-4362-9EFB-4E665DFB7828}" presName="horz1" presStyleCnt="0"/>
      <dgm:spPr/>
    </dgm:pt>
    <dgm:pt modelId="{EE77680E-FAC9-4FE0-B18A-82CA3BFB43A9}" type="pres">
      <dgm:prSet presAssocID="{BD29B3E3-884C-4362-9EFB-4E665DFB7828}" presName="tx1" presStyleLbl="revTx" presStyleIdx="4" presStyleCnt="6"/>
      <dgm:spPr/>
    </dgm:pt>
    <dgm:pt modelId="{51A26C7F-B814-48F3-B19B-8673F8A666F8}" type="pres">
      <dgm:prSet presAssocID="{BD29B3E3-884C-4362-9EFB-4E665DFB7828}" presName="vert1" presStyleCnt="0"/>
      <dgm:spPr/>
    </dgm:pt>
    <dgm:pt modelId="{9A792D0B-F147-4B1A-8BBF-1AEBA3C8812A}" type="pres">
      <dgm:prSet presAssocID="{7F9C0A39-8DDD-4B5E-B41E-248A168EA241}" presName="thickLine" presStyleLbl="alignNode1" presStyleIdx="5" presStyleCnt="6"/>
      <dgm:spPr/>
    </dgm:pt>
    <dgm:pt modelId="{69676E6B-4343-4D79-8434-23F9751022B4}" type="pres">
      <dgm:prSet presAssocID="{7F9C0A39-8DDD-4B5E-B41E-248A168EA241}" presName="horz1" presStyleCnt="0"/>
      <dgm:spPr/>
    </dgm:pt>
    <dgm:pt modelId="{94346A34-1C60-4F4D-A38D-DE0757864689}" type="pres">
      <dgm:prSet presAssocID="{7F9C0A39-8DDD-4B5E-B41E-248A168EA241}" presName="tx1" presStyleLbl="revTx" presStyleIdx="5" presStyleCnt="6"/>
      <dgm:spPr/>
    </dgm:pt>
    <dgm:pt modelId="{A019BD39-D992-4ABF-88CB-8050666EFE6C}" type="pres">
      <dgm:prSet presAssocID="{7F9C0A39-8DDD-4B5E-B41E-248A168EA241}" presName="vert1" presStyleCnt="0"/>
      <dgm:spPr/>
    </dgm:pt>
  </dgm:ptLst>
  <dgm:cxnLst>
    <dgm:cxn modelId="{F75B3225-1FCC-4CBA-AD98-553673CCD206}" type="presOf" srcId="{93E24392-8FC4-4C19-BC39-623C9CC9DC63}" destId="{6BAEA6A9-4FA2-4549-A63F-D15CABA57995}" srcOrd="0" destOrd="0" presId="urn:microsoft.com/office/officeart/2008/layout/LinedList"/>
    <dgm:cxn modelId="{81B7712F-5BB2-46EA-ADB6-56D5932F89D4}" srcId="{93E24392-8FC4-4C19-BC39-623C9CC9DC63}" destId="{8A784566-32B3-45BF-98A0-3F8CF5E5CB2D}" srcOrd="0" destOrd="0" parTransId="{17C789F6-7E97-4336-9C5A-4A939CE5073F}" sibTransId="{0E74FC9D-E974-4212-9F70-4C7FFAED308F}"/>
    <dgm:cxn modelId="{7A6A7636-997A-4FF9-ABA1-D7EDB98E7123}" type="presOf" srcId="{BD29B3E3-884C-4362-9EFB-4E665DFB7828}" destId="{EE77680E-FAC9-4FE0-B18A-82CA3BFB43A9}" srcOrd="0" destOrd="0" presId="urn:microsoft.com/office/officeart/2008/layout/LinedList"/>
    <dgm:cxn modelId="{9BA55160-387C-4FC5-8069-667777CC401D}" type="presOf" srcId="{C16343CA-C524-4457-9CF6-C5BDB83DB90D}" destId="{B2A44940-983E-4E19-B737-D9473806B6F9}" srcOrd="0" destOrd="0" presId="urn:microsoft.com/office/officeart/2008/layout/LinedList"/>
    <dgm:cxn modelId="{028BCB41-5184-491D-A2E3-BE2F7E01A25A}" srcId="{93E24392-8FC4-4C19-BC39-623C9CC9DC63}" destId="{C16343CA-C524-4457-9CF6-C5BDB83DB90D}" srcOrd="2" destOrd="0" parTransId="{CFED774F-408A-43A9-8E5D-8958FA56C424}" sibTransId="{5C83839F-CC68-4F73-BBAF-32C824883983}"/>
    <dgm:cxn modelId="{B7577F63-78E9-4F2B-954F-1688DA901945}" srcId="{93E24392-8FC4-4C19-BC39-623C9CC9DC63}" destId="{F4D5A447-0C59-47C4-9B6B-9C89823520D8}" srcOrd="1" destOrd="0" parTransId="{EB06D153-A0FD-4262-AECD-E56809FF974A}" sibTransId="{2A5B5335-9AF2-40B0-ACBE-E7D32D8B28FC}"/>
    <dgm:cxn modelId="{D5504A6D-1F4B-4C3D-9F83-6492D24102F7}" srcId="{93E24392-8FC4-4C19-BC39-623C9CC9DC63}" destId="{B6AA90F9-8F27-46A5-93C1-D73F9D9883DE}" srcOrd="3" destOrd="0" parTransId="{46608E33-337F-499A-9968-EF06FEF4B901}" sibTransId="{9E5430AB-C4E6-4985-B64F-8EC6419147C5}"/>
    <dgm:cxn modelId="{DA9A0572-6F88-437D-8DEF-58D39DF74EE4}" type="presOf" srcId="{8A784566-32B3-45BF-98A0-3F8CF5E5CB2D}" destId="{959C225B-B563-4F96-8C30-FB9D0D5164AE}" srcOrd="0" destOrd="0" presId="urn:microsoft.com/office/officeart/2008/layout/LinedList"/>
    <dgm:cxn modelId="{BCFE38A7-8952-473A-A5C2-55E35AF3D952}" type="presOf" srcId="{F4D5A447-0C59-47C4-9B6B-9C89823520D8}" destId="{902FD65A-A8C7-4604-B7D7-644110329D3F}" srcOrd="0" destOrd="0" presId="urn:microsoft.com/office/officeart/2008/layout/LinedList"/>
    <dgm:cxn modelId="{ABB1E2C7-D84B-42E6-8EF5-678CE3FB2107}" srcId="{93E24392-8FC4-4C19-BC39-623C9CC9DC63}" destId="{BD29B3E3-884C-4362-9EFB-4E665DFB7828}" srcOrd="4" destOrd="0" parTransId="{BDCA9262-C1AF-4B50-9AEB-8E605468EF89}" sibTransId="{A1931E36-F508-4CC2-B103-0D41938A6F97}"/>
    <dgm:cxn modelId="{181103D6-5300-42AE-A2C3-B6A5378E38FA}" srcId="{93E24392-8FC4-4C19-BC39-623C9CC9DC63}" destId="{7F9C0A39-8DDD-4B5E-B41E-248A168EA241}" srcOrd="5" destOrd="0" parTransId="{90500EB3-A7D7-4626-95FB-C3061E37E163}" sibTransId="{34EB43BB-8AED-406C-8D51-835125CB7FDA}"/>
    <dgm:cxn modelId="{FA04B2DF-225C-4729-9F46-D3B1DD16767B}" type="presOf" srcId="{7F9C0A39-8DDD-4B5E-B41E-248A168EA241}" destId="{94346A34-1C60-4F4D-A38D-DE0757864689}" srcOrd="0" destOrd="0" presId="urn:microsoft.com/office/officeart/2008/layout/LinedList"/>
    <dgm:cxn modelId="{0CF46EF1-6462-4989-84A1-CFF58E5EA692}" type="presOf" srcId="{B6AA90F9-8F27-46A5-93C1-D73F9D9883DE}" destId="{780475EC-DCAB-4E87-86A9-29E4B768E58E}" srcOrd="0" destOrd="0" presId="urn:microsoft.com/office/officeart/2008/layout/LinedList"/>
    <dgm:cxn modelId="{D4D9A233-D41A-4B9C-93BC-5FA51CB8446E}" type="presParOf" srcId="{6BAEA6A9-4FA2-4549-A63F-D15CABA57995}" destId="{FE39432E-4227-4F46-BBB2-807CC8EC5995}" srcOrd="0" destOrd="0" presId="urn:microsoft.com/office/officeart/2008/layout/LinedList"/>
    <dgm:cxn modelId="{05FEBC56-9E8C-42AF-A0A9-C8DCAB4FB36A}" type="presParOf" srcId="{6BAEA6A9-4FA2-4549-A63F-D15CABA57995}" destId="{713D3137-075C-489A-B358-D89F15D70BC1}" srcOrd="1" destOrd="0" presId="urn:microsoft.com/office/officeart/2008/layout/LinedList"/>
    <dgm:cxn modelId="{87F0BD41-BE1C-4954-9462-0AFB500DF835}" type="presParOf" srcId="{713D3137-075C-489A-B358-D89F15D70BC1}" destId="{959C225B-B563-4F96-8C30-FB9D0D5164AE}" srcOrd="0" destOrd="0" presId="urn:microsoft.com/office/officeart/2008/layout/LinedList"/>
    <dgm:cxn modelId="{069BA45C-E92E-4EFA-BCA2-3CB273B0CF33}" type="presParOf" srcId="{713D3137-075C-489A-B358-D89F15D70BC1}" destId="{728943B0-A8C0-4B21-BAC2-2FC030B72391}" srcOrd="1" destOrd="0" presId="urn:microsoft.com/office/officeart/2008/layout/LinedList"/>
    <dgm:cxn modelId="{40880E57-8A10-4B25-8382-146C3553FB5D}" type="presParOf" srcId="{6BAEA6A9-4FA2-4549-A63F-D15CABA57995}" destId="{E0E713A2-06A6-4B39-B197-DB7EAFF989DC}" srcOrd="2" destOrd="0" presId="urn:microsoft.com/office/officeart/2008/layout/LinedList"/>
    <dgm:cxn modelId="{D2F9B31C-DEDD-447A-BEFA-243442CDB8B3}" type="presParOf" srcId="{6BAEA6A9-4FA2-4549-A63F-D15CABA57995}" destId="{5724F22C-90D3-4D09-A077-D2F2E82972C1}" srcOrd="3" destOrd="0" presId="urn:microsoft.com/office/officeart/2008/layout/LinedList"/>
    <dgm:cxn modelId="{EF54C200-E1E2-4172-A368-F678D6F1E30B}" type="presParOf" srcId="{5724F22C-90D3-4D09-A077-D2F2E82972C1}" destId="{902FD65A-A8C7-4604-B7D7-644110329D3F}" srcOrd="0" destOrd="0" presId="urn:microsoft.com/office/officeart/2008/layout/LinedList"/>
    <dgm:cxn modelId="{D5575F8F-8E1F-4622-BFC9-38BB7EACB5D2}" type="presParOf" srcId="{5724F22C-90D3-4D09-A077-D2F2E82972C1}" destId="{ABEDF7A3-A142-489F-9895-9F9F8F7A4596}" srcOrd="1" destOrd="0" presId="urn:microsoft.com/office/officeart/2008/layout/LinedList"/>
    <dgm:cxn modelId="{C3CFDBC2-53DC-4D37-B331-57C10BFDDE55}" type="presParOf" srcId="{6BAEA6A9-4FA2-4549-A63F-D15CABA57995}" destId="{A655C36E-ADD3-4370-977D-F3339CE62606}" srcOrd="4" destOrd="0" presId="urn:microsoft.com/office/officeart/2008/layout/LinedList"/>
    <dgm:cxn modelId="{2F094C6E-50FB-442B-8D6C-BBF5BFA1C66E}" type="presParOf" srcId="{6BAEA6A9-4FA2-4549-A63F-D15CABA57995}" destId="{28B634B9-7386-4FE5-8B6C-B8FD9DA6A5AF}" srcOrd="5" destOrd="0" presId="urn:microsoft.com/office/officeart/2008/layout/LinedList"/>
    <dgm:cxn modelId="{45F713EB-EB43-415E-A536-982347026AD5}" type="presParOf" srcId="{28B634B9-7386-4FE5-8B6C-B8FD9DA6A5AF}" destId="{B2A44940-983E-4E19-B737-D9473806B6F9}" srcOrd="0" destOrd="0" presId="urn:microsoft.com/office/officeart/2008/layout/LinedList"/>
    <dgm:cxn modelId="{62B16C3C-7133-4F75-A42E-25EA6414BB7D}" type="presParOf" srcId="{28B634B9-7386-4FE5-8B6C-B8FD9DA6A5AF}" destId="{9877DB9B-328E-40C8-95CD-0DD12414D4B8}" srcOrd="1" destOrd="0" presId="urn:microsoft.com/office/officeart/2008/layout/LinedList"/>
    <dgm:cxn modelId="{8174DB67-A9DE-4C85-BE5F-1EB5E47B870D}" type="presParOf" srcId="{6BAEA6A9-4FA2-4549-A63F-D15CABA57995}" destId="{8EC44EC4-3A86-4D16-8909-C850288E8F49}" srcOrd="6" destOrd="0" presId="urn:microsoft.com/office/officeart/2008/layout/LinedList"/>
    <dgm:cxn modelId="{6929F139-6BD3-4937-AFF8-3C401FFC8F03}" type="presParOf" srcId="{6BAEA6A9-4FA2-4549-A63F-D15CABA57995}" destId="{BBBBFFB5-A68E-4118-9ACE-A92C299980A2}" srcOrd="7" destOrd="0" presId="urn:microsoft.com/office/officeart/2008/layout/LinedList"/>
    <dgm:cxn modelId="{502038C6-CAA3-41D1-BCC2-F818EA74E900}" type="presParOf" srcId="{BBBBFFB5-A68E-4118-9ACE-A92C299980A2}" destId="{780475EC-DCAB-4E87-86A9-29E4B768E58E}" srcOrd="0" destOrd="0" presId="urn:microsoft.com/office/officeart/2008/layout/LinedList"/>
    <dgm:cxn modelId="{1942DFD1-3798-43F3-80C9-6F8EE40364AE}" type="presParOf" srcId="{BBBBFFB5-A68E-4118-9ACE-A92C299980A2}" destId="{47518ABF-7707-46CA-865E-0BC70017C769}" srcOrd="1" destOrd="0" presId="urn:microsoft.com/office/officeart/2008/layout/LinedList"/>
    <dgm:cxn modelId="{9E0C72D5-D211-4948-9A51-83B301ECB7D4}" type="presParOf" srcId="{6BAEA6A9-4FA2-4549-A63F-D15CABA57995}" destId="{2B192CA2-0B94-4599-8ED7-3A2B924DE351}" srcOrd="8" destOrd="0" presId="urn:microsoft.com/office/officeart/2008/layout/LinedList"/>
    <dgm:cxn modelId="{7923728F-79C0-441F-87D3-02B140F5A1FD}" type="presParOf" srcId="{6BAEA6A9-4FA2-4549-A63F-D15CABA57995}" destId="{9696F9BB-25D3-401D-9D1A-34B638625835}" srcOrd="9" destOrd="0" presId="urn:microsoft.com/office/officeart/2008/layout/LinedList"/>
    <dgm:cxn modelId="{BCD6FEA9-EA02-4038-9B03-D70E3526E0DB}" type="presParOf" srcId="{9696F9BB-25D3-401D-9D1A-34B638625835}" destId="{EE77680E-FAC9-4FE0-B18A-82CA3BFB43A9}" srcOrd="0" destOrd="0" presId="urn:microsoft.com/office/officeart/2008/layout/LinedList"/>
    <dgm:cxn modelId="{EA052029-E143-4652-BD16-283552E6E9D6}" type="presParOf" srcId="{9696F9BB-25D3-401D-9D1A-34B638625835}" destId="{51A26C7F-B814-48F3-B19B-8673F8A666F8}" srcOrd="1" destOrd="0" presId="urn:microsoft.com/office/officeart/2008/layout/LinedList"/>
    <dgm:cxn modelId="{CC400C2D-2F9F-4804-9433-003EBD2C84C2}" type="presParOf" srcId="{6BAEA6A9-4FA2-4549-A63F-D15CABA57995}" destId="{9A792D0B-F147-4B1A-8BBF-1AEBA3C8812A}" srcOrd="10" destOrd="0" presId="urn:microsoft.com/office/officeart/2008/layout/LinedList"/>
    <dgm:cxn modelId="{F0D3FB40-C8BB-471B-BA15-8A9A20ACD1BE}" type="presParOf" srcId="{6BAEA6A9-4FA2-4549-A63F-D15CABA57995}" destId="{69676E6B-4343-4D79-8434-23F9751022B4}" srcOrd="11" destOrd="0" presId="urn:microsoft.com/office/officeart/2008/layout/LinedList"/>
    <dgm:cxn modelId="{89018BEE-2940-4868-8D55-373A3993EA7E}" type="presParOf" srcId="{69676E6B-4343-4D79-8434-23F9751022B4}" destId="{94346A34-1C60-4F4D-A38D-DE0757864689}" srcOrd="0" destOrd="0" presId="urn:microsoft.com/office/officeart/2008/layout/LinedList"/>
    <dgm:cxn modelId="{1C5E47B7-3CB6-4749-8FAA-0A155C57D4B6}" type="presParOf" srcId="{69676E6B-4343-4D79-8434-23F9751022B4}" destId="{A019BD39-D992-4ABF-88CB-8050666EFE6C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E39432E-4227-4F46-BBB2-807CC8EC5995}">
      <dsp:nvSpPr>
        <dsp:cNvPr id="0" name=""/>
        <dsp:cNvSpPr/>
      </dsp:nvSpPr>
      <dsp:spPr>
        <a:xfrm>
          <a:off x="0" y="2124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59C225B-B563-4F96-8C30-FB9D0D5164AE}">
      <dsp:nvSpPr>
        <dsp:cNvPr id="0" name=""/>
        <dsp:cNvSpPr/>
      </dsp:nvSpPr>
      <dsp:spPr>
        <a:xfrm>
          <a:off x="0" y="2124"/>
          <a:ext cx="10515600" cy="7245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kern="1200"/>
            <a:t>У прикладі побудовано програму, яка повертає список підкаталогів</a:t>
          </a:r>
          <a:r>
            <a:rPr lang="en-US" sz="1900" kern="1200"/>
            <a:t> (</a:t>
          </a:r>
          <a:r>
            <a:rPr lang="uk-UA" sz="1900" kern="1200"/>
            <a:t>!) певного каталогу разом з їхніми розмірами.</a:t>
          </a:r>
          <a:endParaRPr lang="en-US" sz="1900" kern="1200"/>
        </a:p>
      </dsp:txBody>
      <dsp:txXfrm>
        <a:off x="0" y="2124"/>
        <a:ext cx="10515600" cy="724514"/>
      </dsp:txXfrm>
    </dsp:sp>
    <dsp:sp modelId="{E0E713A2-06A6-4B39-B197-DB7EAFF989DC}">
      <dsp:nvSpPr>
        <dsp:cNvPr id="0" name=""/>
        <dsp:cNvSpPr/>
      </dsp:nvSpPr>
      <dsp:spPr>
        <a:xfrm>
          <a:off x="0" y="726639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02FD65A-A8C7-4604-B7D7-644110329D3F}">
      <dsp:nvSpPr>
        <dsp:cNvPr id="0" name=""/>
        <dsp:cNvSpPr/>
      </dsp:nvSpPr>
      <dsp:spPr>
        <a:xfrm>
          <a:off x="0" y="726639"/>
          <a:ext cx="10515600" cy="7245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kern="1200"/>
            <a:t>Функція dirsize повертає розмір одного каталогу, а dirslist – список каталогів і їх розміри.</a:t>
          </a:r>
          <a:endParaRPr lang="en-US" sz="1900" kern="1200"/>
        </a:p>
      </dsp:txBody>
      <dsp:txXfrm>
        <a:off x="0" y="726639"/>
        <a:ext cx="10515600" cy="724514"/>
      </dsp:txXfrm>
    </dsp:sp>
    <dsp:sp modelId="{A655C36E-ADD3-4370-977D-F3339CE62606}">
      <dsp:nvSpPr>
        <dsp:cNvPr id="0" name=""/>
        <dsp:cNvSpPr/>
      </dsp:nvSpPr>
      <dsp:spPr>
        <a:xfrm>
          <a:off x="0" y="1451154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2A44940-983E-4E19-B737-D9473806B6F9}">
      <dsp:nvSpPr>
        <dsp:cNvPr id="0" name=""/>
        <dsp:cNvSpPr/>
      </dsp:nvSpPr>
      <dsp:spPr>
        <a:xfrm>
          <a:off x="0" y="1451154"/>
          <a:ext cx="10515600" cy="7245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kern="1200"/>
            <a:t>Список упорядковується за спаданням розміру каталогу (від найбільшого за обсягом до найменшого).</a:t>
          </a:r>
          <a:endParaRPr lang="en-US" sz="1900" kern="1200"/>
        </a:p>
      </dsp:txBody>
      <dsp:txXfrm>
        <a:off x="0" y="1451154"/>
        <a:ext cx="10515600" cy="724514"/>
      </dsp:txXfrm>
    </dsp:sp>
    <dsp:sp modelId="{8EC44EC4-3A86-4D16-8909-C850288E8F49}">
      <dsp:nvSpPr>
        <dsp:cNvPr id="0" name=""/>
        <dsp:cNvSpPr/>
      </dsp:nvSpPr>
      <dsp:spPr>
        <a:xfrm>
          <a:off x="0" y="2175669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80475EC-DCAB-4E87-86A9-29E4B768E58E}">
      <dsp:nvSpPr>
        <dsp:cNvPr id="0" name=""/>
        <dsp:cNvSpPr/>
      </dsp:nvSpPr>
      <dsp:spPr>
        <a:xfrm>
          <a:off x="0" y="2175669"/>
          <a:ext cx="10515600" cy="7245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kern="1200"/>
            <a:t>Основна частина програми отримує параметри з командного рядка, або з консолі, якщо параметр не було надано.</a:t>
          </a:r>
          <a:endParaRPr lang="en-US" sz="1900" kern="1200"/>
        </a:p>
      </dsp:txBody>
      <dsp:txXfrm>
        <a:off x="0" y="2175669"/>
        <a:ext cx="10515600" cy="724514"/>
      </dsp:txXfrm>
    </dsp:sp>
    <dsp:sp modelId="{2B192CA2-0B94-4599-8ED7-3A2B924DE351}">
      <dsp:nvSpPr>
        <dsp:cNvPr id="0" name=""/>
        <dsp:cNvSpPr/>
      </dsp:nvSpPr>
      <dsp:spPr>
        <a:xfrm>
          <a:off x="0" y="2900183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E77680E-FAC9-4FE0-B18A-82CA3BFB43A9}">
      <dsp:nvSpPr>
        <dsp:cNvPr id="0" name=""/>
        <dsp:cNvSpPr/>
      </dsp:nvSpPr>
      <dsp:spPr>
        <a:xfrm>
          <a:off x="0" y="2900183"/>
          <a:ext cx="10515600" cy="7245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kern="1200">
              <a:hlinkClick xmlns:r="http://schemas.openxmlformats.org/officeDocument/2006/relationships" r:id="rId1"/>
            </a:rPr>
            <a:t>Розв’язання.</a:t>
          </a:r>
          <a:endParaRPr lang="en-US" sz="1900" kern="1200"/>
        </a:p>
      </dsp:txBody>
      <dsp:txXfrm>
        <a:off x="0" y="2900183"/>
        <a:ext cx="10515600" cy="724514"/>
      </dsp:txXfrm>
    </dsp:sp>
    <dsp:sp modelId="{9A792D0B-F147-4B1A-8BBF-1AEBA3C8812A}">
      <dsp:nvSpPr>
        <dsp:cNvPr id="0" name=""/>
        <dsp:cNvSpPr/>
      </dsp:nvSpPr>
      <dsp:spPr>
        <a:xfrm>
          <a:off x="0" y="3624698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4346A34-1C60-4F4D-A38D-DE0757864689}">
      <dsp:nvSpPr>
        <dsp:cNvPr id="0" name=""/>
        <dsp:cNvSpPr/>
      </dsp:nvSpPr>
      <dsp:spPr>
        <a:xfrm>
          <a:off x="0" y="3624698"/>
          <a:ext cx="10515600" cy="7245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1" kern="1200" dirty="0">
              <a:solidFill>
                <a:schemeClr val="tx1"/>
              </a:solidFill>
            </a:rPr>
            <a:t>Завдання</a:t>
          </a:r>
          <a:r>
            <a:rPr lang="uk-UA" sz="1900" kern="1200" dirty="0"/>
            <a:t>. Додатково реалізуйте виведення результатів у файл ‘dirslist.txt’, перенаправивши стандартне виведення у цей файл і створивши для нього окремий каталог методами </a:t>
          </a:r>
          <a:r>
            <a:rPr lang="uk-UA" sz="1900" kern="1200" dirty="0" err="1"/>
            <a:t>os</a:t>
          </a:r>
          <a:r>
            <a:rPr lang="uk-UA" sz="1900" kern="1200" dirty="0"/>
            <a:t>.</a:t>
          </a:r>
          <a:endParaRPr lang="en-US" sz="1900" kern="1200" dirty="0"/>
        </a:p>
      </dsp:txBody>
      <dsp:txXfrm>
        <a:off x="0" y="3624698"/>
        <a:ext cx="10515600" cy="72451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D421451-8136-7C0B-F42F-F7CDF9C317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5EB98FAA-6B46-0E26-8BFD-54845F98A1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uk-UA"/>
              <a:t>Клацніть, щоб редагувати стиль зразка підзаголовка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5BC59CB1-F7AF-32F8-B992-16D1C233E9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F02B8-C7CE-4D5D-93F5-AD39C21EFE1D}" type="datetimeFigureOut">
              <a:rPr lang="uk-UA" smtClean="0"/>
              <a:t>12.03.2026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31E4DEB1-4C68-1DCE-198E-99BCDC8211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72DFC4F0-1C63-3CA5-45DA-D59637E95D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A07FD-EAE0-4190-9D2A-2772B9A995EF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7473359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Назва та вмі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0B236A4-A1E5-E474-A335-4D3D7A9AF6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1A1F960E-3CEB-FC34-5E05-E0CFEF5138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DEB97C6E-2BFE-7F05-5606-9B69DF0AFE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F02B8-C7CE-4D5D-93F5-AD39C21EFE1D}" type="datetimeFigureOut">
              <a:rPr lang="uk-UA" smtClean="0"/>
              <a:t>12.03.2026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03867615-6860-FDBB-A01A-ECD46DAF55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A64CE6FA-DCBF-EFBD-24E8-D14BC9BBC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A07FD-EAE0-4190-9D2A-2772B9A995EF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3029010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Назва розділ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7F667F-E6E9-4033-6AB1-8165D3EEB0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898F5B8A-7D12-5B85-DCC0-E1CE52D245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8B6C81D7-84DF-748D-ED93-EAD4740C83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F02B8-C7CE-4D5D-93F5-AD39C21EFE1D}" type="datetimeFigureOut">
              <a:rPr lang="uk-UA" smtClean="0"/>
              <a:t>12.03.2026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689940CE-414B-CDF0-7ED3-F599D76D2B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115E669A-D300-ADE0-0872-CEB06AB15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A07FD-EAE0-4190-9D2A-2772B9A995EF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7198111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’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E8ED080-51F8-9C0E-97F0-39BFBDDAE2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5C2ED6DD-5D61-7C4D-B2BC-4902346069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A3874FDA-0E00-04C9-6D0B-7DD7581FAD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232B216B-48ED-9962-9075-8AB9EC06A5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F02B8-C7CE-4D5D-93F5-AD39C21EFE1D}" type="datetimeFigureOut">
              <a:rPr lang="uk-UA" smtClean="0"/>
              <a:t>12.03.2026</a:t>
            </a:fld>
            <a:endParaRPr lang="uk-UA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C31A17E6-28D4-26CF-9219-1D79443C48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9A462D38-9E0A-C647-50D0-AB362311C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A07FD-EAE0-4190-9D2A-2772B9A995EF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0018507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C46719-FCD3-B3E9-EEAC-9903813C63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F1E67561-2918-FFB8-40E3-39F63A6E71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124D6B82-21BA-DEAE-37C8-6888907FAD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5" name="Місце для тексту 4">
            <a:extLst>
              <a:ext uri="{FF2B5EF4-FFF2-40B4-BE49-F238E27FC236}">
                <a16:creationId xmlns:a16="http://schemas.microsoft.com/office/drawing/2014/main" id="{5AAB584C-0E7D-B1AF-5BB8-0D4BBB8BA0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6" name="Місце для вмісту 5">
            <a:extLst>
              <a:ext uri="{FF2B5EF4-FFF2-40B4-BE49-F238E27FC236}">
                <a16:creationId xmlns:a16="http://schemas.microsoft.com/office/drawing/2014/main" id="{6D6D38A2-EDD6-5F50-90F6-B9A9A27F3B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7" name="Місце для дати 6">
            <a:extLst>
              <a:ext uri="{FF2B5EF4-FFF2-40B4-BE49-F238E27FC236}">
                <a16:creationId xmlns:a16="http://schemas.microsoft.com/office/drawing/2014/main" id="{86C9A149-D854-0707-4F83-C5CC407CFB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F02B8-C7CE-4D5D-93F5-AD39C21EFE1D}" type="datetimeFigureOut">
              <a:rPr lang="uk-UA" smtClean="0"/>
              <a:t>12.03.2026</a:t>
            </a:fld>
            <a:endParaRPr lang="uk-UA"/>
          </a:p>
        </p:txBody>
      </p:sp>
      <p:sp>
        <p:nvSpPr>
          <p:cNvPr id="8" name="Місце для нижнього колонтитула 7">
            <a:extLst>
              <a:ext uri="{FF2B5EF4-FFF2-40B4-BE49-F238E27FC236}">
                <a16:creationId xmlns:a16="http://schemas.microsoft.com/office/drawing/2014/main" id="{37FEBD6C-79E3-8F86-7BD6-34E460245B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9" name="Місце для номера слайда 8">
            <a:extLst>
              <a:ext uri="{FF2B5EF4-FFF2-40B4-BE49-F238E27FC236}">
                <a16:creationId xmlns:a16="http://schemas.microsoft.com/office/drawing/2014/main" id="{ABA274E8-8256-E4EF-0059-3492762651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A07FD-EAE0-4190-9D2A-2772B9A995EF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3063659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55DD9CE-84C3-FBF8-CC58-B042F3868A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дати 2">
            <a:extLst>
              <a:ext uri="{FF2B5EF4-FFF2-40B4-BE49-F238E27FC236}">
                <a16:creationId xmlns:a16="http://schemas.microsoft.com/office/drawing/2014/main" id="{D5EAAFEE-96B5-A45F-7B1C-7514D58C3F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F02B8-C7CE-4D5D-93F5-AD39C21EFE1D}" type="datetimeFigureOut">
              <a:rPr lang="uk-UA" smtClean="0"/>
              <a:t>12.03.2026</a:t>
            </a:fld>
            <a:endParaRPr lang="uk-UA"/>
          </a:p>
        </p:txBody>
      </p:sp>
      <p:sp>
        <p:nvSpPr>
          <p:cNvPr id="4" name="Місце для нижнього колонтитула 3">
            <a:extLst>
              <a:ext uri="{FF2B5EF4-FFF2-40B4-BE49-F238E27FC236}">
                <a16:creationId xmlns:a16="http://schemas.microsoft.com/office/drawing/2014/main" id="{0A426CC7-15D2-FC2F-6D59-DB055B0D9F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5" name="Місце для номера слайда 4">
            <a:extLst>
              <a:ext uri="{FF2B5EF4-FFF2-40B4-BE49-F238E27FC236}">
                <a16:creationId xmlns:a16="http://schemas.microsoft.com/office/drawing/2014/main" id="{D5C1D972-5FED-4D04-CF59-16EE8A3868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A07FD-EAE0-4190-9D2A-2772B9A995EF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1658687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дати 1">
            <a:extLst>
              <a:ext uri="{FF2B5EF4-FFF2-40B4-BE49-F238E27FC236}">
                <a16:creationId xmlns:a16="http://schemas.microsoft.com/office/drawing/2014/main" id="{EF1CC0FC-2931-1F4B-DF64-77626A66C9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F02B8-C7CE-4D5D-93F5-AD39C21EFE1D}" type="datetimeFigureOut">
              <a:rPr lang="uk-UA" smtClean="0"/>
              <a:t>12.03.2026</a:t>
            </a:fld>
            <a:endParaRPr lang="uk-UA"/>
          </a:p>
        </p:txBody>
      </p:sp>
      <p:sp>
        <p:nvSpPr>
          <p:cNvPr id="3" name="Місце для нижнього колонтитула 2">
            <a:extLst>
              <a:ext uri="{FF2B5EF4-FFF2-40B4-BE49-F238E27FC236}">
                <a16:creationId xmlns:a16="http://schemas.microsoft.com/office/drawing/2014/main" id="{7D1F493A-AA4F-CD7C-40F4-A346114CF7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Місце для номера слайда 3">
            <a:extLst>
              <a:ext uri="{FF2B5EF4-FFF2-40B4-BE49-F238E27FC236}">
                <a16:creationId xmlns:a16="http://schemas.microsoft.com/office/drawing/2014/main" id="{5A3DBB05-E8C6-01CE-4A71-ACB45A830F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A07FD-EAE0-4190-9D2A-2772B9A995EF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7721121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Вміст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6D9C699-A873-FB0B-F9C8-095B1ACCB8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50C9DD65-E678-B641-DF41-80612B3684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3DB7C31F-7650-8B7C-CA7F-92649E00DC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D40FFB23-0209-199D-56D7-7AB49C4B0E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F02B8-C7CE-4D5D-93F5-AD39C21EFE1D}" type="datetimeFigureOut">
              <a:rPr lang="uk-UA" smtClean="0"/>
              <a:t>12.03.2026</a:t>
            </a:fld>
            <a:endParaRPr lang="uk-UA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56353A14-EEA2-99C4-DFCF-8181488EEA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EC1CE385-27E0-E773-B5D6-96213A93BD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A07FD-EAE0-4190-9D2A-2772B9A995EF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9975783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951FA7-C570-7BB8-7B56-D3355A9B4B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зображення 2">
            <a:extLst>
              <a:ext uri="{FF2B5EF4-FFF2-40B4-BE49-F238E27FC236}">
                <a16:creationId xmlns:a16="http://schemas.microsoft.com/office/drawing/2014/main" id="{033D573F-43DE-EA71-18F1-1BA2E95B4A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uk-UA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89EBAAFA-6B04-A686-25FC-22953D7DFA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ABE9250B-0A23-190D-9EB6-2413E4D64E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F02B8-C7CE-4D5D-93F5-AD39C21EFE1D}" type="datetimeFigureOut">
              <a:rPr lang="uk-UA" smtClean="0"/>
              <a:t>12.03.2026</a:t>
            </a:fld>
            <a:endParaRPr lang="uk-UA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50B5D10D-1476-2473-E9B1-288A507D07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61AF1192-1E07-9810-A3FB-8DD0933939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A07FD-EAE0-4190-9D2A-2772B9A995EF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7723839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66BE5A3-87BE-8BD5-C648-8DED01C6A8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1989B384-F973-39CF-24C6-3DDCB77BD9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7035A010-14BC-8B6E-B8BE-9359F4BBC7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F02B8-C7CE-4D5D-93F5-AD39C21EFE1D}" type="datetimeFigureOut">
              <a:rPr lang="uk-UA" smtClean="0"/>
              <a:t>12.03.2026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9E84D285-1DFF-9D14-802B-683C21536D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E20D303C-8BFB-DADB-8C49-3469720BE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A07FD-EAE0-4190-9D2A-2772B9A995EF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4390250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ий заголовок 1">
            <a:extLst>
              <a:ext uri="{FF2B5EF4-FFF2-40B4-BE49-F238E27FC236}">
                <a16:creationId xmlns:a16="http://schemas.microsoft.com/office/drawing/2014/main" id="{BC31B90B-C30F-8EF3-FBAA-6C16852056C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0BB2971D-7128-F7A2-9F12-F3556FA749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41BAB203-9C5C-6515-D6E2-DF6DE0A93C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F02B8-C7CE-4D5D-93F5-AD39C21EFE1D}" type="datetimeFigureOut">
              <a:rPr lang="uk-UA" smtClean="0"/>
              <a:t>12.03.2026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924B3F59-571B-126B-63B8-F20F16E1E1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30D5977B-7DD6-E488-A687-941BF9A7A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A07FD-EAE0-4190-9D2A-2772B9A995EF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2285156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аголовка 1">
            <a:extLst>
              <a:ext uri="{FF2B5EF4-FFF2-40B4-BE49-F238E27FC236}">
                <a16:creationId xmlns:a16="http://schemas.microsoft.com/office/drawing/2014/main" id="{E2333CA2-C5D3-03A2-DA21-EF4FF80EFE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5BCAB84F-7422-8FB1-B43F-F72BB78672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A38E2867-EF3C-6BC0-98EE-ADEBDC3381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56F02B8-C7CE-4D5D-93F5-AD39C21EFE1D}" type="datetimeFigureOut">
              <a:rPr lang="uk-UA" smtClean="0"/>
              <a:t>12.03.2026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3CBA3B7F-DADE-43D1-5C74-9C866F3A0B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C61E5CDF-E292-E276-ADF5-2DE39FA4CA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CA07FD-EAE0-4190-9D2A-2772B9A995EF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50406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uk-U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ufsexplorer.com/uk/articles/file-systems-basics/?srsltid=AfmBOoqBwa55azPlp-0m3VClKBXVOfAJk4HhrN6_3aVDd9f8QRbTdmtt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../Lec%205%20prog/files_dir_2_pathlib.py" TargetMode="External"/><Relationship Id="rId2" Type="http://schemas.openxmlformats.org/officeDocument/2006/relationships/hyperlink" Target="Lec%205%20prog/files_dir_2.py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hyperlink" Target="Lec%205%20prog/files_dirs_3.py" TargetMode="Externa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Rectangle 211">
            <a:extLst>
              <a:ext uri="{FF2B5EF4-FFF2-40B4-BE49-F238E27FC236}">
                <a16:creationId xmlns:a16="http://schemas.microsoft.com/office/drawing/2014/main" id="{489B7BFD-8F45-4093-AD9C-91B15B0503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noProof="0" dirty="0"/>
          </a:p>
        </p:txBody>
      </p:sp>
      <p:sp>
        <p:nvSpPr>
          <p:cNvPr id="214" name="Oval 213">
            <a:extLst>
              <a:ext uri="{FF2B5EF4-FFF2-40B4-BE49-F238E27FC236}">
                <a16:creationId xmlns:a16="http://schemas.microsoft.com/office/drawing/2014/main" id="{D9DFE8A5-DCEC-4A43-B613-D62AC8C573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06528" y="642902"/>
            <a:ext cx="5290997" cy="5290997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noProof="0" dirty="0"/>
          </a:p>
        </p:txBody>
      </p:sp>
      <p:sp>
        <p:nvSpPr>
          <p:cNvPr id="216" name="Oval 215">
            <a:extLst>
              <a:ext uri="{FF2B5EF4-FFF2-40B4-BE49-F238E27FC236}">
                <a16:creationId xmlns:a16="http://schemas.microsoft.com/office/drawing/2014/main" id="{5608F6B8-DDC9-422E-B241-3222341D70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05931" y="631672"/>
            <a:ext cx="5290997" cy="5290997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noProof="0" dirty="0"/>
          </a:p>
        </p:txBody>
      </p:sp>
      <p:sp>
        <p:nvSpPr>
          <p:cNvPr id="218" name="Oval 217">
            <a:extLst>
              <a:ext uri="{FF2B5EF4-FFF2-40B4-BE49-F238E27FC236}">
                <a16:creationId xmlns:a16="http://schemas.microsoft.com/office/drawing/2014/main" id="{26B7664A-BE61-4A65-B937-A31E08B8B9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50502" y="536920"/>
            <a:ext cx="5290997" cy="529099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noProof="0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D1A774-F240-F9FF-B7C9-00C428B329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64676" y="1479558"/>
            <a:ext cx="4339988" cy="2577893"/>
          </a:xfrm>
        </p:spPr>
        <p:txBody>
          <a:bodyPr>
            <a:normAutofit/>
          </a:bodyPr>
          <a:lstStyle/>
          <a:p>
            <a:r>
              <a:rPr lang="uk-UA" sz="5400" noProof="0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Лекція 5. </a:t>
            </a:r>
            <a:br>
              <a:rPr lang="uk-UA" sz="5400" noProof="0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</a:br>
            <a:r>
              <a:rPr lang="uk-UA" sz="5400" noProof="0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Файли та каталоги</a:t>
            </a:r>
          </a:p>
        </p:txBody>
      </p:sp>
      <p:sp>
        <p:nvSpPr>
          <p:cNvPr id="220" name="Graphic 212">
            <a:extLst>
              <a:ext uri="{FF2B5EF4-FFF2-40B4-BE49-F238E27FC236}">
                <a16:creationId xmlns:a16="http://schemas.microsoft.com/office/drawing/2014/main" id="{279CAF82-0ECF-42BE-8F37-F71941E5D4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34716" y="662598"/>
            <a:ext cx="574267" cy="574267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uk-UA" noProof="0" dirty="0">
              <a:solidFill>
                <a:schemeClr val="lt1"/>
              </a:solidFill>
            </a:endParaRPr>
          </a:p>
        </p:txBody>
      </p:sp>
      <p:sp>
        <p:nvSpPr>
          <p:cNvPr id="222" name="Graphic 212">
            <a:extLst>
              <a:ext uri="{FF2B5EF4-FFF2-40B4-BE49-F238E27FC236}">
                <a16:creationId xmlns:a16="http://schemas.microsoft.com/office/drawing/2014/main" id="{14A1FA07-A873-4AB3-8D01-CFEEEA8CA4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34716" y="662598"/>
            <a:ext cx="574267" cy="574267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uk-UA" noProof="0" dirty="0">
              <a:solidFill>
                <a:schemeClr val="lt1"/>
              </a:solidFill>
            </a:endParaRPr>
          </a:p>
        </p:txBody>
      </p:sp>
      <p:sp>
        <p:nvSpPr>
          <p:cNvPr id="224" name="Freeform: Shape 223">
            <a:extLst>
              <a:ext uri="{FF2B5EF4-FFF2-40B4-BE49-F238E27FC236}">
                <a16:creationId xmlns:a16="http://schemas.microsoft.com/office/drawing/2014/main" id="{E16C8D8F-10E9-4498-ABDB-0F923F8B68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479558"/>
            <a:ext cx="1861854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7963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283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7963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283"/>
                </a:lnTo>
                <a:lnTo>
                  <a:pt x="0" y="180458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uk-UA" noProof="0" dirty="0"/>
          </a:p>
        </p:txBody>
      </p:sp>
      <p:sp>
        <p:nvSpPr>
          <p:cNvPr id="226" name="Freeform: Shape 225">
            <a:extLst>
              <a:ext uri="{FF2B5EF4-FFF2-40B4-BE49-F238E27FC236}">
                <a16:creationId xmlns:a16="http://schemas.microsoft.com/office/drawing/2014/main" id="{1E5A83E3-8A11-4492-BB6E-F5F2240316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919293"/>
            <a:ext cx="1861854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8208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475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8208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475"/>
                </a:lnTo>
                <a:lnTo>
                  <a:pt x="0" y="180458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uk-UA" noProof="0" dirty="0"/>
          </a:p>
        </p:txBody>
      </p:sp>
      <p:sp>
        <p:nvSpPr>
          <p:cNvPr id="228" name="Oval 227">
            <a:extLst>
              <a:ext uri="{FF2B5EF4-FFF2-40B4-BE49-F238E27FC236}">
                <a16:creationId xmlns:a16="http://schemas.microsoft.com/office/drawing/2014/main" id="{033BC44A-0661-43B4-9C14-FD5963C226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982901" y="4578041"/>
            <a:ext cx="319941" cy="319941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uk-UA" noProof="0" dirty="0"/>
          </a:p>
        </p:txBody>
      </p:sp>
      <p:sp>
        <p:nvSpPr>
          <p:cNvPr id="230" name="Oval 229">
            <a:extLst>
              <a:ext uri="{FF2B5EF4-FFF2-40B4-BE49-F238E27FC236}">
                <a16:creationId xmlns:a16="http://schemas.microsoft.com/office/drawing/2014/main" id="{331C48F7-8F88-43DC-B1A6-2967CF5AFF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982901" y="4578041"/>
            <a:ext cx="319941" cy="319941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uk-UA" noProof="0" dirty="0"/>
          </a:p>
        </p:txBody>
      </p:sp>
      <p:grpSp>
        <p:nvGrpSpPr>
          <p:cNvPr id="232" name="Graphic 185">
            <a:extLst>
              <a:ext uri="{FF2B5EF4-FFF2-40B4-BE49-F238E27FC236}">
                <a16:creationId xmlns:a16="http://schemas.microsoft.com/office/drawing/2014/main" id="{FB9739EB-7F66-433D-841F-AB3CD18700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428634" y="5987064"/>
            <a:ext cx="1054466" cy="469689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104F2BBD-A005-4DCB-9566-F2351050BE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uk-UA" noProof="0" dirty="0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8B00DEC7-198B-49D1-98FD-018F3ECFCF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uk-UA" noProof="0" dirty="0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F14DFC82-B3B3-468E-91B3-1302CFC684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uk-UA" noProof="0" dirty="0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D3250EFE-214E-4B8E-AF96-036A514FFB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uk-UA" noProof="0" dirty="0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AD058EBE-D4A5-4C43-B170-6A451F87A7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uk-UA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30699318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Rectangle 7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noProof="0" dirty="0"/>
          </a:p>
        </p:txBody>
      </p:sp>
      <p:sp>
        <p:nvSpPr>
          <p:cNvPr id="363" name="Rectangle 9">
            <a:extLst>
              <a:ext uri="{FF2B5EF4-FFF2-40B4-BE49-F238E27FC236}">
                <a16:creationId xmlns:a16="http://schemas.microsoft.com/office/drawing/2014/main" id="{CAEBFCD5-5356-4326-8D39-8235A46CD7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0809" y="1187311"/>
            <a:ext cx="5089552" cy="4483379"/>
          </a:xfrm>
          <a:prstGeom prst="rect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noProof="0" dirty="0"/>
          </a:p>
        </p:txBody>
      </p:sp>
      <p:sp>
        <p:nvSpPr>
          <p:cNvPr id="364" name="Rectangle 11">
            <a:extLst>
              <a:ext uri="{FF2B5EF4-FFF2-40B4-BE49-F238E27FC236}">
                <a16:creationId xmlns:a16="http://schemas.microsoft.com/office/drawing/2014/main" id="{F6814848-248A-47DD-88E0-95099D951E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5301" y="1178924"/>
            <a:ext cx="5089552" cy="4483379"/>
          </a:xfrm>
          <a:prstGeom prst="rect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noProof="0" dirty="0"/>
          </a:p>
        </p:txBody>
      </p:sp>
      <p:sp>
        <p:nvSpPr>
          <p:cNvPr id="365" name="Rectangle 13">
            <a:extLst>
              <a:ext uri="{FF2B5EF4-FFF2-40B4-BE49-F238E27FC236}">
                <a16:creationId xmlns:a16="http://schemas.microsoft.com/office/drawing/2014/main" id="{718BDA89-0D2C-4C4E-99F6-D7A220FE48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43787" y="1130846"/>
            <a:ext cx="5039475" cy="4439266"/>
          </a:xfrm>
          <a:prstGeom prst="rect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noProof="0" dirty="0"/>
          </a:p>
        </p:txBody>
      </p:sp>
      <p:grpSp>
        <p:nvGrpSpPr>
          <p:cNvPr id="366" name="Graphic 38">
            <a:extLst>
              <a:ext uri="{FF2B5EF4-FFF2-40B4-BE49-F238E27FC236}">
                <a16:creationId xmlns:a16="http://schemas.microsoft.com/office/drawing/2014/main" id="{6B67BE95-96EF-433C-9F29-B0732AA6B6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3040" y="1424181"/>
            <a:ext cx="1355538" cy="503582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AD324976-1596-4B76-A61C-5626816B24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uk-UA" noProof="0" dirty="0"/>
            </a:p>
          </p:txBody>
        </p:sp>
        <p:sp>
          <p:nvSpPr>
            <p:cNvPr id="367" name="Freeform: Shape 17">
              <a:extLst>
                <a:ext uri="{FF2B5EF4-FFF2-40B4-BE49-F238E27FC236}">
                  <a16:creationId xmlns:a16="http://schemas.microsoft.com/office/drawing/2014/main" id="{C44DEF24-FB22-48A2-8257-B97AD7E1AA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uk-UA" noProof="0" dirty="0"/>
            </a:p>
          </p:txBody>
        </p:sp>
      </p:grpSp>
      <p:sp>
        <p:nvSpPr>
          <p:cNvPr id="368" name="Graphic 212">
            <a:extLst>
              <a:ext uri="{FF2B5EF4-FFF2-40B4-BE49-F238E27FC236}">
                <a16:creationId xmlns:a16="http://schemas.microsoft.com/office/drawing/2014/main" id="{7CE98B01-ED41-482F-AFA1-19C7FA7C04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02502" y="629793"/>
            <a:ext cx="914565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uk-UA" noProof="0" dirty="0">
              <a:solidFill>
                <a:schemeClr val="lt1"/>
              </a:solidFill>
            </a:endParaRPr>
          </a:p>
        </p:txBody>
      </p:sp>
      <p:sp>
        <p:nvSpPr>
          <p:cNvPr id="369" name="Graphic 212">
            <a:extLst>
              <a:ext uri="{FF2B5EF4-FFF2-40B4-BE49-F238E27FC236}">
                <a16:creationId xmlns:a16="http://schemas.microsoft.com/office/drawing/2014/main" id="{B9CABDD0-8DF6-4974-A224-9A2A81778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02502" y="629793"/>
            <a:ext cx="914565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uk-UA" noProof="0" dirty="0">
              <a:solidFill>
                <a:schemeClr val="lt1"/>
              </a:solidFill>
            </a:endParaRPr>
          </a:p>
        </p:txBody>
      </p:sp>
      <p:grpSp>
        <p:nvGrpSpPr>
          <p:cNvPr id="370" name="Graphic 4">
            <a:extLst>
              <a:ext uri="{FF2B5EF4-FFF2-40B4-BE49-F238E27FC236}">
                <a16:creationId xmlns:a16="http://schemas.microsoft.com/office/drawing/2014/main" id="{D6E8B984-55B9-4A62-A043-997D00F0AE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532680" y="5188771"/>
            <a:ext cx="1076787" cy="1076789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371" name="Freeform: Shape 24">
              <a:extLst>
                <a:ext uri="{FF2B5EF4-FFF2-40B4-BE49-F238E27FC236}">
                  <a16:creationId xmlns:a16="http://schemas.microsoft.com/office/drawing/2014/main" id="{D4FAF4A8-82EB-4F6F-B601-43EBF0BD12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uk-UA" noProof="0" dirty="0"/>
            </a:p>
          </p:txBody>
        </p:sp>
        <p:sp>
          <p:nvSpPr>
            <p:cNvPr id="372" name="Freeform: Shape 25">
              <a:extLst>
                <a:ext uri="{FF2B5EF4-FFF2-40B4-BE49-F238E27FC236}">
                  <a16:creationId xmlns:a16="http://schemas.microsoft.com/office/drawing/2014/main" id="{26F2473F-E069-4558-9B41-E285BBE030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uk-UA" noProof="0" dirty="0"/>
            </a:p>
          </p:txBody>
        </p:sp>
        <p:sp>
          <p:nvSpPr>
            <p:cNvPr id="373" name="Freeform: Shape 26">
              <a:extLst>
                <a:ext uri="{FF2B5EF4-FFF2-40B4-BE49-F238E27FC236}">
                  <a16:creationId xmlns:a16="http://schemas.microsoft.com/office/drawing/2014/main" id="{FC9A4A76-2C9F-486C-9663-6A30A022DE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uk-UA" noProof="0" dirty="0"/>
            </a:p>
          </p:txBody>
        </p:sp>
        <p:sp>
          <p:nvSpPr>
            <p:cNvPr id="374" name="Freeform: Shape 27">
              <a:extLst>
                <a:ext uri="{FF2B5EF4-FFF2-40B4-BE49-F238E27FC236}">
                  <a16:creationId xmlns:a16="http://schemas.microsoft.com/office/drawing/2014/main" id="{88431DC7-D4CB-479A-AFA4-5B0C597A2E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uk-UA" noProof="0" dirty="0"/>
            </a:p>
          </p:txBody>
        </p:sp>
        <p:sp>
          <p:nvSpPr>
            <p:cNvPr id="375" name="Freeform: Shape 28">
              <a:extLst>
                <a:ext uri="{FF2B5EF4-FFF2-40B4-BE49-F238E27FC236}">
                  <a16:creationId xmlns:a16="http://schemas.microsoft.com/office/drawing/2014/main" id="{30755DA1-6F28-4612-A4A7-B915468C6D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uk-UA" noProof="0" dirty="0"/>
            </a:p>
          </p:txBody>
        </p:sp>
        <p:sp>
          <p:nvSpPr>
            <p:cNvPr id="376" name="Freeform: Shape 29">
              <a:extLst>
                <a:ext uri="{FF2B5EF4-FFF2-40B4-BE49-F238E27FC236}">
                  <a16:creationId xmlns:a16="http://schemas.microsoft.com/office/drawing/2014/main" id="{4616ED79-5475-49E6-A5FE-8D9DB12FB0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uk-UA" noProof="0" dirty="0"/>
            </a:p>
          </p:txBody>
        </p:sp>
        <p:sp>
          <p:nvSpPr>
            <p:cNvPr id="377" name="Freeform: Shape 30">
              <a:extLst>
                <a:ext uri="{FF2B5EF4-FFF2-40B4-BE49-F238E27FC236}">
                  <a16:creationId xmlns:a16="http://schemas.microsoft.com/office/drawing/2014/main" id="{21DCEB47-7140-4682-8DBF-7667BE28FC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uk-UA" noProof="0" dirty="0"/>
            </a:p>
          </p:txBody>
        </p:sp>
        <p:sp>
          <p:nvSpPr>
            <p:cNvPr id="378" name="Freeform: Shape 31">
              <a:extLst>
                <a:ext uri="{FF2B5EF4-FFF2-40B4-BE49-F238E27FC236}">
                  <a16:creationId xmlns:a16="http://schemas.microsoft.com/office/drawing/2014/main" id="{EA931BD3-5A56-42F2-B6B5-647B28D1CF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uk-UA" noProof="0" dirty="0"/>
            </a:p>
          </p:txBody>
        </p:sp>
        <p:sp>
          <p:nvSpPr>
            <p:cNvPr id="379" name="Freeform: Shape 32">
              <a:extLst>
                <a:ext uri="{FF2B5EF4-FFF2-40B4-BE49-F238E27FC236}">
                  <a16:creationId xmlns:a16="http://schemas.microsoft.com/office/drawing/2014/main" id="{820E4C8E-4190-498D-9556-6DA668A81F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uk-UA" noProof="0" dirty="0"/>
            </a:p>
          </p:txBody>
        </p:sp>
        <p:sp>
          <p:nvSpPr>
            <p:cNvPr id="380" name="Freeform: Shape 33">
              <a:extLst>
                <a:ext uri="{FF2B5EF4-FFF2-40B4-BE49-F238E27FC236}">
                  <a16:creationId xmlns:a16="http://schemas.microsoft.com/office/drawing/2014/main" id="{54B2F30F-0B57-4D60-A087-CD6A471F68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uk-UA" noProof="0" dirty="0"/>
            </a:p>
          </p:txBody>
        </p:sp>
        <p:sp>
          <p:nvSpPr>
            <p:cNvPr id="381" name="Freeform: Shape 34">
              <a:extLst>
                <a:ext uri="{FF2B5EF4-FFF2-40B4-BE49-F238E27FC236}">
                  <a16:creationId xmlns:a16="http://schemas.microsoft.com/office/drawing/2014/main" id="{FC5E8C73-ED41-4214-AEE6-3C5F493846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uk-UA" noProof="0" dirty="0"/>
            </a:p>
          </p:txBody>
        </p:sp>
        <p:sp>
          <p:nvSpPr>
            <p:cNvPr id="382" name="Freeform: Shape 35">
              <a:extLst>
                <a:ext uri="{FF2B5EF4-FFF2-40B4-BE49-F238E27FC236}">
                  <a16:creationId xmlns:a16="http://schemas.microsoft.com/office/drawing/2014/main" id="{B1F94534-FE3E-476C-870B-E714E4A668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uk-UA" noProof="0" dirty="0"/>
            </a:p>
          </p:txBody>
        </p:sp>
        <p:sp>
          <p:nvSpPr>
            <p:cNvPr id="383" name="Freeform: Shape 36">
              <a:extLst>
                <a:ext uri="{FF2B5EF4-FFF2-40B4-BE49-F238E27FC236}">
                  <a16:creationId xmlns:a16="http://schemas.microsoft.com/office/drawing/2014/main" id="{8DE6C1B0-4D58-4937-B2B7-B1207CA18F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uk-UA" noProof="0" dirty="0"/>
            </a:p>
          </p:txBody>
        </p:sp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FF5CE77-EB03-3693-AEAB-FDE8151D3D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91619"/>
            <a:ext cx="4905401" cy="4042196"/>
          </a:xfrm>
        </p:spPr>
        <p:txBody>
          <a:bodyPr>
            <a:normAutofit/>
          </a:bodyPr>
          <a:lstStyle/>
          <a:p>
            <a:pPr algn="ctr"/>
            <a:r>
              <a:rPr lang="uk-UA" noProof="0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Операційна система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F225315D-23B1-DE1D-2EBA-69997F933D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7270" y="1130846"/>
            <a:ext cx="5473527" cy="4351338"/>
          </a:xfrm>
        </p:spPr>
        <p:txBody>
          <a:bodyPr>
            <a:normAutofit/>
          </a:bodyPr>
          <a:lstStyle/>
          <a:p>
            <a:pPr algn="just">
              <a:buNone/>
            </a:pPr>
            <a:r>
              <a:rPr lang="uk-UA" sz="1800" noProof="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         Операційна система (ОС, </a:t>
            </a:r>
            <a:r>
              <a:rPr lang="uk-UA" sz="1800" noProof="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англ</a:t>
            </a:r>
            <a:r>
              <a:rPr lang="uk-UA" sz="1800" noProof="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. </a:t>
            </a:r>
            <a:r>
              <a:rPr lang="uk-UA" sz="1800" i="1" noProof="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operating</a:t>
            </a:r>
            <a:r>
              <a:rPr lang="uk-UA" sz="1800" i="1" noProof="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uk-UA" sz="1800" i="1" noProof="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system</a:t>
            </a:r>
            <a:r>
              <a:rPr lang="uk-UA" sz="1800" noProof="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</a:t>
            </a:r>
            <a:r>
              <a:rPr lang="uk-UA" sz="1800" b="1" noProof="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OS</a:t>
            </a:r>
            <a:r>
              <a:rPr lang="uk-UA" sz="1800" noProof="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) — це базовий комплекс програм, що керує апаратною частиною комп’ютера або віртуальної машини, забезпечує управління обчислювальним процесом і організовує взаємодію з користувачем.</a:t>
            </a:r>
          </a:p>
          <a:p>
            <a:pPr algn="just">
              <a:buNone/>
            </a:pPr>
            <a:r>
              <a:rPr lang="uk-UA" sz="1800" noProof="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         Операційна система зазвичай складається з ядра ОС та базового набору прикладних програм. У більшості випадків усі взаємодії користувача з операційною системою здійснюються саме за допомогою цих прикладних програм. Проте в деяких ситуаціях виникає потреба створювати додаткові скрипти для вирішення завдань взаємодії з ОС.</a:t>
            </a:r>
          </a:p>
        </p:txBody>
      </p:sp>
    </p:spTree>
    <p:extLst>
      <p:ext uri="{BB962C8B-B14F-4D97-AF65-F5344CB8AC3E}">
        <p14:creationId xmlns:p14="http://schemas.microsoft.com/office/powerpoint/2010/main" val="302202327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C6D09588-9668-4D38-8AD4-C27CF2B2D4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noProof="0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727A63E-239C-E448-886C-7649DF391E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498512"/>
            <a:ext cx="8740774" cy="1323439"/>
          </a:xfrm>
        </p:spPr>
        <p:txBody>
          <a:bodyPr anchor="t">
            <a:normAutofit/>
          </a:bodyPr>
          <a:lstStyle/>
          <a:p>
            <a:r>
              <a:rPr lang="uk-UA" sz="4000" noProof="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Модулі для роботи з ОС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F354172D-E44E-765D-9081-8A097BFC09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3003160"/>
            <a:ext cx="9900921" cy="24543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uk-UA" sz="1500" noProof="0" dirty="0" err="1">
                <a:solidFill>
                  <a:schemeClr val="tx1">
                    <a:alpha val="8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Python</a:t>
            </a:r>
            <a:r>
              <a:rPr lang="uk-UA" sz="1500" noProof="0" dirty="0">
                <a:solidFill>
                  <a:schemeClr val="tx1">
                    <a:alpha val="8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як й інші мови програмування, надає спеціальні модулі для використання можливостей операційної системи. Проте, великою перевагою модулів у </a:t>
            </a:r>
            <a:r>
              <a:rPr lang="uk-UA" sz="1500" noProof="0" dirty="0" err="1">
                <a:solidFill>
                  <a:schemeClr val="tx1">
                    <a:alpha val="8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Python</a:t>
            </a:r>
            <a:r>
              <a:rPr lang="uk-UA" sz="1500" noProof="0" dirty="0">
                <a:solidFill>
                  <a:schemeClr val="tx1">
                    <a:alpha val="8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є їхня крос-</a:t>
            </a:r>
            <a:r>
              <a:rPr lang="uk-UA" sz="1500" noProof="0" dirty="0" err="1">
                <a:solidFill>
                  <a:schemeClr val="tx1">
                    <a:alpha val="8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платформність</a:t>
            </a:r>
            <a:r>
              <a:rPr lang="uk-UA" sz="1500" noProof="0" dirty="0">
                <a:solidFill>
                  <a:schemeClr val="tx1">
                    <a:alpha val="8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.</a:t>
            </a:r>
          </a:p>
          <a:p>
            <a:pPr marL="0" indent="0">
              <a:buNone/>
            </a:pPr>
            <a:r>
              <a:rPr lang="uk-UA" sz="1500" noProof="0" dirty="0">
                <a:solidFill>
                  <a:schemeClr val="tx1">
                    <a:alpha val="8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Деякі популярні модулі для роботи з ОС у </a:t>
            </a:r>
            <a:r>
              <a:rPr lang="uk-UA" sz="1500" noProof="0" dirty="0" err="1">
                <a:solidFill>
                  <a:schemeClr val="tx1">
                    <a:alpha val="8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Python</a:t>
            </a:r>
            <a:r>
              <a:rPr lang="uk-UA" sz="1500" noProof="0" dirty="0">
                <a:solidFill>
                  <a:schemeClr val="tx1">
                    <a:alpha val="8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:</a:t>
            </a:r>
          </a:p>
          <a:p>
            <a:r>
              <a:rPr lang="uk-UA" sz="1500" noProof="0" dirty="0" err="1">
                <a:solidFill>
                  <a:schemeClr val="tx1">
                    <a:alpha val="8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sys</a:t>
            </a:r>
            <a:endParaRPr lang="uk-UA" sz="1500" noProof="0" dirty="0">
              <a:solidFill>
                <a:schemeClr val="tx1">
                  <a:alpha val="80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r>
              <a:rPr lang="uk-UA" sz="1500" noProof="0" dirty="0" err="1">
                <a:solidFill>
                  <a:schemeClr val="tx1">
                    <a:alpha val="8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os</a:t>
            </a:r>
            <a:endParaRPr lang="uk-UA" sz="1500" noProof="0" dirty="0">
              <a:solidFill>
                <a:schemeClr val="tx1">
                  <a:alpha val="80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r>
              <a:rPr lang="uk-UA" sz="1500" noProof="0" dirty="0" err="1">
                <a:solidFill>
                  <a:schemeClr val="tx1">
                    <a:alpha val="8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glob</a:t>
            </a:r>
            <a:endParaRPr lang="uk-UA" sz="1500" noProof="0" dirty="0">
              <a:solidFill>
                <a:schemeClr val="tx1">
                  <a:alpha val="80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r>
              <a:rPr lang="en-US" sz="1500" noProof="0" dirty="0">
                <a:solidFill>
                  <a:schemeClr val="tx1">
                    <a:alpha val="8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</a:t>
            </a:r>
            <a:r>
              <a:rPr lang="uk-UA" sz="1500" noProof="0" dirty="0" err="1">
                <a:solidFill>
                  <a:schemeClr val="tx1">
                    <a:alpha val="8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hutil</a:t>
            </a:r>
            <a:endParaRPr lang="uk-UA" sz="1500" noProof="0" dirty="0">
              <a:solidFill>
                <a:schemeClr val="tx1">
                  <a:alpha val="80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r>
              <a:rPr lang="en-US" sz="1500" noProof="0" dirty="0" err="1">
                <a:solidFill>
                  <a:schemeClr val="tx1">
                    <a:alpha val="8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pathlib</a:t>
            </a:r>
            <a:endParaRPr lang="uk-UA" sz="1500" noProof="0" dirty="0">
              <a:solidFill>
                <a:schemeClr val="tx1">
                  <a:alpha val="80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95A28492-272D-4814-AE2C-61575C989E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6142518"/>
            <a:ext cx="10455568" cy="715482"/>
            <a:chOff x="0" y="6142518"/>
            <a:chExt cx="10455568" cy="715482"/>
          </a:xfrm>
          <a:effectLst>
            <a:outerShdw blurRad="381000" dist="152400" dir="16200000" algn="ctr" rotWithShape="0">
              <a:srgbClr val="000000">
                <a:alpha val="10000"/>
              </a:srgbClr>
            </a:outerShdw>
          </a:effectLst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4F778866-9933-4309-8E11-F83DDDBB10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17789" y="6848400"/>
              <a:ext cx="153399" cy="9600"/>
            </a:xfrm>
            <a:custGeom>
              <a:avLst/>
              <a:gdLst>
                <a:gd name="connsiteX0" fmla="*/ 92746 w 153399"/>
                <a:gd name="connsiteY0" fmla="*/ 43 h 9600"/>
                <a:gd name="connsiteX1" fmla="*/ 144918 w 153399"/>
                <a:gd name="connsiteY1" fmla="*/ 6433 h 9600"/>
                <a:gd name="connsiteX2" fmla="*/ 153399 w 153399"/>
                <a:gd name="connsiteY2" fmla="*/ 9600 h 9600"/>
                <a:gd name="connsiteX3" fmla="*/ 0 w 153399"/>
                <a:gd name="connsiteY3" fmla="*/ 9600 h 9600"/>
                <a:gd name="connsiteX4" fmla="*/ 26678 w 153399"/>
                <a:gd name="connsiteY4" fmla="*/ 6286 h 9600"/>
                <a:gd name="connsiteX5" fmla="*/ 92746 w 153399"/>
                <a:gd name="connsiteY5" fmla="*/ 43 h 9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3399" h="9600">
                  <a:moveTo>
                    <a:pt x="92746" y="43"/>
                  </a:moveTo>
                  <a:cubicBezTo>
                    <a:pt x="111004" y="-358"/>
                    <a:pt x="128295" y="2072"/>
                    <a:pt x="144918" y="6433"/>
                  </a:cubicBezTo>
                  <a:lnTo>
                    <a:pt x="153399" y="9600"/>
                  </a:lnTo>
                  <a:lnTo>
                    <a:pt x="0" y="9600"/>
                  </a:lnTo>
                  <a:lnTo>
                    <a:pt x="26678" y="6286"/>
                  </a:lnTo>
                  <a:cubicBezTo>
                    <a:pt x="48667" y="3255"/>
                    <a:pt x="70647" y="552"/>
                    <a:pt x="92746" y="43"/>
                  </a:cubicBezTo>
                  <a:close/>
                </a:path>
              </a:pathLst>
            </a:custGeom>
            <a:blipFill dpi="0" rotWithShape="1">
              <a:blip r:embed="rId2">
                <a:alphaModFix amt="57000"/>
              </a:blip>
              <a:srcRect/>
              <a:tile tx="0" ty="0" sx="100000" sy="100000" flip="none" algn="tl"/>
            </a:blip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uk-UA" noProof="0" dirty="0"/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6D21D106-ABCB-4A50-84B3-D35C3B2B67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10800000" flipH="1">
              <a:off x="0" y="6142518"/>
              <a:ext cx="10455568" cy="715481"/>
              <a:chOff x="0" y="0"/>
              <a:chExt cx="10455568" cy="715481"/>
            </a:xfrm>
          </p:grpSpPr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65E4ED97-1207-4104-A25F-8791916BF24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2"/>
                <a:ext cx="10455568" cy="715479"/>
              </a:xfrm>
              <a:custGeom>
                <a:avLst/>
                <a:gdLst>
                  <a:gd name="connsiteX0" fmla="*/ 0 w 10455568"/>
                  <a:gd name="connsiteY0" fmla="*/ 0 h 715479"/>
                  <a:gd name="connsiteX1" fmla="*/ 10455568 w 10455568"/>
                  <a:gd name="connsiteY1" fmla="*/ 0 h 715479"/>
                  <a:gd name="connsiteX2" fmla="*/ 10434629 w 10455568"/>
                  <a:gd name="connsiteY2" fmla="*/ 8947 h 715479"/>
                  <a:gd name="connsiteX3" fmla="*/ 10249341 w 10455568"/>
                  <a:gd name="connsiteY3" fmla="*/ 73146 h 715479"/>
                  <a:gd name="connsiteX4" fmla="*/ 10172148 w 10455568"/>
                  <a:gd name="connsiteY4" fmla="*/ 103170 h 715479"/>
                  <a:gd name="connsiteX5" fmla="*/ 9994576 w 10455568"/>
                  <a:gd name="connsiteY5" fmla="*/ 156647 h 715479"/>
                  <a:gd name="connsiteX6" fmla="*/ 9894474 w 10455568"/>
                  <a:gd name="connsiteY6" fmla="*/ 192604 h 715479"/>
                  <a:gd name="connsiteX7" fmla="*/ 9647603 w 10455568"/>
                  <a:gd name="connsiteY7" fmla="*/ 242354 h 715479"/>
                  <a:gd name="connsiteX8" fmla="*/ 9392533 w 10455568"/>
                  <a:gd name="connsiteY8" fmla="*/ 291498 h 715479"/>
                  <a:gd name="connsiteX9" fmla="*/ 9252019 w 10455568"/>
                  <a:gd name="connsiteY9" fmla="*/ 311564 h 715479"/>
                  <a:gd name="connsiteX10" fmla="*/ 9129899 w 10455568"/>
                  <a:gd name="connsiteY10" fmla="*/ 336497 h 715479"/>
                  <a:gd name="connsiteX11" fmla="*/ 9023312 w 10455568"/>
                  <a:gd name="connsiteY11" fmla="*/ 354253 h 715479"/>
                  <a:gd name="connsiteX12" fmla="*/ 8853949 w 10455568"/>
                  <a:gd name="connsiteY12" fmla="*/ 387064 h 715479"/>
                  <a:gd name="connsiteX13" fmla="*/ 8783278 w 10455568"/>
                  <a:gd name="connsiteY13" fmla="*/ 397418 h 715479"/>
                  <a:gd name="connsiteX14" fmla="*/ 8615640 w 10455568"/>
                  <a:gd name="connsiteY14" fmla="*/ 408552 h 715479"/>
                  <a:gd name="connsiteX15" fmla="*/ 8557154 w 10455568"/>
                  <a:gd name="connsiteY15" fmla="*/ 409627 h 715479"/>
                  <a:gd name="connsiteX16" fmla="*/ 8442474 w 10455568"/>
                  <a:gd name="connsiteY16" fmla="*/ 381318 h 715479"/>
                  <a:gd name="connsiteX17" fmla="*/ 8428959 w 10455568"/>
                  <a:gd name="connsiteY17" fmla="*/ 379618 h 715479"/>
                  <a:gd name="connsiteX18" fmla="*/ 8354329 w 10455568"/>
                  <a:gd name="connsiteY18" fmla="*/ 370428 h 715479"/>
                  <a:gd name="connsiteX19" fmla="*/ 8313705 w 10455568"/>
                  <a:gd name="connsiteY19" fmla="*/ 368535 h 715479"/>
                  <a:gd name="connsiteX20" fmla="*/ 8158571 w 10455568"/>
                  <a:gd name="connsiteY20" fmla="*/ 349396 h 715479"/>
                  <a:gd name="connsiteX21" fmla="*/ 8069467 w 10455568"/>
                  <a:gd name="connsiteY21" fmla="*/ 341485 h 715479"/>
                  <a:gd name="connsiteX22" fmla="*/ 7998265 w 10455568"/>
                  <a:gd name="connsiteY22" fmla="*/ 348379 h 715479"/>
                  <a:gd name="connsiteX23" fmla="*/ 7873167 w 10455568"/>
                  <a:gd name="connsiteY23" fmla="*/ 359529 h 715479"/>
                  <a:gd name="connsiteX24" fmla="*/ 7833600 w 10455568"/>
                  <a:gd name="connsiteY24" fmla="*/ 368926 h 715479"/>
                  <a:gd name="connsiteX25" fmla="*/ 7651338 w 10455568"/>
                  <a:gd name="connsiteY25" fmla="*/ 362121 h 715479"/>
                  <a:gd name="connsiteX26" fmla="*/ 7548003 w 10455568"/>
                  <a:gd name="connsiteY26" fmla="*/ 367710 h 715479"/>
                  <a:gd name="connsiteX27" fmla="*/ 7430093 w 10455568"/>
                  <a:gd name="connsiteY27" fmla="*/ 351855 h 715479"/>
                  <a:gd name="connsiteX28" fmla="*/ 7396245 w 10455568"/>
                  <a:gd name="connsiteY28" fmla="*/ 355328 h 715479"/>
                  <a:gd name="connsiteX29" fmla="*/ 7358394 w 10455568"/>
                  <a:gd name="connsiteY29" fmla="*/ 359950 h 715479"/>
                  <a:gd name="connsiteX30" fmla="*/ 7241933 w 10455568"/>
                  <a:gd name="connsiteY30" fmla="*/ 369637 h 715479"/>
                  <a:gd name="connsiteX31" fmla="*/ 7171767 w 10455568"/>
                  <a:gd name="connsiteY31" fmla="*/ 383160 h 715479"/>
                  <a:gd name="connsiteX32" fmla="*/ 7036569 w 10455568"/>
                  <a:gd name="connsiteY32" fmla="*/ 387132 h 715479"/>
                  <a:gd name="connsiteX33" fmla="*/ 6987200 w 10455568"/>
                  <a:gd name="connsiteY33" fmla="*/ 398073 h 715479"/>
                  <a:gd name="connsiteX34" fmla="*/ 6861115 w 10455568"/>
                  <a:gd name="connsiteY34" fmla="*/ 407542 h 715479"/>
                  <a:gd name="connsiteX35" fmla="*/ 6747718 w 10455568"/>
                  <a:gd name="connsiteY35" fmla="*/ 410900 h 715479"/>
                  <a:gd name="connsiteX36" fmla="*/ 6638839 w 10455568"/>
                  <a:gd name="connsiteY36" fmla="*/ 420654 h 715479"/>
                  <a:gd name="connsiteX37" fmla="*/ 6561486 w 10455568"/>
                  <a:gd name="connsiteY37" fmla="*/ 435540 h 715479"/>
                  <a:gd name="connsiteX38" fmla="*/ 6477200 w 10455568"/>
                  <a:gd name="connsiteY38" fmla="*/ 447113 h 715479"/>
                  <a:gd name="connsiteX39" fmla="*/ 6246111 w 10455568"/>
                  <a:gd name="connsiteY39" fmla="*/ 497537 h 715479"/>
                  <a:gd name="connsiteX40" fmla="*/ 6202328 w 10455568"/>
                  <a:gd name="connsiteY40" fmla="*/ 492074 h 715479"/>
                  <a:gd name="connsiteX41" fmla="*/ 5956458 w 10455568"/>
                  <a:gd name="connsiteY41" fmla="*/ 500965 h 715479"/>
                  <a:gd name="connsiteX42" fmla="*/ 5903139 w 10455568"/>
                  <a:gd name="connsiteY42" fmla="*/ 505186 h 715479"/>
                  <a:gd name="connsiteX43" fmla="*/ 5757547 w 10455568"/>
                  <a:gd name="connsiteY43" fmla="*/ 480730 h 715479"/>
                  <a:gd name="connsiteX44" fmla="*/ 5540270 w 10455568"/>
                  <a:gd name="connsiteY44" fmla="*/ 550023 h 715479"/>
                  <a:gd name="connsiteX45" fmla="*/ 5338128 w 10455568"/>
                  <a:gd name="connsiteY45" fmla="*/ 631974 h 715479"/>
                  <a:gd name="connsiteX46" fmla="*/ 5312622 w 10455568"/>
                  <a:gd name="connsiteY46" fmla="*/ 642454 h 715479"/>
                  <a:gd name="connsiteX47" fmla="*/ 5239393 w 10455568"/>
                  <a:gd name="connsiteY47" fmla="*/ 662307 h 715479"/>
                  <a:gd name="connsiteX48" fmla="*/ 5147821 w 10455568"/>
                  <a:gd name="connsiteY48" fmla="*/ 673791 h 715479"/>
                  <a:gd name="connsiteX49" fmla="*/ 5032111 w 10455568"/>
                  <a:gd name="connsiteY49" fmla="*/ 694497 h 715479"/>
                  <a:gd name="connsiteX50" fmla="*/ 4937648 w 10455568"/>
                  <a:gd name="connsiteY50" fmla="*/ 684913 h 715479"/>
                  <a:gd name="connsiteX51" fmla="*/ 4805529 w 10455568"/>
                  <a:gd name="connsiteY51" fmla="*/ 670032 h 715479"/>
                  <a:gd name="connsiteX52" fmla="*/ 4681029 w 10455568"/>
                  <a:gd name="connsiteY52" fmla="*/ 655792 h 715479"/>
                  <a:gd name="connsiteX53" fmla="*/ 4643990 w 10455568"/>
                  <a:gd name="connsiteY53" fmla="*/ 685120 h 715479"/>
                  <a:gd name="connsiteX54" fmla="*/ 4585542 w 10455568"/>
                  <a:gd name="connsiteY54" fmla="*/ 712411 h 715479"/>
                  <a:gd name="connsiteX55" fmla="*/ 4516947 w 10455568"/>
                  <a:gd name="connsiteY55" fmla="*/ 689117 h 715479"/>
                  <a:gd name="connsiteX56" fmla="*/ 4356995 w 10455568"/>
                  <a:gd name="connsiteY56" fmla="*/ 642048 h 715479"/>
                  <a:gd name="connsiteX57" fmla="*/ 4258219 w 10455568"/>
                  <a:gd name="connsiteY57" fmla="*/ 646156 h 715479"/>
                  <a:gd name="connsiteX58" fmla="*/ 4042233 w 10455568"/>
                  <a:gd name="connsiteY58" fmla="*/ 636117 h 715479"/>
                  <a:gd name="connsiteX59" fmla="*/ 3899777 w 10455568"/>
                  <a:gd name="connsiteY59" fmla="*/ 610576 h 715479"/>
                  <a:gd name="connsiteX60" fmla="*/ 3796441 w 10455568"/>
                  <a:gd name="connsiteY60" fmla="*/ 577707 h 715479"/>
                  <a:gd name="connsiteX61" fmla="*/ 3648774 w 10455568"/>
                  <a:gd name="connsiteY61" fmla="*/ 535623 h 715479"/>
                  <a:gd name="connsiteX62" fmla="*/ 3502227 w 10455568"/>
                  <a:gd name="connsiteY62" fmla="*/ 518518 h 715479"/>
                  <a:gd name="connsiteX63" fmla="*/ 3395228 w 10455568"/>
                  <a:gd name="connsiteY63" fmla="*/ 491723 h 715479"/>
                  <a:gd name="connsiteX64" fmla="*/ 3265757 w 10455568"/>
                  <a:gd name="connsiteY64" fmla="*/ 477242 h 715479"/>
                  <a:gd name="connsiteX65" fmla="*/ 3158404 w 10455568"/>
                  <a:gd name="connsiteY65" fmla="*/ 483689 h 715479"/>
                  <a:gd name="connsiteX66" fmla="*/ 2990483 w 10455568"/>
                  <a:gd name="connsiteY66" fmla="*/ 499212 h 715479"/>
                  <a:gd name="connsiteX67" fmla="*/ 2779802 w 10455568"/>
                  <a:gd name="connsiteY67" fmla="*/ 443069 h 715479"/>
                  <a:gd name="connsiteX68" fmla="*/ 2695508 w 10455568"/>
                  <a:gd name="connsiteY68" fmla="*/ 433082 h 715479"/>
                  <a:gd name="connsiteX69" fmla="*/ 2616713 w 10455568"/>
                  <a:gd name="connsiteY69" fmla="*/ 431172 h 715479"/>
                  <a:gd name="connsiteX70" fmla="*/ 2447364 w 10455568"/>
                  <a:gd name="connsiteY70" fmla="*/ 395810 h 715479"/>
                  <a:gd name="connsiteX71" fmla="*/ 2378751 w 10455568"/>
                  <a:gd name="connsiteY71" fmla="*/ 385044 h 715479"/>
                  <a:gd name="connsiteX72" fmla="*/ 2284230 w 10455568"/>
                  <a:gd name="connsiteY72" fmla="*/ 391782 h 715479"/>
                  <a:gd name="connsiteX73" fmla="*/ 2110801 w 10455568"/>
                  <a:gd name="connsiteY73" fmla="*/ 382042 h 715479"/>
                  <a:gd name="connsiteX74" fmla="*/ 1934854 w 10455568"/>
                  <a:gd name="connsiteY74" fmla="*/ 331108 h 715479"/>
                  <a:gd name="connsiteX75" fmla="*/ 1862479 w 10455568"/>
                  <a:gd name="connsiteY75" fmla="*/ 342158 h 715479"/>
                  <a:gd name="connsiteX76" fmla="*/ 1836283 w 10455568"/>
                  <a:gd name="connsiteY76" fmla="*/ 342488 h 715479"/>
                  <a:gd name="connsiteX77" fmla="*/ 1599327 w 10455568"/>
                  <a:gd name="connsiteY77" fmla="*/ 323970 h 715479"/>
                  <a:gd name="connsiteX78" fmla="*/ 1575578 w 10455568"/>
                  <a:gd name="connsiteY78" fmla="*/ 321802 h 715479"/>
                  <a:gd name="connsiteX79" fmla="*/ 1463288 w 10455568"/>
                  <a:gd name="connsiteY79" fmla="*/ 298576 h 715479"/>
                  <a:gd name="connsiteX80" fmla="*/ 1184165 w 10455568"/>
                  <a:gd name="connsiteY80" fmla="*/ 298373 h 715479"/>
                  <a:gd name="connsiteX81" fmla="*/ 1166899 w 10455568"/>
                  <a:gd name="connsiteY81" fmla="*/ 297220 h 715479"/>
                  <a:gd name="connsiteX82" fmla="*/ 1074855 w 10455568"/>
                  <a:gd name="connsiteY82" fmla="*/ 318934 h 715479"/>
                  <a:gd name="connsiteX83" fmla="*/ 1030232 w 10455568"/>
                  <a:gd name="connsiteY83" fmla="*/ 343829 h 715479"/>
                  <a:gd name="connsiteX84" fmla="*/ 959854 w 10455568"/>
                  <a:gd name="connsiteY84" fmla="*/ 371351 h 715479"/>
                  <a:gd name="connsiteX85" fmla="*/ 887350 w 10455568"/>
                  <a:gd name="connsiteY85" fmla="*/ 384742 h 715479"/>
                  <a:gd name="connsiteX86" fmla="*/ 762349 w 10455568"/>
                  <a:gd name="connsiteY86" fmla="*/ 358882 h 715479"/>
                  <a:gd name="connsiteX87" fmla="*/ 717454 w 10455568"/>
                  <a:gd name="connsiteY87" fmla="*/ 358448 h 715479"/>
                  <a:gd name="connsiteX88" fmla="*/ 616859 w 10455568"/>
                  <a:gd name="connsiteY88" fmla="*/ 348700 h 715479"/>
                  <a:gd name="connsiteX89" fmla="*/ 529939 w 10455568"/>
                  <a:gd name="connsiteY89" fmla="*/ 355789 h 715479"/>
                  <a:gd name="connsiteX90" fmla="*/ 461851 w 10455568"/>
                  <a:gd name="connsiteY90" fmla="*/ 386945 h 715479"/>
                  <a:gd name="connsiteX91" fmla="*/ 360707 w 10455568"/>
                  <a:gd name="connsiteY91" fmla="*/ 399082 h 715479"/>
                  <a:gd name="connsiteX92" fmla="*/ 293863 w 10455568"/>
                  <a:gd name="connsiteY92" fmla="*/ 384410 h 715479"/>
                  <a:gd name="connsiteX93" fmla="*/ 280347 w 10455568"/>
                  <a:gd name="connsiteY93" fmla="*/ 382711 h 715479"/>
                  <a:gd name="connsiteX94" fmla="*/ 108881 w 10455568"/>
                  <a:gd name="connsiteY94" fmla="*/ 393231 h 715479"/>
                  <a:gd name="connsiteX95" fmla="*/ 53435 w 10455568"/>
                  <a:gd name="connsiteY95" fmla="*/ 397222 h 715479"/>
                  <a:gd name="connsiteX96" fmla="*/ 0 w 10455568"/>
                  <a:gd name="connsiteY96" fmla="*/ 409348 h 7154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</a:cxnLst>
                <a:rect l="l" t="t" r="r" b="b"/>
                <a:pathLst>
                  <a:path w="10455568" h="715479">
                    <a:moveTo>
                      <a:pt x="0" y="0"/>
                    </a:moveTo>
                    <a:lnTo>
                      <a:pt x="10455568" y="0"/>
                    </a:lnTo>
                    <a:lnTo>
                      <a:pt x="10434629" y="8947"/>
                    </a:lnTo>
                    <a:cubicBezTo>
                      <a:pt x="10373917" y="32898"/>
                      <a:pt x="10311087" y="51455"/>
                      <a:pt x="10249341" y="73146"/>
                    </a:cubicBezTo>
                    <a:cubicBezTo>
                      <a:pt x="10223176" y="82504"/>
                      <a:pt x="10198388" y="94974"/>
                      <a:pt x="10172148" y="103170"/>
                    </a:cubicBezTo>
                    <a:cubicBezTo>
                      <a:pt x="10113395" y="121743"/>
                      <a:pt x="10053617" y="138053"/>
                      <a:pt x="9994576" y="156647"/>
                    </a:cubicBezTo>
                    <a:cubicBezTo>
                      <a:pt x="9960929" y="167389"/>
                      <a:pt x="9928899" y="184724"/>
                      <a:pt x="9894474" y="192604"/>
                    </a:cubicBezTo>
                    <a:cubicBezTo>
                      <a:pt x="9812718" y="211289"/>
                      <a:pt x="9730121" y="226242"/>
                      <a:pt x="9647603" y="242354"/>
                    </a:cubicBezTo>
                    <a:cubicBezTo>
                      <a:pt x="9562500" y="258935"/>
                      <a:pt x="9477721" y="276078"/>
                      <a:pt x="9392533" y="291498"/>
                    </a:cubicBezTo>
                    <a:cubicBezTo>
                      <a:pt x="9345891" y="299632"/>
                      <a:pt x="9298681" y="303723"/>
                      <a:pt x="9252019" y="311564"/>
                    </a:cubicBezTo>
                    <a:cubicBezTo>
                      <a:pt x="9211115" y="318433"/>
                      <a:pt x="9170740" y="328758"/>
                      <a:pt x="9129899" y="336497"/>
                    </a:cubicBezTo>
                    <a:cubicBezTo>
                      <a:pt x="9094507" y="342987"/>
                      <a:pt x="9058706" y="347759"/>
                      <a:pt x="9023312" y="354253"/>
                    </a:cubicBezTo>
                    <a:cubicBezTo>
                      <a:pt x="8966639" y="364814"/>
                      <a:pt x="8910315" y="376230"/>
                      <a:pt x="8853949" y="387064"/>
                    </a:cubicBezTo>
                    <a:cubicBezTo>
                      <a:pt x="8830350" y="391295"/>
                      <a:pt x="8805902" y="400245"/>
                      <a:pt x="8783278" y="397418"/>
                    </a:cubicBezTo>
                    <a:cubicBezTo>
                      <a:pt x="8726267" y="390232"/>
                      <a:pt x="8671093" y="397198"/>
                      <a:pt x="8615640" y="408552"/>
                    </a:cubicBezTo>
                    <a:cubicBezTo>
                      <a:pt x="8596680" y="412471"/>
                      <a:pt x="8576049" y="413291"/>
                      <a:pt x="8557154" y="409627"/>
                    </a:cubicBezTo>
                    <a:cubicBezTo>
                      <a:pt x="8518491" y="402356"/>
                      <a:pt x="8480716" y="390947"/>
                      <a:pt x="8442474" y="381318"/>
                    </a:cubicBezTo>
                    <a:cubicBezTo>
                      <a:pt x="8438313" y="380145"/>
                      <a:pt x="8433365" y="380189"/>
                      <a:pt x="8428959" y="379618"/>
                    </a:cubicBezTo>
                    <a:cubicBezTo>
                      <a:pt x="8403970" y="376366"/>
                      <a:pt x="8379279" y="373098"/>
                      <a:pt x="8354329" y="370428"/>
                    </a:cubicBezTo>
                    <a:cubicBezTo>
                      <a:pt x="8340833" y="369017"/>
                      <a:pt x="8327184" y="369657"/>
                      <a:pt x="8313705" y="368535"/>
                    </a:cubicBezTo>
                    <a:cubicBezTo>
                      <a:pt x="8261532" y="363935"/>
                      <a:pt x="8205623" y="381441"/>
                      <a:pt x="8158571" y="349396"/>
                    </a:cubicBezTo>
                    <a:cubicBezTo>
                      <a:pt x="8128030" y="328752"/>
                      <a:pt x="8100257" y="335890"/>
                      <a:pt x="8069467" y="341485"/>
                    </a:cubicBezTo>
                    <a:cubicBezTo>
                      <a:pt x="8046153" y="345696"/>
                      <a:pt x="8022024" y="346466"/>
                      <a:pt x="7998265" y="348379"/>
                    </a:cubicBezTo>
                    <a:cubicBezTo>
                      <a:pt x="7956565" y="352093"/>
                      <a:pt x="7914826" y="355232"/>
                      <a:pt x="7873167" y="359529"/>
                    </a:cubicBezTo>
                    <a:cubicBezTo>
                      <a:pt x="7859864" y="361016"/>
                      <a:pt x="7846730" y="369197"/>
                      <a:pt x="7833600" y="368926"/>
                    </a:cubicBezTo>
                    <a:cubicBezTo>
                      <a:pt x="7772906" y="367528"/>
                      <a:pt x="7711993" y="362939"/>
                      <a:pt x="7651338" y="362121"/>
                    </a:cubicBezTo>
                    <a:cubicBezTo>
                      <a:pt x="7616924" y="361556"/>
                      <a:pt x="7582209" y="369456"/>
                      <a:pt x="7548003" y="367710"/>
                    </a:cubicBezTo>
                    <a:cubicBezTo>
                      <a:pt x="7508539" y="365739"/>
                      <a:pt x="7469448" y="356458"/>
                      <a:pt x="7430093" y="351855"/>
                    </a:cubicBezTo>
                    <a:cubicBezTo>
                      <a:pt x="7419227" y="350559"/>
                      <a:pt x="7407516" y="353979"/>
                      <a:pt x="7396245" y="355328"/>
                    </a:cubicBezTo>
                    <a:cubicBezTo>
                      <a:pt x="7383524" y="356781"/>
                      <a:pt x="7371134" y="358791"/>
                      <a:pt x="7358394" y="359950"/>
                    </a:cubicBezTo>
                    <a:cubicBezTo>
                      <a:pt x="7319573" y="363179"/>
                      <a:pt x="7280655" y="364958"/>
                      <a:pt x="7241933" y="369637"/>
                    </a:cubicBezTo>
                    <a:cubicBezTo>
                      <a:pt x="7218235" y="372418"/>
                      <a:pt x="7194108" y="386008"/>
                      <a:pt x="7171767" y="383160"/>
                    </a:cubicBezTo>
                    <a:cubicBezTo>
                      <a:pt x="7126248" y="377813"/>
                      <a:pt x="7082583" y="399728"/>
                      <a:pt x="7036569" y="387132"/>
                    </a:cubicBezTo>
                    <a:cubicBezTo>
                      <a:pt x="7022328" y="383442"/>
                      <a:pt x="7003983" y="396347"/>
                      <a:pt x="6987200" y="398073"/>
                    </a:cubicBezTo>
                    <a:cubicBezTo>
                      <a:pt x="6945251" y="402388"/>
                      <a:pt x="6903183" y="404965"/>
                      <a:pt x="6861115" y="407542"/>
                    </a:cubicBezTo>
                    <a:cubicBezTo>
                      <a:pt x="6823394" y="409822"/>
                      <a:pt x="6784520" y="416550"/>
                      <a:pt x="6747718" y="410900"/>
                    </a:cubicBezTo>
                    <a:cubicBezTo>
                      <a:pt x="6709137" y="404791"/>
                      <a:pt x="6674999" y="408284"/>
                      <a:pt x="6638839" y="420654"/>
                    </a:cubicBezTo>
                    <a:cubicBezTo>
                      <a:pt x="6614066" y="429044"/>
                      <a:pt x="6587444" y="431733"/>
                      <a:pt x="6561486" y="435540"/>
                    </a:cubicBezTo>
                    <a:cubicBezTo>
                      <a:pt x="6533513" y="439778"/>
                      <a:pt x="6502069" y="435804"/>
                      <a:pt x="6477200" y="447113"/>
                    </a:cubicBezTo>
                    <a:cubicBezTo>
                      <a:pt x="6403159" y="480713"/>
                      <a:pt x="6325566" y="492119"/>
                      <a:pt x="6246111" y="497537"/>
                    </a:cubicBezTo>
                    <a:cubicBezTo>
                      <a:pt x="6231608" y="498524"/>
                      <a:pt x="6216540" y="495475"/>
                      <a:pt x="6202328" y="492074"/>
                    </a:cubicBezTo>
                    <a:cubicBezTo>
                      <a:pt x="6119346" y="471508"/>
                      <a:pt x="6038018" y="479381"/>
                      <a:pt x="5956458" y="500965"/>
                    </a:cubicBezTo>
                    <a:cubicBezTo>
                      <a:pt x="5939584" y="505613"/>
                      <a:pt x="5920486" y="507499"/>
                      <a:pt x="5903139" y="505186"/>
                    </a:cubicBezTo>
                    <a:cubicBezTo>
                      <a:pt x="5854306" y="498315"/>
                      <a:pt x="5806470" y="484677"/>
                      <a:pt x="5757547" y="480730"/>
                    </a:cubicBezTo>
                    <a:cubicBezTo>
                      <a:pt x="5676701" y="474297"/>
                      <a:pt x="5610121" y="519038"/>
                      <a:pt x="5540270" y="550023"/>
                    </a:cubicBezTo>
                    <a:cubicBezTo>
                      <a:pt x="5473801" y="579316"/>
                      <a:pt x="5419599" y="638949"/>
                      <a:pt x="5338128" y="631974"/>
                    </a:cubicBezTo>
                    <a:cubicBezTo>
                      <a:pt x="5329931" y="631367"/>
                      <a:pt x="5321476" y="639812"/>
                      <a:pt x="5312622" y="642454"/>
                    </a:cubicBezTo>
                    <a:cubicBezTo>
                      <a:pt x="5288350" y="649647"/>
                      <a:pt x="5264155" y="657994"/>
                      <a:pt x="5239393" y="662307"/>
                    </a:cubicBezTo>
                    <a:cubicBezTo>
                      <a:pt x="5209181" y="667862"/>
                      <a:pt x="5178072" y="668817"/>
                      <a:pt x="5147821" y="673791"/>
                    </a:cubicBezTo>
                    <a:cubicBezTo>
                      <a:pt x="5108908" y="679940"/>
                      <a:pt x="5070972" y="691848"/>
                      <a:pt x="5032111" y="694497"/>
                    </a:cubicBezTo>
                    <a:cubicBezTo>
                      <a:pt x="5000793" y="696632"/>
                      <a:pt x="4969032" y="688019"/>
                      <a:pt x="4937648" y="684913"/>
                    </a:cubicBezTo>
                    <a:cubicBezTo>
                      <a:pt x="4893363" y="680649"/>
                      <a:pt x="4845361" y="685962"/>
                      <a:pt x="4805529" y="670032"/>
                    </a:cubicBezTo>
                    <a:cubicBezTo>
                      <a:pt x="4763006" y="653119"/>
                      <a:pt x="4723244" y="646796"/>
                      <a:pt x="4681029" y="655792"/>
                    </a:cubicBezTo>
                    <a:cubicBezTo>
                      <a:pt x="4666957" y="658791"/>
                      <a:pt x="4649519" y="672217"/>
                      <a:pt x="4643990" y="685120"/>
                    </a:cubicBezTo>
                    <a:cubicBezTo>
                      <a:pt x="4631676" y="713928"/>
                      <a:pt x="4612585" y="720184"/>
                      <a:pt x="4585542" y="712411"/>
                    </a:cubicBezTo>
                    <a:cubicBezTo>
                      <a:pt x="4562077" y="705853"/>
                      <a:pt x="4533672" y="703713"/>
                      <a:pt x="4516947" y="689117"/>
                    </a:cubicBezTo>
                    <a:cubicBezTo>
                      <a:pt x="4469552" y="647774"/>
                      <a:pt x="4412904" y="650180"/>
                      <a:pt x="4356995" y="642048"/>
                    </a:cubicBezTo>
                    <a:cubicBezTo>
                      <a:pt x="4322867" y="637088"/>
                      <a:pt x="4291523" y="638934"/>
                      <a:pt x="4258219" y="646156"/>
                    </a:cubicBezTo>
                    <a:cubicBezTo>
                      <a:pt x="4185895" y="662159"/>
                      <a:pt x="4113776" y="651342"/>
                      <a:pt x="4042233" y="636117"/>
                    </a:cubicBezTo>
                    <a:cubicBezTo>
                      <a:pt x="3994923" y="625941"/>
                      <a:pt x="3946812" y="621063"/>
                      <a:pt x="3899777" y="610576"/>
                    </a:cubicBezTo>
                    <a:cubicBezTo>
                      <a:pt x="3864554" y="602488"/>
                      <a:pt x="3829196" y="592371"/>
                      <a:pt x="3796441" y="577707"/>
                    </a:cubicBezTo>
                    <a:cubicBezTo>
                      <a:pt x="3748937" y="556178"/>
                      <a:pt x="3706395" y="521788"/>
                      <a:pt x="3648774" y="535623"/>
                    </a:cubicBezTo>
                    <a:cubicBezTo>
                      <a:pt x="3598036" y="547820"/>
                      <a:pt x="3550396" y="532716"/>
                      <a:pt x="3502227" y="518518"/>
                    </a:cubicBezTo>
                    <a:cubicBezTo>
                      <a:pt x="3466848" y="508111"/>
                      <a:pt x="3431455" y="497410"/>
                      <a:pt x="3395228" y="491723"/>
                    </a:cubicBezTo>
                    <a:cubicBezTo>
                      <a:pt x="3352235" y="485040"/>
                      <a:pt x="3304663" y="492363"/>
                      <a:pt x="3265757" y="477242"/>
                    </a:cubicBezTo>
                    <a:cubicBezTo>
                      <a:pt x="3225052" y="461369"/>
                      <a:pt x="3193136" y="476075"/>
                      <a:pt x="3158404" y="483689"/>
                    </a:cubicBezTo>
                    <a:cubicBezTo>
                      <a:pt x="3102986" y="495623"/>
                      <a:pt x="3048333" y="514498"/>
                      <a:pt x="2990483" y="499212"/>
                    </a:cubicBezTo>
                    <a:cubicBezTo>
                      <a:pt x="2920173" y="480697"/>
                      <a:pt x="2850324" y="460405"/>
                      <a:pt x="2779802" y="443069"/>
                    </a:cubicBezTo>
                    <a:cubicBezTo>
                      <a:pt x="2752548" y="436477"/>
                      <a:pt x="2723606" y="434954"/>
                      <a:pt x="2695508" y="433082"/>
                    </a:cubicBezTo>
                    <a:cubicBezTo>
                      <a:pt x="2668903" y="431690"/>
                      <a:pt x="2637847" y="441965"/>
                      <a:pt x="2616713" y="431172"/>
                    </a:cubicBezTo>
                    <a:cubicBezTo>
                      <a:pt x="2562378" y="403411"/>
                      <a:pt x="2507687" y="391698"/>
                      <a:pt x="2447364" y="395810"/>
                    </a:cubicBezTo>
                    <a:cubicBezTo>
                      <a:pt x="2424744" y="397352"/>
                      <a:pt x="2401814" y="385802"/>
                      <a:pt x="2378751" y="385044"/>
                    </a:cubicBezTo>
                    <a:cubicBezTo>
                      <a:pt x="2347229" y="384281"/>
                      <a:pt x="2310735" y="378901"/>
                      <a:pt x="2284230" y="391782"/>
                    </a:cubicBezTo>
                    <a:cubicBezTo>
                      <a:pt x="2221919" y="422248"/>
                      <a:pt x="2168532" y="404037"/>
                      <a:pt x="2110801" y="382042"/>
                    </a:cubicBezTo>
                    <a:cubicBezTo>
                      <a:pt x="2053961" y="360279"/>
                      <a:pt x="1994577" y="343935"/>
                      <a:pt x="1934854" y="331108"/>
                    </a:cubicBezTo>
                    <a:cubicBezTo>
                      <a:pt x="1912400" y="326519"/>
                      <a:pt x="1886705" y="338470"/>
                      <a:pt x="1862479" y="342158"/>
                    </a:cubicBezTo>
                    <a:cubicBezTo>
                      <a:pt x="1853818" y="343333"/>
                      <a:pt x="1844309" y="344855"/>
                      <a:pt x="1836283" y="342488"/>
                    </a:cubicBezTo>
                    <a:cubicBezTo>
                      <a:pt x="1758698" y="319808"/>
                      <a:pt x="1680403" y="303878"/>
                      <a:pt x="1599327" y="323970"/>
                    </a:cubicBezTo>
                    <a:cubicBezTo>
                      <a:pt x="1591888" y="325937"/>
                      <a:pt x="1583257" y="323319"/>
                      <a:pt x="1575578" y="321802"/>
                    </a:cubicBezTo>
                    <a:cubicBezTo>
                      <a:pt x="1538035" y="313873"/>
                      <a:pt x="1500950" y="299795"/>
                      <a:pt x="1463288" y="298576"/>
                    </a:cubicBezTo>
                    <a:cubicBezTo>
                      <a:pt x="1370438" y="295582"/>
                      <a:pt x="1277384" y="298137"/>
                      <a:pt x="1184165" y="298373"/>
                    </a:cubicBezTo>
                    <a:cubicBezTo>
                      <a:pt x="1178344" y="298480"/>
                      <a:pt x="1172255" y="298896"/>
                      <a:pt x="1166899" y="297220"/>
                    </a:cubicBezTo>
                    <a:cubicBezTo>
                      <a:pt x="1131827" y="287082"/>
                      <a:pt x="1102238" y="293180"/>
                      <a:pt x="1074855" y="318934"/>
                    </a:cubicBezTo>
                    <a:cubicBezTo>
                      <a:pt x="1062808" y="330244"/>
                      <a:pt x="1045783" y="336940"/>
                      <a:pt x="1030232" y="343829"/>
                    </a:cubicBezTo>
                    <a:cubicBezTo>
                      <a:pt x="1007334" y="354132"/>
                      <a:pt x="983839" y="364180"/>
                      <a:pt x="959854" y="371351"/>
                    </a:cubicBezTo>
                    <a:cubicBezTo>
                      <a:pt x="936141" y="378210"/>
                      <a:pt x="910825" y="387219"/>
                      <a:pt x="887350" y="384742"/>
                    </a:cubicBezTo>
                    <a:cubicBezTo>
                      <a:pt x="845096" y="380339"/>
                      <a:pt x="804258" y="366810"/>
                      <a:pt x="762349" y="358882"/>
                    </a:cubicBezTo>
                    <a:cubicBezTo>
                      <a:pt x="747884" y="356082"/>
                      <a:pt x="732263" y="357732"/>
                      <a:pt x="717454" y="358448"/>
                    </a:cubicBezTo>
                    <a:cubicBezTo>
                      <a:pt x="683463" y="359893"/>
                      <a:pt x="649238" y="370675"/>
                      <a:pt x="616859" y="348700"/>
                    </a:cubicBezTo>
                    <a:cubicBezTo>
                      <a:pt x="586900" y="328019"/>
                      <a:pt x="558641" y="336644"/>
                      <a:pt x="529939" y="355789"/>
                    </a:cubicBezTo>
                    <a:cubicBezTo>
                      <a:pt x="509309" y="369433"/>
                      <a:pt x="485605" y="380664"/>
                      <a:pt x="461851" y="386945"/>
                    </a:cubicBezTo>
                    <a:cubicBezTo>
                      <a:pt x="429225" y="395576"/>
                      <a:pt x="396634" y="400422"/>
                      <a:pt x="360707" y="399082"/>
                    </a:cubicBezTo>
                    <a:cubicBezTo>
                      <a:pt x="335299" y="398193"/>
                      <a:pt x="314629" y="398437"/>
                      <a:pt x="293863" y="384410"/>
                    </a:cubicBezTo>
                    <a:cubicBezTo>
                      <a:pt x="290517" y="382308"/>
                      <a:pt x="284678" y="382122"/>
                      <a:pt x="280347" y="382711"/>
                    </a:cubicBezTo>
                    <a:cubicBezTo>
                      <a:pt x="223554" y="391535"/>
                      <a:pt x="166827" y="392780"/>
                      <a:pt x="108881" y="393231"/>
                    </a:cubicBezTo>
                    <a:cubicBezTo>
                      <a:pt x="90460" y="393322"/>
                      <a:pt x="71882" y="394571"/>
                      <a:pt x="53435" y="397222"/>
                    </a:cubicBezTo>
                    <a:lnTo>
                      <a:pt x="0" y="409348"/>
                    </a:lnTo>
                    <a:close/>
                  </a:path>
                </a:pathLst>
              </a:custGeom>
              <a:solidFill>
                <a:schemeClr val="lt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uk-UA" noProof="0" dirty="0"/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024CB190-EFCD-4B40-9CDD-E3C0EB4B3C2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0"/>
                <a:ext cx="10455568" cy="715479"/>
              </a:xfrm>
              <a:custGeom>
                <a:avLst/>
                <a:gdLst>
                  <a:gd name="connsiteX0" fmla="*/ 0 w 10455568"/>
                  <a:gd name="connsiteY0" fmla="*/ 0 h 715479"/>
                  <a:gd name="connsiteX1" fmla="*/ 10455568 w 10455568"/>
                  <a:gd name="connsiteY1" fmla="*/ 0 h 715479"/>
                  <a:gd name="connsiteX2" fmla="*/ 10434629 w 10455568"/>
                  <a:gd name="connsiteY2" fmla="*/ 8947 h 715479"/>
                  <a:gd name="connsiteX3" fmla="*/ 10249341 w 10455568"/>
                  <a:gd name="connsiteY3" fmla="*/ 73146 h 715479"/>
                  <a:gd name="connsiteX4" fmla="*/ 10172148 w 10455568"/>
                  <a:gd name="connsiteY4" fmla="*/ 103170 h 715479"/>
                  <a:gd name="connsiteX5" fmla="*/ 9994576 w 10455568"/>
                  <a:gd name="connsiteY5" fmla="*/ 156647 h 715479"/>
                  <a:gd name="connsiteX6" fmla="*/ 9894474 w 10455568"/>
                  <a:gd name="connsiteY6" fmla="*/ 192604 h 715479"/>
                  <a:gd name="connsiteX7" fmla="*/ 9647603 w 10455568"/>
                  <a:gd name="connsiteY7" fmla="*/ 242354 h 715479"/>
                  <a:gd name="connsiteX8" fmla="*/ 9392533 w 10455568"/>
                  <a:gd name="connsiteY8" fmla="*/ 291498 h 715479"/>
                  <a:gd name="connsiteX9" fmla="*/ 9252019 w 10455568"/>
                  <a:gd name="connsiteY9" fmla="*/ 311564 h 715479"/>
                  <a:gd name="connsiteX10" fmla="*/ 9129899 w 10455568"/>
                  <a:gd name="connsiteY10" fmla="*/ 336497 h 715479"/>
                  <a:gd name="connsiteX11" fmla="*/ 9023312 w 10455568"/>
                  <a:gd name="connsiteY11" fmla="*/ 354253 h 715479"/>
                  <a:gd name="connsiteX12" fmla="*/ 8853949 w 10455568"/>
                  <a:gd name="connsiteY12" fmla="*/ 387064 h 715479"/>
                  <a:gd name="connsiteX13" fmla="*/ 8783278 w 10455568"/>
                  <a:gd name="connsiteY13" fmla="*/ 397418 h 715479"/>
                  <a:gd name="connsiteX14" fmla="*/ 8615640 w 10455568"/>
                  <a:gd name="connsiteY14" fmla="*/ 408552 h 715479"/>
                  <a:gd name="connsiteX15" fmla="*/ 8557154 w 10455568"/>
                  <a:gd name="connsiteY15" fmla="*/ 409627 h 715479"/>
                  <a:gd name="connsiteX16" fmla="*/ 8442474 w 10455568"/>
                  <a:gd name="connsiteY16" fmla="*/ 381318 h 715479"/>
                  <a:gd name="connsiteX17" fmla="*/ 8428959 w 10455568"/>
                  <a:gd name="connsiteY17" fmla="*/ 379618 h 715479"/>
                  <a:gd name="connsiteX18" fmla="*/ 8354329 w 10455568"/>
                  <a:gd name="connsiteY18" fmla="*/ 370428 h 715479"/>
                  <a:gd name="connsiteX19" fmla="*/ 8313705 w 10455568"/>
                  <a:gd name="connsiteY19" fmla="*/ 368535 h 715479"/>
                  <a:gd name="connsiteX20" fmla="*/ 8158571 w 10455568"/>
                  <a:gd name="connsiteY20" fmla="*/ 349396 h 715479"/>
                  <a:gd name="connsiteX21" fmla="*/ 8069467 w 10455568"/>
                  <a:gd name="connsiteY21" fmla="*/ 341485 h 715479"/>
                  <a:gd name="connsiteX22" fmla="*/ 7998265 w 10455568"/>
                  <a:gd name="connsiteY22" fmla="*/ 348379 h 715479"/>
                  <a:gd name="connsiteX23" fmla="*/ 7873167 w 10455568"/>
                  <a:gd name="connsiteY23" fmla="*/ 359529 h 715479"/>
                  <a:gd name="connsiteX24" fmla="*/ 7833600 w 10455568"/>
                  <a:gd name="connsiteY24" fmla="*/ 368926 h 715479"/>
                  <a:gd name="connsiteX25" fmla="*/ 7651338 w 10455568"/>
                  <a:gd name="connsiteY25" fmla="*/ 362121 h 715479"/>
                  <a:gd name="connsiteX26" fmla="*/ 7548003 w 10455568"/>
                  <a:gd name="connsiteY26" fmla="*/ 367710 h 715479"/>
                  <a:gd name="connsiteX27" fmla="*/ 7430093 w 10455568"/>
                  <a:gd name="connsiteY27" fmla="*/ 351855 h 715479"/>
                  <a:gd name="connsiteX28" fmla="*/ 7396245 w 10455568"/>
                  <a:gd name="connsiteY28" fmla="*/ 355328 h 715479"/>
                  <a:gd name="connsiteX29" fmla="*/ 7358394 w 10455568"/>
                  <a:gd name="connsiteY29" fmla="*/ 359950 h 715479"/>
                  <a:gd name="connsiteX30" fmla="*/ 7241933 w 10455568"/>
                  <a:gd name="connsiteY30" fmla="*/ 369637 h 715479"/>
                  <a:gd name="connsiteX31" fmla="*/ 7171767 w 10455568"/>
                  <a:gd name="connsiteY31" fmla="*/ 383160 h 715479"/>
                  <a:gd name="connsiteX32" fmla="*/ 7036569 w 10455568"/>
                  <a:gd name="connsiteY32" fmla="*/ 387132 h 715479"/>
                  <a:gd name="connsiteX33" fmla="*/ 6987200 w 10455568"/>
                  <a:gd name="connsiteY33" fmla="*/ 398073 h 715479"/>
                  <a:gd name="connsiteX34" fmla="*/ 6861115 w 10455568"/>
                  <a:gd name="connsiteY34" fmla="*/ 407542 h 715479"/>
                  <a:gd name="connsiteX35" fmla="*/ 6747718 w 10455568"/>
                  <a:gd name="connsiteY35" fmla="*/ 410900 h 715479"/>
                  <a:gd name="connsiteX36" fmla="*/ 6638839 w 10455568"/>
                  <a:gd name="connsiteY36" fmla="*/ 420654 h 715479"/>
                  <a:gd name="connsiteX37" fmla="*/ 6561486 w 10455568"/>
                  <a:gd name="connsiteY37" fmla="*/ 435540 h 715479"/>
                  <a:gd name="connsiteX38" fmla="*/ 6477200 w 10455568"/>
                  <a:gd name="connsiteY38" fmla="*/ 447113 h 715479"/>
                  <a:gd name="connsiteX39" fmla="*/ 6246111 w 10455568"/>
                  <a:gd name="connsiteY39" fmla="*/ 497537 h 715479"/>
                  <a:gd name="connsiteX40" fmla="*/ 6202328 w 10455568"/>
                  <a:gd name="connsiteY40" fmla="*/ 492074 h 715479"/>
                  <a:gd name="connsiteX41" fmla="*/ 5956458 w 10455568"/>
                  <a:gd name="connsiteY41" fmla="*/ 500965 h 715479"/>
                  <a:gd name="connsiteX42" fmla="*/ 5903139 w 10455568"/>
                  <a:gd name="connsiteY42" fmla="*/ 505186 h 715479"/>
                  <a:gd name="connsiteX43" fmla="*/ 5757547 w 10455568"/>
                  <a:gd name="connsiteY43" fmla="*/ 480730 h 715479"/>
                  <a:gd name="connsiteX44" fmla="*/ 5540270 w 10455568"/>
                  <a:gd name="connsiteY44" fmla="*/ 550023 h 715479"/>
                  <a:gd name="connsiteX45" fmla="*/ 5338128 w 10455568"/>
                  <a:gd name="connsiteY45" fmla="*/ 631974 h 715479"/>
                  <a:gd name="connsiteX46" fmla="*/ 5312622 w 10455568"/>
                  <a:gd name="connsiteY46" fmla="*/ 642454 h 715479"/>
                  <a:gd name="connsiteX47" fmla="*/ 5239393 w 10455568"/>
                  <a:gd name="connsiteY47" fmla="*/ 662307 h 715479"/>
                  <a:gd name="connsiteX48" fmla="*/ 5147821 w 10455568"/>
                  <a:gd name="connsiteY48" fmla="*/ 673791 h 715479"/>
                  <a:gd name="connsiteX49" fmla="*/ 5032111 w 10455568"/>
                  <a:gd name="connsiteY49" fmla="*/ 694497 h 715479"/>
                  <a:gd name="connsiteX50" fmla="*/ 4937648 w 10455568"/>
                  <a:gd name="connsiteY50" fmla="*/ 684913 h 715479"/>
                  <a:gd name="connsiteX51" fmla="*/ 4805529 w 10455568"/>
                  <a:gd name="connsiteY51" fmla="*/ 670032 h 715479"/>
                  <a:gd name="connsiteX52" fmla="*/ 4681029 w 10455568"/>
                  <a:gd name="connsiteY52" fmla="*/ 655792 h 715479"/>
                  <a:gd name="connsiteX53" fmla="*/ 4643990 w 10455568"/>
                  <a:gd name="connsiteY53" fmla="*/ 685120 h 715479"/>
                  <a:gd name="connsiteX54" fmla="*/ 4585542 w 10455568"/>
                  <a:gd name="connsiteY54" fmla="*/ 712411 h 715479"/>
                  <a:gd name="connsiteX55" fmla="*/ 4516947 w 10455568"/>
                  <a:gd name="connsiteY55" fmla="*/ 689117 h 715479"/>
                  <a:gd name="connsiteX56" fmla="*/ 4356995 w 10455568"/>
                  <a:gd name="connsiteY56" fmla="*/ 642048 h 715479"/>
                  <a:gd name="connsiteX57" fmla="*/ 4258219 w 10455568"/>
                  <a:gd name="connsiteY57" fmla="*/ 646156 h 715479"/>
                  <a:gd name="connsiteX58" fmla="*/ 4042233 w 10455568"/>
                  <a:gd name="connsiteY58" fmla="*/ 636117 h 715479"/>
                  <a:gd name="connsiteX59" fmla="*/ 3899777 w 10455568"/>
                  <a:gd name="connsiteY59" fmla="*/ 610576 h 715479"/>
                  <a:gd name="connsiteX60" fmla="*/ 3796441 w 10455568"/>
                  <a:gd name="connsiteY60" fmla="*/ 577707 h 715479"/>
                  <a:gd name="connsiteX61" fmla="*/ 3648774 w 10455568"/>
                  <a:gd name="connsiteY61" fmla="*/ 535623 h 715479"/>
                  <a:gd name="connsiteX62" fmla="*/ 3502227 w 10455568"/>
                  <a:gd name="connsiteY62" fmla="*/ 518518 h 715479"/>
                  <a:gd name="connsiteX63" fmla="*/ 3395228 w 10455568"/>
                  <a:gd name="connsiteY63" fmla="*/ 491723 h 715479"/>
                  <a:gd name="connsiteX64" fmla="*/ 3265757 w 10455568"/>
                  <a:gd name="connsiteY64" fmla="*/ 477242 h 715479"/>
                  <a:gd name="connsiteX65" fmla="*/ 3158404 w 10455568"/>
                  <a:gd name="connsiteY65" fmla="*/ 483689 h 715479"/>
                  <a:gd name="connsiteX66" fmla="*/ 2990483 w 10455568"/>
                  <a:gd name="connsiteY66" fmla="*/ 499212 h 715479"/>
                  <a:gd name="connsiteX67" fmla="*/ 2779802 w 10455568"/>
                  <a:gd name="connsiteY67" fmla="*/ 443069 h 715479"/>
                  <a:gd name="connsiteX68" fmla="*/ 2695508 w 10455568"/>
                  <a:gd name="connsiteY68" fmla="*/ 433082 h 715479"/>
                  <a:gd name="connsiteX69" fmla="*/ 2616713 w 10455568"/>
                  <a:gd name="connsiteY69" fmla="*/ 431172 h 715479"/>
                  <a:gd name="connsiteX70" fmla="*/ 2447364 w 10455568"/>
                  <a:gd name="connsiteY70" fmla="*/ 395810 h 715479"/>
                  <a:gd name="connsiteX71" fmla="*/ 2378751 w 10455568"/>
                  <a:gd name="connsiteY71" fmla="*/ 385044 h 715479"/>
                  <a:gd name="connsiteX72" fmla="*/ 2284230 w 10455568"/>
                  <a:gd name="connsiteY72" fmla="*/ 391782 h 715479"/>
                  <a:gd name="connsiteX73" fmla="*/ 2110801 w 10455568"/>
                  <a:gd name="connsiteY73" fmla="*/ 382042 h 715479"/>
                  <a:gd name="connsiteX74" fmla="*/ 1934854 w 10455568"/>
                  <a:gd name="connsiteY74" fmla="*/ 331108 h 715479"/>
                  <a:gd name="connsiteX75" fmla="*/ 1862479 w 10455568"/>
                  <a:gd name="connsiteY75" fmla="*/ 342158 h 715479"/>
                  <a:gd name="connsiteX76" fmla="*/ 1836283 w 10455568"/>
                  <a:gd name="connsiteY76" fmla="*/ 342488 h 715479"/>
                  <a:gd name="connsiteX77" fmla="*/ 1599327 w 10455568"/>
                  <a:gd name="connsiteY77" fmla="*/ 323970 h 715479"/>
                  <a:gd name="connsiteX78" fmla="*/ 1575578 w 10455568"/>
                  <a:gd name="connsiteY78" fmla="*/ 321802 h 715479"/>
                  <a:gd name="connsiteX79" fmla="*/ 1463288 w 10455568"/>
                  <a:gd name="connsiteY79" fmla="*/ 298576 h 715479"/>
                  <a:gd name="connsiteX80" fmla="*/ 1184165 w 10455568"/>
                  <a:gd name="connsiteY80" fmla="*/ 298373 h 715479"/>
                  <a:gd name="connsiteX81" fmla="*/ 1166899 w 10455568"/>
                  <a:gd name="connsiteY81" fmla="*/ 297220 h 715479"/>
                  <a:gd name="connsiteX82" fmla="*/ 1074855 w 10455568"/>
                  <a:gd name="connsiteY82" fmla="*/ 318934 h 715479"/>
                  <a:gd name="connsiteX83" fmla="*/ 1030232 w 10455568"/>
                  <a:gd name="connsiteY83" fmla="*/ 343829 h 715479"/>
                  <a:gd name="connsiteX84" fmla="*/ 959854 w 10455568"/>
                  <a:gd name="connsiteY84" fmla="*/ 371351 h 715479"/>
                  <a:gd name="connsiteX85" fmla="*/ 887350 w 10455568"/>
                  <a:gd name="connsiteY85" fmla="*/ 384742 h 715479"/>
                  <a:gd name="connsiteX86" fmla="*/ 762349 w 10455568"/>
                  <a:gd name="connsiteY86" fmla="*/ 358882 h 715479"/>
                  <a:gd name="connsiteX87" fmla="*/ 717454 w 10455568"/>
                  <a:gd name="connsiteY87" fmla="*/ 358448 h 715479"/>
                  <a:gd name="connsiteX88" fmla="*/ 616859 w 10455568"/>
                  <a:gd name="connsiteY88" fmla="*/ 348700 h 715479"/>
                  <a:gd name="connsiteX89" fmla="*/ 529939 w 10455568"/>
                  <a:gd name="connsiteY89" fmla="*/ 355789 h 715479"/>
                  <a:gd name="connsiteX90" fmla="*/ 461851 w 10455568"/>
                  <a:gd name="connsiteY90" fmla="*/ 386945 h 715479"/>
                  <a:gd name="connsiteX91" fmla="*/ 360707 w 10455568"/>
                  <a:gd name="connsiteY91" fmla="*/ 399082 h 715479"/>
                  <a:gd name="connsiteX92" fmla="*/ 293863 w 10455568"/>
                  <a:gd name="connsiteY92" fmla="*/ 384410 h 715479"/>
                  <a:gd name="connsiteX93" fmla="*/ 280347 w 10455568"/>
                  <a:gd name="connsiteY93" fmla="*/ 382711 h 715479"/>
                  <a:gd name="connsiteX94" fmla="*/ 108881 w 10455568"/>
                  <a:gd name="connsiteY94" fmla="*/ 393231 h 715479"/>
                  <a:gd name="connsiteX95" fmla="*/ 53435 w 10455568"/>
                  <a:gd name="connsiteY95" fmla="*/ 397222 h 715479"/>
                  <a:gd name="connsiteX96" fmla="*/ 0 w 10455568"/>
                  <a:gd name="connsiteY96" fmla="*/ 409348 h 7154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</a:cxnLst>
                <a:rect l="l" t="t" r="r" b="b"/>
                <a:pathLst>
                  <a:path w="10455568" h="715479">
                    <a:moveTo>
                      <a:pt x="0" y="0"/>
                    </a:moveTo>
                    <a:lnTo>
                      <a:pt x="10455568" y="0"/>
                    </a:lnTo>
                    <a:lnTo>
                      <a:pt x="10434629" y="8947"/>
                    </a:lnTo>
                    <a:cubicBezTo>
                      <a:pt x="10373917" y="32898"/>
                      <a:pt x="10311087" y="51455"/>
                      <a:pt x="10249341" y="73146"/>
                    </a:cubicBezTo>
                    <a:cubicBezTo>
                      <a:pt x="10223176" y="82504"/>
                      <a:pt x="10198388" y="94974"/>
                      <a:pt x="10172148" y="103170"/>
                    </a:cubicBezTo>
                    <a:cubicBezTo>
                      <a:pt x="10113395" y="121743"/>
                      <a:pt x="10053617" y="138053"/>
                      <a:pt x="9994576" y="156647"/>
                    </a:cubicBezTo>
                    <a:cubicBezTo>
                      <a:pt x="9960929" y="167389"/>
                      <a:pt x="9928899" y="184724"/>
                      <a:pt x="9894474" y="192604"/>
                    </a:cubicBezTo>
                    <a:cubicBezTo>
                      <a:pt x="9812718" y="211289"/>
                      <a:pt x="9730121" y="226242"/>
                      <a:pt x="9647603" y="242354"/>
                    </a:cubicBezTo>
                    <a:cubicBezTo>
                      <a:pt x="9562500" y="258935"/>
                      <a:pt x="9477721" y="276078"/>
                      <a:pt x="9392533" y="291498"/>
                    </a:cubicBezTo>
                    <a:cubicBezTo>
                      <a:pt x="9345891" y="299632"/>
                      <a:pt x="9298681" y="303723"/>
                      <a:pt x="9252019" y="311564"/>
                    </a:cubicBezTo>
                    <a:cubicBezTo>
                      <a:pt x="9211115" y="318433"/>
                      <a:pt x="9170740" y="328758"/>
                      <a:pt x="9129899" y="336497"/>
                    </a:cubicBezTo>
                    <a:cubicBezTo>
                      <a:pt x="9094507" y="342987"/>
                      <a:pt x="9058706" y="347759"/>
                      <a:pt x="9023312" y="354253"/>
                    </a:cubicBezTo>
                    <a:cubicBezTo>
                      <a:pt x="8966639" y="364814"/>
                      <a:pt x="8910315" y="376230"/>
                      <a:pt x="8853949" y="387064"/>
                    </a:cubicBezTo>
                    <a:cubicBezTo>
                      <a:pt x="8830350" y="391295"/>
                      <a:pt x="8805902" y="400245"/>
                      <a:pt x="8783278" y="397418"/>
                    </a:cubicBezTo>
                    <a:cubicBezTo>
                      <a:pt x="8726267" y="390232"/>
                      <a:pt x="8671093" y="397198"/>
                      <a:pt x="8615640" y="408552"/>
                    </a:cubicBezTo>
                    <a:cubicBezTo>
                      <a:pt x="8596680" y="412471"/>
                      <a:pt x="8576049" y="413291"/>
                      <a:pt x="8557154" y="409627"/>
                    </a:cubicBezTo>
                    <a:cubicBezTo>
                      <a:pt x="8518491" y="402356"/>
                      <a:pt x="8480716" y="390947"/>
                      <a:pt x="8442474" y="381318"/>
                    </a:cubicBezTo>
                    <a:cubicBezTo>
                      <a:pt x="8438313" y="380145"/>
                      <a:pt x="8433365" y="380189"/>
                      <a:pt x="8428959" y="379618"/>
                    </a:cubicBezTo>
                    <a:cubicBezTo>
                      <a:pt x="8403970" y="376366"/>
                      <a:pt x="8379279" y="373098"/>
                      <a:pt x="8354329" y="370428"/>
                    </a:cubicBezTo>
                    <a:cubicBezTo>
                      <a:pt x="8340833" y="369017"/>
                      <a:pt x="8327184" y="369657"/>
                      <a:pt x="8313705" y="368535"/>
                    </a:cubicBezTo>
                    <a:cubicBezTo>
                      <a:pt x="8261532" y="363935"/>
                      <a:pt x="8205623" y="381441"/>
                      <a:pt x="8158571" y="349396"/>
                    </a:cubicBezTo>
                    <a:cubicBezTo>
                      <a:pt x="8128030" y="328752"/>
                      <a:pt x="8100257" y="335890"/>
                      <a:pt x="8069467" y="341485"/>
                    </a:cubicBezTo>
                    <a:cubicBezTo>
                      <a:pt x="8046153" y="345696"/>
                      <a:pt x="8022024" y="346466"/>
                      <a:pt x="7998265" y="348379"/>
                    </a:cubicBezTo>
                    <a:cubicBezTo>
                      <a:pt x="7956565" y="352093"/>
                      <a:pt x="7914826" y="355232"/>
                      <a:pt x="7873167" y="359529"/>
                    </a:cubicBezTo>
                    <a:cubicBezTo>
                      <a:pt x="7859864" y="361016"/>
                      <a:pt x="7846730" y="369197"/>
                      <a:pt x="7833600" y="368926"/>
                    </a:cubicBezTo>
                    <a:cubicBezTo>
                      <a:pt x="7772906" y="367528"/>
                      <a:pt x="7711993" y="362939"/>
                      <a:pt x="7651338" y="362121"/>
                    </a:cubicBezTo>
                    <a:cubicBezTo>
                      <a:pt x="7616924" y="361556"/>
                      <a:pt x="7582209" y="369456"/>
                      <a:pt x="7548003" y="367710"/>
                    </a:cubicBezTo>
                    <a:cubicBezTo>
                      <a:pt x="7508539" y="365739"/>
                      <a:pt x="7469448" y="356458"/>
                      <a:pt x="7430093" y="351855"/>
                    </a:cubicBezTo>
                    <a:cubicBezTo>
                      <a:pt x="7419227" y="350559"/>
                      <a:pt x="7407516" y="353979"/>
                      <a:pt x="7396245" y="355328"/>
                    </a:cubicBezTo>
                    <a:cubicBezTo>
                      <a:pt x="7383524" y="356781"/>
                      <a:pt x="7371134" y="358791"/>
                      <a:pt x="7358394" y="359950"/>
                    </a:cubicBezTo>
                    <a:cubicBezTo>
                      <a:pt x="7319573" y="363179"/>
                      <a:pt x="7280655" y="364958"/>
                      <a:pt x="7241933" y="369637"/>
                    </a:cubicBezTo>
                    <a:cubicBezTo>
                      <a:pt x="7218235" y="372418"/>
                      <a:pt x="7194108" y="386008"/>
                      <a:pt x="7171767" y="383160"/>
                    </a:cubicBezTo>
                    <a:cubicBezTo>
                      <a:pt x="7126248" y="377813"/>
                      <a:pt x="7082583" y="399728"/>
                      <a:pt x="7036569" y="387132"/>
                    </a:cubicBezTo>
                    <a:cubicBezTo>
                      <a:pt x="7022328" y="383442"/>
                      <a:pt x="7003983" y="396347"/>
                      <a:pt x="6987200" y="398073"/>
                    </a:cubicBezTo>
                    <a:cubicBezTo>
                      <a:pt x="6945251" y="402388"/>
                      <a:pt x="6903183" y="404965"/>
                      <a:pt x="6861115" y="407542"/>
                    </a:cubicBezTo>
                    <a:cubicBezTo>
                      <a:pt x="6823394" y="409822"/>
                      <a:pt x="6784520" y="416550"/>
                      <a:pt x="6747718" y="410900"/>
                    </a:cubicBezTo>
                    <a:cubicBezTo>
                      <a:pt x="6709137" y="404791"/>
                      <a:pt x="6674999" y="408284"/>
                      <a:pt x="6638839" y="420654"/>
                    </a:cubicBezTo>
                    <a:cubicBezTo>
                      <a:pt x="6614066" y="429044"/>
                      <a:pt x="6587444" y="431733"/>
                      <a:pt x="6561486" y="435540"/>
                    </a:cubicBezTo>
                    <a:cubicBezTo>
                      <a:pt x="6533513" y="439778"/>
                      <a:pt x="6502069" y="435804"/>
                      <a:pt x="6477200" y="447113"/>
                    </a:cubicBezTo>
                    <a:cubicBezTo>
                      <a:pt x="6403159" y="480713"/>
                      <a:pt x="6325566" y="492119"/>
                      <a:pt x="6246111" y="497537"/>
                    </a:cubicBezTo>
                    <a:cubicBezTo>
                      <a:pt x="6231608" y="498524"/>
                      <a:pt x="6216540" y="495475"/>
                      <a:pt x="6202328" y="492074"/>
                    </a:cubicBezTo>
                    <a:cubicBezTo>
                      <a:pt x="6119346" y="471508"/>
                      <a:pt x="6038018" y="479381"/>
                      <a:pt x="5956458" y="500965"/>
                    </a:cubicBezTo>
                    <a:cubicBezTo>
                      <a:pt x="5939584" y="505613"/>
                      <a:pt x="5920486" y="507499"/>
                      <a:pt x="5903139" y="505186"/>
                    </a:cubicBezTo>
                    <a:cubicBezTo>
                      <a:pt x="5854306" y="498315"/>
                      <a:pt x="5806470" y="484677"/>
                      <a:pt x="5757547" y="480730"/>
                    </a:cubicBezTo>
                    <a:cubicBezTo>
                      <a:pt x="5676701" y="474297"/>
                      <a:pt x="5610121" y="519038"/>
                      <a:pt x="5540270" y="550023"/>
                    </a:cubicBezTo>
                    <a:cubicBezTo>
                      <a:pt x="5473801" y="579316"/>
                      <a:pt x="5419599" y="638949"/>
                      <a:pt x="5338128" y="631974"/>
                    </a:cubicBezTo>
                    <a:cubicBezTo>
                      <a:pt x="5329931" y="631367"/>
                      <a:pt x="5321476" y="639812"/>
                      <a:pt x="5312622" y="642454"/>
                    </a:cubicBezTo>
                    <a:cubicBezTo>
                      <a:pt x="5288350" y="649647"/>
                      <a:pt x="5264155" y="657994"/>
                      <a:pt x="5239393" y="662307"/>
                    </a:cubicBezTo>
                    <a:cubicBezTo>
                      <a:pt x="5209181" y="667862"/>
                      <a:pt x="5178072" y="668817"/>
                      <a:pt x="5147821" y="673791"/>
                    </a:cubicBezTo>
                    <a:cubicBezTo>
                      <a:pt x="5108908" y="679940"/>
                      <a:pt x="5070972" y="691848"/>
                      <a:pt x="5032111" y="694497"/>
                    </a:cubicBezTo>
                    <a:cubicBezTo>
                      <a:pt x="5000793" y="696632"/>
                      <a:pt x="4969032" y="688019"/>
                      <a:pt x="4937648" y="684913"/>
                    </a:cubicBezTo>
                    <a:cubicBezTo>
                      <a:pt x="4893363" y="680649"/>
                      <a:pt x="4845361" y="685962"/>
                      <a:pt x="4805529" y="670032"/>
                    </a:cubicBezTo>
                    <a:cubicBezTo>
                      <a:pt x="4763006" y="653119"/>
                      <a:pt x="4723244" y="646796"/>
                      <a:pt x="4681029" y="655792"/>
                    </a:cubicBezTo>
                    <a:cubicBezTo>
                      <a:pt x="4666957" y="658791"/>
                      <a:pt x="4649519" y="672217"/>
                      <a:pt x="4643990" y="685120"/>
                    </a:cubicBezTo>
                    <a:cubicBezTo>
                      <a:pt x="4631676" y="713928"/>
                      <a:pt x="4612585" y="720184"/>
                      <a:pt x="4585542" y="712411"/>
                    </a:cubicBezTo>
                    <a:cubicBezTo>
                      <a:pt x="4562077" y="705853"/>
                      <a:pt x="4533672" y="703713"/>
                      <a:pt x="4516947" y="689117"/>
                    </a:cubicBezTo>
                    <a:cubicBezTo>
                      <a:pt x="4469552" y="647774"/>
                      <a:pt x="4412904" y="650180"/>
                      <a:pt x="4356995" y="642048"/>
                    </a:cubicBezTo>
                    <a:cubicBezTo>
                      <a:pt x="4322867" y="637088"/>
                      <a:pt x="4291523" y="638934"/>
                      <a:pt x="4258219" y="646156"/>
                    </a:cubicBezTo>
                    <a:cubicBezTo>
                      <a:pt x="4185895" y="662159"/>
                      <a:pt x="4113776" y="651342"/>
                      <a:pt x="4042233" y="636117"/>
                    </a:cubicBezTo>
                    <a:cubicBezTo>
                      <a:pt x="3994923" y="625941"/>
                      <a:pt x="3946812" y="621063"/>
                      <a:pt x="3899777" y="610576"/>
                    </a:cubicBezTo>
                    <a:cubicBezTo>
                      <a:pt x="3864554" y="602488"/>
                      <a:pt x="3829196" y="592371"/>
                      <a:pt x="3796441" y="577707"/>
                    </a:cubicBezTo>
                    <a:cubicBezTo>
                      <a:pt x="3748937" y="556178"/>
                      <a:pt x="3706395" y="521788"/>
                      <a:pt x="3648774" y="535623"/>
                    </a:cubicBezTo>
                    <a:cubicBezTo>
                      <a:pt x="3598036" y="547820"/>
                      <a:pt x="3550396" y="532716"/>
                      <a:pt x="3502227" y="518518"/>
                    </a:cubicBezTo>
                    <a:cubicBezTo>
                      <a:pt x="3466848" y="508111"/>
                      <a:pt x="3431455" y="497410"/>
                      <a:pt x="3395228" y="491723"/>
                    </a:cubicBezTo>
                    <a:cubicBezTo>
                      <a:pt x="3352235" y="485040"/>
                      <a:pt x="3304663" y="492363"/>
                      <a:pt x="3265757" y="477242"/>
                    </a:cubicBezTo>
                    <a:cubicBezTo>
                      <a:pt x="3225052" y="461369"/>
                      <a:pt x="3193136" y="476075"/>
                      <a:pt x="3158404" y="483689"/>
                    </a:cubicBezTo>
                    <a:cubicBezTo>
                      <a:pt x="3102986" y="495623"/>
                      <a:pt x="3048333" y="514498"/>
                      <a:pt x="2990483" y="499212"/>
                    </a:cubicBezTo>
                    <a:cubicBezTo>
                      <a:pt x="2920173" y="480697"/>
                      <a:pt x="2850324" y="460405"/>
                      <a:pt x="2779802" y="443069"/>
                    </a:cubicBezTo>
                    <a:cubicBezTo>
                      <a:pt x="2752548" y="436477"/>
                      <a:pt x="2723606" y="434954"/>
                      <a:pt x="2695508" y="433082"/>
                    </a:cubicBezTo>
                    <a:cubicBezTo>
                      <a:pt x="2668903" y="431690"/>
                      <a:pt x="2637847" y="441965"/>
                      <a:pt x="2616713" y="431172"/>
                    </a:cubicBezTo>
                    <a:cubicBezTo>
                      <a:pt x="2562378" y="403411"/>
                      <a:pt x="2507687" y="391698"/>
                      <a:pt x="2447364" y="395810"/>
                    </a:cubicBezTo>
                    <a:cubicBezTo>
                      <a:pt x="2424744" y="397352"/>
                      <a:pt x="2401814" y="385802"/>
                      <a:pt x="2378751" y="385044"/>
                    </a:cubicBezTo>
                    <a:cubicBezTo>
                      <a:pt x="2347229" y="384281"/>
                      <a:pt x="2310735" y="378901"/>
                      <a:pt x="2284230" y="391782"/>
                    </a:cubicBezTo>
                    <a:cubicBezTo>
                      <a:pt x="2221919" y="422248"/>
                      <a:pt x="2168532" y="404037"/>
                      <a:pt x="2110801" y="382042"/>
                    </a:cubicBezTo>
                    <a:cubicBezTo>
                      <a:pt x="2053961" y="360279"/>
                      <a:pt x="1994577" y="343935"/>
                      <a:pt x="1934854" y="331108"/>
                    </a:cubicBezTo>
                    <a:cubicBezTo>
                      <a:pt x="1912400" y="326519"/>
                      <a:pt x="1886705" y="338470"/>
                      <a:pt x="1862479" y="342158"/>
                    </a:cubicBezTo>
                    <a:cubicBezTo>
                      <a:pt x="1853818" y="343333"/>
                      <a:pt x="1844309" y="344855"/>
                      <a:pt x="1836283" y="342488"/>
                    </a:cubicBezTo>
                    <a:cubicBezTo>
                      <a:pt x="1758698" y="319808"/>
                      <a:pt x="1680403" y="303878"/>
                      <a:pt x="1599327" y="323970"/>
                    </a:cubicBezTo>
                    <a:cubicBezTo>
                      <a:pt x="1591888" y="325937"/>
                      <a:pt x="1583257" y="323319"/>
                      <a:pt x="1575578" y="321802"/>
                    </a:cubicBezTo>
                    <a:cubicBezTo>
                      <a:pt x="1538035" y="313873"/>
                      <a:pt x="1500950" y="299795"/>
                      <a:pt x="1463288" y="298576"/>
                    </a:cubicBezTo>
                    <a:cubicBezTo>
                      <a:pt x="1370438" y="295582"/>
                      <a:pt x="1277384" y="298137"/>
                      <a:pt x="1184165" y="298373"/>
                    </a:cubicBezTo>
                    <a:cubicBezTo>
                      <a:pt x="1178344" y="298480"/>
                      <a:pt x="1172255" y="298896"/>
                      <a:pt x="1166899" y="297220"/>
                    </a:cubicBezTo>
                    <a:cubicBezTo>
                      <a:pt x="1131827" y="287082"/>
                      <a:pt x="1102238" y="293180"/>
                      <a:pt x="1074855" y="318934"/>
                    </a:cubicBezTo>
                    <a:cubicBezTo>
                      <a:pt x="1062808" y="330244"/>
                      <a:pt x="1045783" y="336940"/>
                      <a:pt x="1030232" y="343829"/>
                    </a:cubicBezTo>
                    <a:cubicBezTo>
                      <a:pt x="1007334" y="354132"/>
                      <a:pt x="983839" y="364180"/>
                      <a:pt x="959854" y="371351"/>
                    </a:cubicBezTo>
                    <a:cubicBezTo>
                      <a:pt x="936141" y="378210"/>
                      <a:pt x="910825" y="387219"/>
                      <a:pt x="887350" y="384742"/>
                    </a:cubicBezTo>
                    <a:cubicBezTo>
                      <a:pt x="845096" y="380339"/>
                      <a:pt x="804258" y="366810"/>
                      <a:pt x="762349" y="358882"/>
                    </a:cubicBezTo>
                    <a:cubicBezTo>
                      <a:pt x="747884" y="356082"/>
                      <a:pt x="732263" y="357732"/>
                      <a:pt x="717454" y="358448"/>
                    </a:cubicBezTo>
                    <a:cubicBezTo>
                      <a:pt x="683463" y="359893"/>
                      <a:pt x="649238" y="370675"/>
                      <a:pt x="616859" y="348700"/>
                    </a:cubicBezTo>
                    <a:cubicBezTo>
                      <a:pt x="586900" y="328019"/>
                      <a:pt x="558641" y="336644"/>
                      <a:pt x="529939" y="355789"/>
                    </a:cubicBezTo>
                    <a:cubicBezTo>
                      <a:pt x="509309" y="369433"/>
                      <a:pt x="485605" y="380664"/>
                      <a:pt x="461851" y="386945"/>
                    </a:cubicBezTo>
                    <a:cubicBezTo>
                      <a:pt x="429225" y="395576"/>
                      <a:pt x="396634" y="400422"/>
                      <a:pt x="360707" y="399082"/>
                    </a:cubicBezTo>
                    <a:cubicBezTo>
                      <a:pt x="335299" y="398193"/>
                      <a:pt x="314629" y="398437"/>
                      <a:pt x="293863" y="384410"/>
                    </a:cubicBezTo>
                    <a:cubicBezTo>
                      <a:pt x="290517" y="382308"/>
                      <a:pt x="284678" y="382122"/>
                      <a:pt x="280347" y="382711"/>
                    </a:cubicBezTo>
                    <a:cubicBezTo>
                      <a:pt x="223554" y="391535"/>
                      <a:pt x="166827" y="392780"/>
                      <a:pt x="108881" y="393231"/>
                    </a:cubicBezTo>
                    <a:cubicBezTo>
                      <a:pt x="90460" y="393322"/>
                      <a:pt x="71882" y="394571"/>
                      <a:pt x="53435" y="397222"/>
                    </a:cubicBezTo>
                    <a:lnTo>
                      <a:pt x="0" y="409348"/>
                    </a:lnTo>
                    <a:close/>
                  </a:path>
                </a:pathLst>
              </a:custGeom>
              <a:blipFill>
                <a:blip r:embed="rId2">
                  <a:alphaModFix amt="57000"/>
                </a:blip>
                <a:tile tx="0" ty="0" sx="100000" sy="100000" flip="none" algn="tl"/>
              </a:blip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uk-UA" noProof="0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2976183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noProof="0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4D41EF-0977-4485-5E66-84DFA115DA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2368" y="694268"/>
            <a:ext cx="3553510" cy="5477932"/>
          </a:xfrm>
        </p:spPr>
        <p:txBody>
          <a:bodyPr>
            <a:normAutofit/>
          </a:bodyPr>
          <a:lstStyle/>
          <a:p>
            <a:pPr algn="ctr"/>
            <a:r>
              <a:rPr lang="uk-UA" noProof="0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Модулі для роботи з ОС</a:t>
            </a:r>
          </a:p>
        </p:txBody>
      </p:sp>
      <p:grpSp>
        <p:nvGrpSpPr>
          <p:cNvPr id="21" name="Graphic 38">
            <a:extLst>
              <a:ext uri="{FF2B5EF4-FFF2-40B4-BE49-F238E27FC236}">
                <a16:creationId xmlns:a16="http://schemas.microsoft.com/office/drawing/2014/main" id="{1E8369D0-2C3B-4E27-AC6C-A246AC28CD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910252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A3D5586F-4573-4C57-9793-1EBFDC8963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uk-UA" noProof="0" dirty="0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5EED35EF-93A0-4921-941C-ECC67AE2A4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uk-UA" noProof="0" dirty="0"/>
            </a:p>
          </p:txBody>
        </p:sp>
      </p:grpSp>
      <p:grpSp>
        <p:nvGrpSpPr>
          <p:cNvPr id="25" name="Graphic 4">
            <a:extLst>
              <a:ext uri="{FF2B5EF4-FFF2-40B4-BE49-F238E27FC236}">
                <a16:creationId xmlns:a16="http://schemas.microsoft.com/office/drawing/2014/main" id="{C6F74901-2A71-43C3-837C-27CCD6B6D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737426" y="2203010"/>
            <a:ext cx="975169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A92DF49A-063A-4F60-BE30-D268264925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uk-UA" noProof="0" dirty="0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70DCBBE0-7DEE-43ED-BEE3-ABB179CFC1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uk-UA" noProof="0" dirty="0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539FE8DF-D1B2-4074-9BDF-C458EA0123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uk-UA" noProof="0" dirty="0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61C143B5-6E24-417D-A035-65747A8E9D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uk-UA" noProof="0" dirty="0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0331ED8C-8819-4FFB-BF3C-FDA6A90D4B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uk-UA" noProof="0" dirty="0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2A39574D-5ECC-4A94-9CB6-646D90DA5A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uk-UA" noProof="0" dirty="0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6A73D6F7-977D-4026-8F68-CA63C162C6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uk-UA" noProof="0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56348370-4FD9-4A99-BB05-944D5B0B0E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uk-UA" noProof="0" dirty="0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D1146D46-43DB-4487-A191-0970511C33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uk-UA" noProof="0" dirty="0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517B7142-9D64-4D34-B23C-9471326AD6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uk-UA" noProof="0" dirty="0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E8EB71CD-AB26-440E-A0D5-E1081DB55A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uk-UA" noProof="0" dirty="0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34423BD2-7458-4680-AF49-5013C9D30E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uk-UA" noProof="0" dirty="0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25547DC8-8B87-4446-9CC9-65AF04A5FE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uk-UA" noProof="0" dirty="0"/>
            </a:p>
          </p:txBody>
        </p:sp>
      </p:grpSp>
      <p:sp>
        <p:nvSpPr>
          <p:cNvPr id="40" name="Oval 39">
            <a:extLst>
              <a:ext uri="{FF2B5EF4-FFF2-40B4-BE49-F238E27FC236}">
                <a16:creationId xmlns:a16="http://schemas.microsoft.com/office/drawing/2014/main" id="{EC11F68A-CC71-4196-BBF3-20CDCD75D4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9502" y="4752208"/>
            <a:ext cx="365021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uk-UA" noProof="0" dirty="0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085F9950-F10E-4E64-962B-F703457898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9502" y="4752208"/>
            <a:ext cx="365021" cy="365021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uk-UA" noProof="0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0A70D551-D834-ADDA-6D5A-DFA805B88A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4868" y="1130846"/>
            <a:ext cx="5217173" cy="5041354"/>
          </a:xfrm>
        </p:spPr>
        <p:txBody>
          <a:bodyPr>
            <a:normAutofit/>
          </a:bodyPr>
          <a:lstStyle/>
          <a:p>
            <a:r>
              <a:rPr lang="uk-UA" sz="1600" noProof="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Пакет </a:t>
            </a:r>
            <a:r>
              <a:rPr lang="uk-UA" sz="1600" b="1" noProof="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os</a:t>
            </a:r>
            <a:r>
              <a:rPr lang="uk-UA" sz="1600" noProof="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містить функції для отримання інформації про операційну систему, роботи з файлами та каталогами, а також для керування процесами. До його складу входить кілька модулів, серед яких найчастіше використовують модуль </a:t>
            </a:r>
            <a:r>
              <a:rPr lang="uk-UA" sz="1600" b="1" noProof="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os.path</a:t>
            </a:r>
            <a:r>
              <a:rPr lang="uk-UA" sz="1600" noProof="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призначений для роботи з файлами та каталогами.</a:t>
            </a:r>
          </a:p>
          <a:p>
            <a:r>
              <a:rPr lang="uk-UA" sz="1600" noProof="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Модуль </a:t>
            </a:r>
            <a:r>
              <a:rPr lang="uk-UA" sz="1600" b="1" noProof="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sys</a:t>
            </a:r>
            <a:r>
              <a:rPr lang="uk-UA" sz="1600" noProof="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містить функції, що дозволяють отримувати дані або змінювати системне оточення інтерпретатора </a:t>
            </a:r>
            <a:r>
              <a:rPr lang="uk-UA" sz="1600" noProof="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Python</a:t>
            </a:r>
            <a:r>
              <a:rPr lang="uk-UA" sz="1600" noProof="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.</a:t>
            </a:r>
          </a:p>
          <a:p>
            <a:r>
              <a:rPr lang="uk-UA" sz="1600" noProof="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Модуль </a:t>
            </a:r>
            <a:r>
              <a:rPr lang="uk-UA" sz="1600" b="1" noProof="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shutil</a:t>
            </a:r>
            <a:r>
              <a:rPr lang="uk-UA" sz="1600" noProof="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(</a:t>
            </a:r>
            <a:r>
              <a:rPr lang="uk-UA" sz="1600" i="1" noProof="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shell</a:t>
            </a:r>
            <a:r>
              <a:rPr lang="uk-UA" sz="1600" i="1" noProof="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uk-UA" sz="1600" i="1" noProof="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utilities</a:t>
            </a:r>
            <a:r>
              <a:rPr lang="uk-UA" sz="1600" i="1" noProof="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– системні програми командного рядка</a:t>
            </a:r>
            <a:r>
              <a:rPr lang="uk-UA" sz="1600" noProof="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) дає змогу виконувати одним викликом операції над великими групами файлів і каталогів.</a:t>
            </a:r>
          </a:p>
          <a:p>
            <a:r>
              <a:rPr lang="uk-UA" sz="1600" noProof="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Модуль </a:t>
            </a:r>
            <a:r>
              <a:rPr lang="uk-UA" sz="1600" b="1" noProof="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glob</a:t>
            </a:r>
            <a:r>
              <a:rPr lang="uk-UA" sz="1600" noProof="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містить функції для роботи з наборами файлів і каталогів.</a:t>
            </a:r>
            <a:endParaRPr lang="en-US" sz="1600" noProof="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r>
              <a:rPr lang="uk-UA" sz="1600" noProof="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Модуль </a:t>
            </a:r>
            <a:r>
              <a:rPr lang="en-US" sz="1600" noProof="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Pathlib</a:t>
            </a:r>
            <a:r>
              <a:rPr lang="en-US" sz="1600" noProof="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uk-UA" sz="16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використовується для об’єктно-орієнтованої роботи з файловими шляхами.</a:t>
            </a:r>
            <a:endParaRPr lang="uk-UA" sz="1600" noProof="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0" indent="0">
              <a:buNone/>
            </a:pPr>
            <a:endParaRPr lang="uk-UA" sz="1500" noProof="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152457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8A8EAB8-D2FF-444D-B34B-7D32F106A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noProof="0" dirty="0">
              <a:solidFill>
                <a:schemeClr val="bg1"/>
              </a:solidFill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B09350-33F2-0AA1-46EC-A787DA7412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141" y="1450655"/>
            <a:ext cx="3932030" cy="3956690"/>
          </a:xfrm>
        </p:spPr>
        <p:txBody>
          <a:bodyPr anchor="ctr">
            <a:normAutofit/>
          </a:bodyPr>
          <a:lstStyle/>
          <a:p>
            <a:r>
              <a:rPr lang="uk-UA" sz="5600" noProof="0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Модуль </a:t>
            </a:r>
            <a:r>
              <a:rPr lang="uk-UA" sz="5600" noProof="0" dirty="0" err="1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sys</a:t>
            </a:r>
            <a:r>
              <a:rPr lang="uk-UA" sz="5600" noProof="0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 та стандартні файли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67633D1-6EE6-4118-B9F0-B363477BEE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014141" y="1450655"/>
            <a:ext cx="393203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AD7FFC6-42A9-49CB-B5E9-B3F6B03833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014141" y="5408571"/>
            <a:ext cx="393203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0D16E12F-CF5F-45F7-048A-204E4F9BE0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1108061"/>
            <a:ext cx="5008901" cy="4571972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uk-UA" sz="1700" noProof="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Під час виконання програм інтерпретатором </a:t>
            </a:r>
            <a:r>
              <a:rPr lang="uk-UA" sz="1700" noProof="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Python</a:t>
            </a:r>
            <a:r>
              <a:rPr lang="uk-UA" sz="1700" noProof="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використовуються стандартні файли: </a:t>
            </a:r>
            <a:r>
              <a:rPr lang="uk-UA" sz="1700" noProof="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stdin</a:t>
            </a:r>
            <a:r>
              <a:rPr lang="uk-UA" sz="1700" noProof="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</a:t>
            </a:r>
            <a:r>
              <a:rPr lang="uk-UA" sz="1700" noProof="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stdout</a:t>
            </a:r>
            <a:r>
              <a:rPr lang="uk-UA" sz="1700" noProof="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</a:t>
            </a:r>
            <a:r>
              <a:rPr lang="uk-UA" sz="1700" noProof="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stderr</a:t>
            </a:r>
            <a:r>
              <a:rPr lang="uk-UA" sz="1700" noProof="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. Ці файли описані в модулі sys.sys.</a:t>
            </a:r>
          </a:p>
          <a:p>
            <a:r>
              <a:rPr lang="uk-UA" sz="1700" noProof="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stdin</a:t>
            </a:r>
            <a:r>
              <a:rPr lang="uk-UA" sz="1700" noProof="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– стандартний файл для введення;</a:t>
            </a:r>
          </a:p>
          <a:p>
            <a:r>
              <a:rPr lang="uk-UA" sz="1700" noProof="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sys.stdout</a:t>
            </a:r>
            <a:r>
              <a:rPr lang="uk-UA" sz="1700" noProof="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– стандартний файл для виведення;</a:t>
            </a:r>
          </a:p>
          <a:p>
            <a:r>
              <a:rPr lang="uk-UA" sz="1700" noProof="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sys.stderr</a:t>
            </a:r>
            <a:r>
              <a:rPr lang="uk-UA" sz="1700" noProof="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– стандартний файл для виведення інформації про помилки;</a:t>
            </a:r>
          </a:p>
          <a:p>
            <a:pPr marL="0" indent="0">
              <a:buNone/>
            </a:pPr>
            <a:r>
              <a:rPr lang="uk-UA" sz="1700" noProof="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Python</a:t>
            </a:r>
            <a:r>
              <a:rPr lang="uk-UA" sz="1700" noProof="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автоматично відкриває стандартні файли під час запуску програми і так само автоматично закриває їх після її </a:t>
            </a:r>
            <a:r>
              <a:rPr lang="uk-UA" sz="1700" noProof="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завершення.За</a:t>
            </a:r>
            <a:r>
              <a:rPr lang="uk-UA" sz="1700" noProof="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замовчуванням </a:t>
            </a:r>
            <a:r>
              <a:rPr lang="uk-UA" sz="1700" noProof="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stdin</a:t>
            </a:r>
            <a:r>
              <a:rPr lang="uk-UA" sz="1700" noProof="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пов’язаний з клавіатурою, а </a:t>
            </a:r>
            <a:r>
              <a:rPr lang="uk-UA" sz="1700" noProof="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stdout</a:t>
            </a:r>
            <a:r>
              <a:rPr lang="uk-UA" sz="1700" noProof="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і </a:t>
            </a:r>
            <a:r>
              <a:rPr lang="uk-UA" sz="1700" noProof="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stderr</a:t>
            </a:r>
            <a:r>
              <a:rPr lang="uk-UA" sz="1700" noProof="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— з екраном. Однак ці зв’язки можна тимчасово змінити, щоб виконувати введення або виведення в інші файли.</a:t>
            </a:r>
          </a:p>
        </p:txBody>
      </p:sp>
    </p:spTree>
    <p:extLst>
      <p:ext uri="{BB962C8B-B14F-4D97-AF65-F5344CB8AC3E}">
        <p14:creationId xmlns:p14="http://schemas.microsoft.com/office/powerpoint/2010/main" val="961303772"/>
      </p:ext>
    </p:extLst>
  </p:cSld>
  <p:clrMapOvr>
    <a:masterClrMapping/>
  </p:clrMapOvr>
  <p:transition spd="slow">
    <p:push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7AE9375-4664-4DB2-922D-2782A6E439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noProof="0" dirty="0">
              <a:solidFill>
                <a:schemeClr val="tx1"/>
              </a:solidFill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35A62AD-F07E-9556-7693-44F11D21CC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69925"/>
            <a:ext cx="4508946" cy="1325563"/>
          </a:xfrm>
        </p:spPr>
        <p:txBody>
          <a:bodyPr anchor="b">
            <a:normAutofit/>
          </a:bodyPr>
          <a:lstStyle/>
          <a:p>
            <a:pPr algn="r"/>
            <a:r>
              <a:rPr lang="uk-UA" noProof="0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Файлова система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E504C98-6397-41C1-A8D8-2D9C4ED30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26210" y="2026340"/>
            <a:ext cx="5220936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B708B670-13C2-FA6E-BADD-A9C36D5495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240" y="2398957"/>
            <a:ext cx="10728959" cy="3526144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uk-UA" sz="1600" noProof="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Файлова система (скорочено ФС) — це сукупність методів і структур, які використовує операційна система комп’ютера для впорядкування даних на цифрових носіях інформації, а також для контролю вільного простору, призначеного для їх зберігання. </a:t>
            </a:r>
          </a:p>
          <a:p>
            <a:pPr marL="0" indent="0" algn="just">
              <a:buNone/>
            </a:pPr>
            <a:r>
              <a:rPr lang="uk-UA" sz="1600" noProof="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Щоб краще зрозуміти сутність цієї технології, варто ознайомитися з основними принципами, що лежать в її основі.</a:t>
            </a:r>
            <a:r>
              <a:rPr lang="en-US" sz="1600" noProof="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uk-UA" sz="1600" noProof="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Загалом файлова система є структурованим представленням даних разом із набором метаданих, які їх описують. Вона застосовується до носія під час його форматування. Така структура використовується для всього сховища або для його окремого ізольованого сегмента — розділу диска.</a:t>
            </a:r>
            <a:endParaRPr lang="en-US" sz="1600" noProof="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0" indent="0" algn="just">
              <a:buNone/>
            </a:pPr>
            <a:r>
              <a:rPr lang="uk-UA" sz="1600" noProof="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Зазвичай файлова система оперує блоками, а не секторами. Блоки ФС — це групи секторів, які дозволяють оптимізувати адресацію сховища. Сучасні файлові системи здебільшого використовують блоки розміром від 1 до 128 секторів (512–65536 байт). Файли зазвичай зберігаються на початку блоку та займають цілі блоки.</a:t>
            </a:r>
            <a:endParaRPr lang="en-US" sz="1600" noProof="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0" indent="0" algn="just">
              <a:buNone/>
            </a:pPr>
            <a:r>
              <a:rPr lang="uk-UA" sz="1600" noProof="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Детальніше про файлову систему можна почитати, наприклад, </a:t>
            </a:r>
            <a:r>
              <a:rPr lang="uk-UA" sz="1600" noProof="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2"/>
              </a:rPr>
              <a:t>тут</a:t>
            </a:r>
            <a:r>
              <a:rPr lang="uk-UA" sz="1600" noProof="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DD005C1-8C51-42D6-9BEE-B9B838497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206" y="115193"/>
            <a:ext cx="11939588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noProof="0" dirty="0"/>
          </a:p>
        </p:txBody>
      </p:sp>
    </p:spTree>
    <p:extLst>
      <p:ext uri="{BB962C8B-B14F-4D97-AF65-F5344CB8AC3E}">
        <p14:creationId xmlns:p14="http://schemas.microsoft.com/office/powerpoint/2010/main" val="1596432209"/>
      </p:ext>
    </p:extLst>
  </p:cSld>
  <p:clrMapOvr>
    <a:masterClrMapping/>
  </p:clrMapOvr>
  <p:transition spd="slow">
    <p:push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A7AE9375-4664-4DB2-922D-2782A6E439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D6C0E15-5CCC-14C2-739F-FFE3EA38F3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2635" y="1250575"/>
            <a:ext cx="4604274" cy="4163210"/>
          </a:xfrm>
        </p:spPr>
        <p:txBody>
          <a:bodyPr anchor="ctr">
            <a:normAutofit/>
          </a:bodyPr>
          <a:lstStyle/>
          <a:p>
            <a:r>
              <a:rPr lang="uk-UA" sz="8000" noProof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Файлова система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2C57604-0CFD-4023-B9BD-107166A25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6476" y="1100949"/>
            <a:ext cx="4996593" cy="4462463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D215DAEB-F93F-7ADC-A1A6-F381134F4C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3224" y="860612"/>
            <a:ext cx="4797909" cy="5023821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uk-UA" sz="20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У сучасних операційних системах файлова система має ієрархічну структуру каталогів у вигляді дерева або ациклічного графа.</a:t>
            </a:r>
            <a:endParaRPr lang="en-US" sz="200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0" indent="0">
              <a:buNone/>
            </a:pPr>
            <a:br>
              <a:rPr lang="uk-UA" sz="20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</a:br>
            <a:r>
              <a:rPr lang="uk-UA" sz="20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Кожен каталог може містити файли або підкаталоги.</a:t>
            </a:r>
            <a:r>
              <a:rPr lang="en-US" sz="20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uk-UA" sz="20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Один із каталогів вважається поточним, і його можна змінити на інший.</a:t>
            </a:r>
            <a:endParaRPr lang="uk-UA" sz="2000" noProof="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0" indent="0">
              <a:buNone/>
            </a:pPr>
            <a:r>
              <a:rPr lang="uk-UA" sz="2000" noProof="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Файл задається ім’ям файлу (рядком), у кінці якого може бути додатково вказано розширення імені через крапку, яке і визначає тип файлу (.</a:t>
            </a:r>
            <a:r>
              <a:rPr lang="uk-UA" sz="2000" noProof="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txt</a:t>
            </a:r>
            <a:r>
              <a:rPr lang="uk-UA" sz="2000" noProof="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.</a:t>
            </a:r>
            <a:r>
              <a:rPr lang="uk-UA" sz="2000" noProof="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py</a:t>
            </a:r>
            <a:r>
              <a:rPr lang="uk-UA" sz="2000" noProof="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.</a:t>
            </a:r>
            <a:r>
              <a:rPr lang="uk-UA" sz="2000" noProof="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exe</a:t>
            </a:r>
            <a:r>
              <a:rPr lang="uk-UA" sz="2000" noProof="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.</a:t>
            </a:r>
            <a:r>
              <a:rPr lang="uk-UA" sz="2000" noProof="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pdf</a:t>
            </a:r>
            <a:r>
              <a:rPr lang="uk-UA" sz="2000" noProof="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).</a:t>
            </a:r>
          </a:p>
          <a:p>
            <a:pPr marL="0" indent="0">
              <a:buNone/>
            </a:pPr>
            <a:endParaRPr lang="uk-UA" sz="2000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4351967"/>
      </p:ext>
    </p:extLst>
  </p:cSld>
  <p:clrMapOvr>
    <a:masterClrMapping/>
  </p:clrMapOvr>
  <p:transition spd="slow">
    <p:wipe dir="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7AE9375-4664-4DB2-922D-2782A6E439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F3AD819-2D65-B318-BDEE-DABF55830D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69925"/>
            <a:ext cx="4508946" cy="1325563"/>
          </a:xfrm>
        </p:spPr>
        <p:txBody>
          <a:bodyPr anchor="b">
            <a:normAutofit/>
          </a:bodyPr>
          <a:lstStyle/>
          <a:p>
            <a:pPr algn="r"/>
            <a:r>
              <a:rPr lang="uk-UA" noProof="0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Файлова система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E504C98-6397-41C1-A8D8-2D9C4ED30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26210" y="2026340"/>
            <a:ext cx="5220936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907C4B2D-9872-E9A8-CBE1-7069E6EDA9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2667" y="2398957"/>
            <a:ext cx="9406666" cy="352614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uk-UA" sz="1400" noProof="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Щоб визначити розташування файлу, потрібно задати шлях у вигляді послідовності каталогів, починаючи з поточного (відносний шлях) або деякого початкового каталогу (абсолютний шлях).</a:t>
            </a:r>
          </a:p>
          <a:p>
            <a:pPr marL="0" indent="0">
              <a:buNone/>
            </a:pPr>
            <a:endParaRPr lang="uk-UA" sz="1400" noProof="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0" indent="0">
              <a:buNone/>
            </a:pPr>
            <a:r>
              <a:rPr lang="uk-UA" sz="1400" noProof="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Каталоги та власне ім’я файлу розділяються символом-роздільником:</a:t>
            </a:r>
          </a:p>
          <a:p>
            <a:r>
              <a:rPr lang="uk-UA" sz="1400" noProof="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\ - Windows</a:t>
            </a:r>
          </a:p>
          <a:p>
            <a:r>
              <a:rPr lang="uk-UA" sz="1400" noProof="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/ - </a:t>
            </a:r>
            <a:r>
              <a:rPr lang="uk-UA" sz="1400" noProof="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Unix</a:t>
            </a:r>
            <a:endParaRPr lang="uk-UA" sz="1400" noProof="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r>
              <a:rPr lang="uk-UA" sz="1400" noProof="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/ або : - </a:t>
            </a:r>
            <a:r>
              <a:rPr lang="uk-UA" sz="1400" noProof="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MacOS</a:t>
            </a:r>
            <a:endParaRPr lang="uk-UA" sz="1400" noProof="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0" indent="0">
              <a:buNone/>
            </a:pPr>
            <a:r>
              <a:rPr lang="uk-UA" sz="1400" noProof="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Приклади до файлу file.doc  у різних операційних системах:</a:t>
            </a:r>
          </a:p>
          <a:p>
            <a:r>
              <a:rPr lang="uk-UA" sz="1400" noProof="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C:\Documents\file.doc   - Windows</a:t>
            </a:r>
          </a:p>
          <a:p>
            <a:r>
              <a:rPr lang="uk-UA" sz="1400" noProof="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etc</a:t>
            </a:r>
            <a:r>
              <a:rPr lang="uk-UA" sz="1400" noProof="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/</a:t>
            </a:r>
            <a:r>
              <a:rPr lang="uk-UA" sz="1400" noProof="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pub</a:t>
            </a:r>
            <a:r>
              <a:rPr lang="uk-UA" sz="1400" noProof="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/file.doc   - </a:t>
            </a:r>
            <a:r>
              <a:rPr lang="uk-UA" sz="1400" noProof="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Unix</a:t>
            </a:r>
            <a:endParaRPr lang="uk-UA" sz="1400" noProof="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r>
              <a:rPr lang="uk-UA" sz="1400" noProof="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Mac</a:t>
            </a:r>
            <a:r>
              <a:rPr lang="uk-UA" sz="1400" noProof="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uk-UA" sz="1400" noProof="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HD:Documents:file</a:t>
            </a:r>
            <a:r>
              <a:rPr lang="uk-UA" sz="1400" noProof="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- </a:t>
            </a:r>
            <a:r>
              <a:rPr lang="uk-UA" sz="1400" noProof="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MacOS</a:t>
            </a:r>
            <a:endParaRPr lang="uk-UA" sz="1400" noProof="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endParaRPr lang="uk-UA" sz="1400" noProof="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DD005C1-8C51-42D6-9BEE-B9B838497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206" y="115193"/>
            <a:ext cx="11939588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158579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Rectangle 7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58" name="Group 9">
            <a:extLst>
              <a:ext uri="{FF2B5EF4-FFF2-40B4-BE49-F238E27FC236}">
                <a16:creationId xmlns:a16="http://schemas.microsoft.com/office/drawing/2014/main" id="{6A57EACD-61CA-4775-9551-2078FC0BC7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731107" y="5203828"/>
            <a:ext cx="1861478" cy="1557272"/>
            <a:chOff x="9731107" y="5203828"/>
            <a:chExt cx="1861478" cy="1557272"/>
          </a:xfrm>
          <a:solidFill>
            <a:schemeClr val="bg1"/>
          </a:solidFill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5EA9CEFA-65DF-4773-AB16-4E08113480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731112" y="5203828"/>
              <a:ext cx="36465" cy="36221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0" name="Freeform: Shape 11">
              <a:extLst>
                <a:ext uri="{FF2B5EF4-FFF2-40B4-BE49-F238E27FC236}">
                  <a16:creationId xmlns:a16="http://schemas.microsoft.com/office/drawing/2014/main" id="{A5B46568-197D-4462-A2AB-B32016E07D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83335" y="5203828"/>
              <a:ext cx="36221" cy="36221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A310550-C5D3-4B44-A74F-CA522D3EA1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35314" y="5203828"/>
              <a:ext cx="36218" cy="36221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F4320944-CB85-404B-ACEB-4C621A2DE0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87538" y="5203828"/>
              <a:ext cx="36218" cy="36221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F09ADAE-8ED7-4349-9F53-C9846B34AC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39519" y="5203828"/>
              <a:ext cx="36218" cy="36221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44A30888-D632-4303-AD63-F9F6425F67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491745" y="5203828"/>
              <a:ext cx="36221" cy="36221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494E026-3245-4E27-8FA4-B5E5039893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643724" y="5203828"/>
              <a:ext cx="36218" cy="36221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70980A2D-E8F8-4D53-96BD-549B6E43CE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95947" y="5203828"/>
              <a:ext cx="36221" cy="36221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F9B2DDE9-70F9-46DE-A98D-A9E6A15B0C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7929" y="5203828"/>
              <a:ext cx="36218" cy="36221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CD6359C0-FED2-4F38-AF2C-D2CCB137CB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00152" y="5203828"/>
              <a:ext cx="36218" cy="36221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E731DFD6-7643-4367-B357-419597215F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252131" y="5203828"/>
              <a:ext cx="36218" cy="36221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D5AD929-BDD1-4C17-B069-7F26DA2398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04357" y="5203828"/>
              <a:ext cx="36218" cy="36221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6A89B223-AC6D-428A-ADA0-A8107F132C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556336" y="5203828"/>
              <a:ext cx="36218" cy="36221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D55AE910-CDA0-467B-91F1-30022FC702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731112" y="5356051"/>
              <a:ext cx="36465" cy="36221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A280BBB4-49D0-40C7-949B-CE40E918B3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83335" y="5356046"/>
              <a:ext cx="36221" cy="36226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25A691FB-DA8E-4CB6-B2CB-43996A8A62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35314" y="5356046"/>
              <a:ext cx="36218" cy="36226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26ABC7EF-0297-4356-A5FE-85B70C2267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87538" y="5356046"/>
              <a:ext cx="36218" cy="36226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E2A4C124-2BE2-47A7-88BD-0D0E70225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39519" y="5356046"/>
              <a:ext cx="36218" cy="36226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C77B5782-F97B-49E6-B4CF-05080D43F7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491742" y="5356051"/>
              <a:ext cx="36221" cy="36221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8B45F28A-82A7-4E2A-AC1D-A9080F5F5A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643724" y="5356046"/>
              <a:ext cx="36218" cy="36226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904D3904-C2B3-4481-9AD0-4F4B97BF79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95947" y="5356044"/>
              <a:ext cx="36221" cy="36226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17E99BD2-8425-452F-BBC9-DA271A4D4B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7929" y="5356044"/>
              <a:ext cx="36218" cy="36226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26826B2E-CE5F-4751-AB16-2F5D38E0D5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00152" y="5356044"/>
              <a:ext cx="36218" cy="36226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73D69C59-2023-4CEC-BA7C-5EE1834EC6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252131" y="5356044"/>
              <a:ext cx="36218" cy="36226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CB90D7BC-1D4E-4E24-B1E4-700CFE90C9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04357" y="5356041"/>
              <a:ext cx="36218" cy="36226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79425F03-8DA8-4B30-8D52-0F823F557C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556336" y="5356046"/>
              <a:ext cx="36218" cy="36221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E5042418-2AFD-437C-BDFE-95057749D1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731112" y="5508030"/>
              <a:ext cx="36465" cy="36219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6F7247EC-FBD7-42B0-89E1-9814018978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83335" y="5508030"/>
              <a:ext cx="36221" cy="36221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C642B17A-8F41-4932-B0D0-CAA198A367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35314" y="5508030"/>
              <a:ext cx="36218" cy="36219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0BC09251-BDF7-47DB-8213-2FD24431C9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87538" y="5508030"/>
              <a:ext cx="36218" cy="36219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0F3F5D47-FD51-41B4-B385-72FB1B83FD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39519" y="5508030"/>
              <a:ext cx="36218" cy="36219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5FEDA36F-4DFB-4CF9-AFCB-DF2830797B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491745" y="5508030"/>
              <a:ext cx="36221" cy="36221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74B82A4E-24F2-4AF9-ACD9-032004D5C7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643724" y="5508030"/>
              <a:ext cx="36218" cy="36219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948A1B0D-4A06-45BC-B4BC-CFC5300FB0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95947" y="5508025"/>
              <a:ext cx="36221" cy="36219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E5FAD49E-FD72-4576-A940-2428587BC1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7929" y="5508025"/>
              <a:ext cx="36218" cy="36219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50C5050F-FCF4-41AE-A014-DA0E79C9D0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00152" y="5508025"/>
              <a:ext cx="36218" cy="36219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C05C37E2-39BD-41F3-A48B-0D6656AFDF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252131" y="5508025"/>
              <a:ext cx="36218" cy="36219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AADE8E63-21C2-4361-9759-81558A67FB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04357" y="5508025"/>
              <a:ext cx="36218" cy="36219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1BB2F91E-6261-407E-AB8B-BC2971C5EC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556336" y="5508025"/>
              <a:ext cx="36218" cy="36221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51B8D98F-3287-4463-9C66-4D55628802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731112" y="5660254"/>
              <a:ext cx="36465" cy="36219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94B4DF75-5954-4360-BD08-C0F14F07BC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83335" y="5660248"/>
              <a:ext cx="36221" cy="36226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D9646D91-7334-4EF7-854E-31229C0EBD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35314" y="5660248"/>
              <a:ext cx="36218" cy="36226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6B52D0D3-BAB6-4E87-A7E3-042FE194E0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87538" y="5660248"/>
              <a:ext cx="36218" cy="36226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7C99FAD0-CAF0-416B-A5C2-BF67795C5B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39519" y="5660248"/>
              <a:ext cx="36218" cy="36226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0E22E26C-C150-4D82-9949-7CBE6C6E37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491742" y="5660254"/>
              <a:ext cx="36221" cy="36219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D072F62D-B9FA-4CBD-8427-DCDAE97240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643724" y="5660248"/>
              <a:ext cx="36218" cy="36226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4A5E7E19-8DF1-4E35-B975-14DB353C5C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95947" y="5660246"/>
              <a:ext cx="36221" cy="36226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F29CC129-69D0-48B1-969C-406A8EC16C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7929" y="5660246"/>
              <a:ext cx="36218" cy="36226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0863A762-C2BE-4B7F-8F77-FB38598FD6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00152" y="5660246"/>
              <a:ext cx="36218" cy="36226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875ED5B7-A269-4716-8A91-60C4640BC4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252131" y="5660246"/>
              <a:ext cx="36218" cy="36226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B53D700F-89B5-47C3-88CF-F491CCA231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04357" y="5660246"/>
              <a:ext cx="36218" cy="36226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A60B6165-C5E0-4495-B9AC-5D3FAA17C3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556336" y="5660251"/>
              <a:ext cx="36218" cy="36219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72C06BE7-B255-49E8-AFD7-16EA0DEEDA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731112" y="5812233"/>
              <a:ext cx="36465" cy="36219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A62BAA60-4FD3-4ED5-85B8-FA1AEBB543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83335" y="5812233"/>
              <a:ext cx="36221" cy="36219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7D285C5F-B15D-4C99-876E-11EA0EDDB8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35314" y="5812233"/>
              <a:ext cx="36218" cy="36219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31D3315B-6CF6-4B8A-9AD6-15E8ED774D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87538" y="5812233"/>
              <a:ext cx="36218" cy="36219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22316A1B-DF30-4B08-A25E-634088C3A8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39519" y="5812233"/>
              <a:ext cx="36218" cy="36219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13B9824C-F3A0-4BB5-BA2D-E7B2C87394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491742" y="5812233"/>
              <a:ext cx="36221" cy="36219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E74AA607-331A-4D12-9628-01D4184CA8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643724" y="5812233"/>
              <a:ext cx="36218" cy="36219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BC5FC238-AD32-4501-B2D5-55A3F14093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95947" y="5812233"/>
              <a:ext cx="36221" cy="36219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92651C95-EE88-4D97-A4BD-842E093F04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7929" y="5812233"/>
              <a:ext cx="36218" cy="36219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DD800BB2-C68A-40A6-8CD4-A733BD0DBA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00152" y="5812233"/>
              <a:ext cx="36218" cy="36219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8697780E-7DCF-4651-9953-FE1A7062C3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252131" y="5812233"/>
              <a:ext cx="36218" cy="36219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6B417FEE-0006-405F-A3EF-741EC0C607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04357" y="5812233"/>
              <a:ext cx="36218" cy="36219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ED2CA75D-333A-4FC0-A35C-1502189323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556336" y="5812230"/>
              <a:ext cx="36218" cy="36219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71FE7FEB-856E-4B91-9524-7CB608A04D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731112" y="5964459"/>
              <a:ext cx="36465" cy="36221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B815A820-71A2-4F06-909A-802956FCD9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83335" y="5964453"/>
              <a:ext cx="36221" cy="36226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4135222E-6463-4F37-A52D-8E5F48B17D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35314" y="5964453"/>
              <a:ext cx="36218" cy="36226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34C684AC-F7CB-4096-BD97-E024A22032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87538" y="5964453"/>
              <a:ext cx="36218" cy="36226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2AEB483C-20AB-4095-912D-AB52A7C322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39519" y="5964453"/>
              <a:ext cx="36218" cy="36226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2D1625C5-4D6F-4AF0-8F52-3E430AD86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491742" y="5964459"/>
              <a:ext cx="36221" cy="36221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BE6AC22C-25A4-400A-8E40-0DA9119C5D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643724" y="5964453"/>
              <a:ext cx="36218" cy="36226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B4586291-7B87-4844-A3C7-1B10E7070A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95947" y="5964451"/>
              <a:ext cx="36221" cy="36226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7E6C849B-AC63-4611-9425-9677632806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7929" y="5964451"/>
              <a:ext cx="36218" cy="36226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D3DD2AB7-F94D-4A1E-8D17-3A8418C7D8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00152" y="5964451"/>
              <a:ext cx="36218" cy="36226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D99CE3DE-A5D3-4CBC-9771-BA0D4A71C3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252131" y="5964451"/>
              <a:ext cx="36218" cy="36226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F51F4BCD-DCFB-49C5-AA53-912A2644D5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04357" y="5964448"/>
              <a:ext cx="36218" cy="36226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217BD47A-2F24-467E-A016-650656A35B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556336" y="5964453"/>
              <a:ext cx="36218" cy="36221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260F5B69-D34A-4A38-AC4F-E04BB730A0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731112" y="6116440"/>
              <a:ext cx="36465" cy="36219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36D5DFC6-ED6D-4E93-BBFD-32876861C6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83335" y="6116440"/>
              <a:ext cx="36221" cy="36219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046009FB-3E9E-46F5-9DC9-B225C7B7D6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35314" y="6116440"/>
              <a:ext cx="36218" cy="36219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E10C4A9D-1BAD-4C1A-B643-39CEA7C56A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87538" y="6116440"/>
              <a:ext cx="36218" cy="36219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B3786231-B3C8-45C0-AB76-F0F35D7E1D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39519" y="6116440"/>
              <a:ext cx="36218" cy="36219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8E05DBD8-3FC9-47DE-88E7-849A2BE28C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491742" y="6116440"/>
              <a:ext cx="36221" cy="36219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F8B45623-D400-48AE-99CB-C50EF8208C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643724" y="6116440"/>
              <a:ext cx="36218" cy="36219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650817F4-286D-4A64-A707-3199641184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95947" y="6116435"/>
              <a:ext cx="36221" cy="36219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CE2CBB23-BC03-4233-B66D-F3E1BC3612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7929" y="6116435"/>
              <a:ext cx="36218" cy="36219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45B057C8-A242-41ED-B0DB-78B245C078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00152" y="6116435"/>
              <a:ext cx="36218" cy="36219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9CB4C1C0-5F41-4E24-A7CD-AFB1DE7B39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252131" y="6116433"/>
              <a:ext cx="36218" cy="36219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9153209C-5637-4CEC-AB94-73A0EA2C7A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04357" y="6116438"/>
              <a:ext cx="36218" cy="36219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F7A55A31-FEC9-482A-B837-9658289139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556336" y="6116440"/>
              <a:ext cx="36218" cy="36219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93BA94A3-F00C-4D17-9254-A955E4414F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731112" y="6268419"/>
              <a:ext cx="36465" cy="36219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9A2902DE-23EF-49CE-A669-B9096A9D4B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83335" y="6268419"/>
              <a:ext cx="36221" cy="36221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35780746-7CB1-459B-ACF8-EE4C8FA2DA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35314" y="6268419"/>
              <a:ext cx="36218" cy="36219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6EC72100-CCC7-485B-AB73-AFE6263C26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87538" y="6268419"/>
              <a:ext cx="36218" cy="36219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90330226-7157-4C26-8B12-849E7E40B5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39519" y="6268419"/>
              <a:ext cx="36218" cy="36219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F6FC5CE2-A4E9-48A9-A687-9D3CBDF2C8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491745" y="6268419"/>
              <a:ext cx="36221" cy="36221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971F8A61-039C-4875-ABD2-DDAD0AF611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643724" y="6268419"/>
              <a:ext cx="36218" cy="36219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5E9C48D7-E617-453A-95A7-4CBADCB709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95968" y="6268419"/>
              <a:ext cx="36221" cy="36219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6028847A-3236-456C-ABCA-F17FACC740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7950" y="6268419"/>
              <a:ext cx="36218" cy="36219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768F10DA-E024-4DFF-B71A-284CE37839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00173" y="6268419"/>
              <a:ext cx="36218" cy="36219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5D1258F2-08D2-4674-BB2B-00DA3F0541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252154" y="6268419"/>
              <a:ext cx="36218" cy="36219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1CA4E673-ADD3-4C6A-B67D-077CD7F768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04380" y="6268419"/>
              <a:ext cx="36218" cy="36219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E8412C5A-7E5C-437B-A36E-FD4ADC57EE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556357" y="6268417"/>
              <a:ext cx="36218" cy="36221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B56AC8FA-ED34-4749-9A15-E878B40889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731112" y="6420645"/>
              <a:ext cx="36465" cy="36219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EEE8845F-6312-4CB4-8345-10FAA6E91F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83335" y="6420645"/>
              <a:ext cx="36221" cy="36221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B6649974-BABE-465B-934C-798CD398A3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35314" y="6420645"/>
              <a:ext cx="36218" cy="36219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9A2E8120-B8AC-4058-AB81-44A99CF53A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87538" y="6420645"/>
              <a:ext cx="36218" cy="36219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EB3ACBEF-904A-4B73-A8B1-3A62AC125D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39519" y="6420645"/>
              <a:ext cx="36218" cy="36219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F80CD75B-0C3D-4186-B1D8-E58A7580E5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491745" y="6420645"/>
              <a:ext cx="36221" cy="36221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C17D40FB-488F-4EFD-9019-8E5802A73E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643724" y="6420645"/>
              <a:ext cx="36218" cy="36219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7089A9FA-C815-459B-8D43-862AC2805A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95968" y="6420653"/>
              <a:ext cx="36221" cy="36219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CA360E5B-3ABC-46DD-9DFE-5D8D1D4D21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7950" y="6420661"/>
              <a:ext cx="36218" cy="36219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DBCC9121-E8F5-49AE-869E-1245398D1D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00173" y="6420668"/>
              <a:ext cx="36218" cy="36219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B190A7C8-B00C-4DCB-929A-3288110391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252154" y="6420668"/>
              <a:ext cx="36218" cy="36219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DFBC02C4-69CC-4293-9249-E28D9F2C5A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04380" y="6420673"/>
              <a:ext cx="36218" cy="36219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C4748328-B03B-4EDD-96F0-DAF6527201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556357" y="6420679"/>
              <a:ext cx="36218" cy="36221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17E29EF6-5C38-4836-AE46-64215DD789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731112" y="6572627"/>
              <a:ext cx="36465" cy="36219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333BC27D-A755-4489-B73A-5B0EA4BDD4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83335" y="6572627"/>
              <a:ext cx="36221" cy="36219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E018ADBF-7412-4D0F-BC0F-8710DB9A4D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35314" y="6572627"/>
              <a:ext cx="36218" cy="36219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370D54CD-D372-4C7F-B2AC-AB600FE525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87538" y="6572627"/>
              <a:ext cx="36218" cy="36219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9BB9398E-F21C-4918-8C5A-90735B80B3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39519" y="6572627"/>
              <a:ext cx="36218" cy="36219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4A7E3180-5F52-4B48-B3BD-F02177C418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491742" y="6572627"/>
              <a:ext cx="36221" cy="36219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B657DEC7-1A91-41CA-B3FD-593EFF9427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643724" y="6572627"/>
              <a:ext cx="36218" cy="36219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1F66DBED-0EF0-4BC7-A733-8CEB9301F0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95968" y="6572658"/>
              <a:ext cx="36221" cy="36219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327BC7E2-BB50-457E-8D53-CBADC3D0A8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7950" y="6572658"/>
              <a:ext cx="36218" cy="36219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2E5B2F2A-FBC8-42A5-9305-B5C98A24DB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00173" y="6572658"/>
              <a:ext cx="36218" cy="36219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67BC862E-B59F-4BFB-A777-05409E7271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252154" y="6572658"/>
              <a:ext cx="36218" cy="36219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33FB1571-92E7-4829-BCCD-7DCB0FE981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04380" y="6572653"/>
              <a:ext cx="36218" cy="36219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E4F917C1-A8BC-4A0E-AE36-F9D0BE9818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556357" y="6572658"/>
              <a:ext cx="36218" cy="36219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76F8931C-3AC8-4029-B30C-5361BFBCAE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731107" y="6724848"/>
              <a:ext cx="36465" cy="36219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076E87F7-1BC0-472D-B19E-FFB4942471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83333" y="6724848"/>
              <a:ext cx="36221" cy="36219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465149F4-5FFD-4DA3-B387-25DDFF149B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35312" y="6724848"/>
              <a:ext cx="36218" cy="36219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FCC143A2-5B71-45E0-A5DC-1AE44CF27E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87538" y="6724848"/>
              <a:ext cx="36218" cy="36219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A29C66E6-99F1-4166-B11B-8C47DD3103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39517" y="6724848"/>
              <a:ext cx="36218" cy="36219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5D782C24-70D1-4DF0-A631-9FA2642920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491740" y="6724848"/>
              <a:ext cx="36221" cy="36219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204EA4D6-FB90-4EE9-9C94-FACE6D79A1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643724" y="6724848"/>
              <a:ext cx="36218" cy="36219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F71E17C7-CF11-4295-85DA-5237670B3A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95968" y="6724881"/>
              <a:ext cx="36221" cy="36219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73AF0AFB-AF22-44B2-B981-AF6098F197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7950" y="6724881"/>
              <a:ext cx="36218" cy="36219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EC7A3631-6B95-4E40-89A4-0DC231A1A2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00173" y="6724881"/>
              <a:ext cx="36218" cy="36219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E320EDD3-FA1E-4F06-B5E6-86BA66BFFF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252154" y="6724881"/>
              <a:ext cx="36218" cy="36219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25CB6263-11E9-4CF8-B171-7C627720CC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04380" y="6724881"/>
              <a:ext cx="36218" cy="36219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19FB7707-C4F1-4107-A1AA-C702870A59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556367" y="6724876"/>
              <a:ext cx="36218" cy="36219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1376785-9417-C36A-BAB5-E7C3EDDD63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26992" y="1202026"/>
            <a:ext cx="4030132" cy="4406508"/>
          </a:xfrm>
        </p:spPr>
        <p:txBody>
          <a:bodyPr>
            <a:normAutofit/>
          </a:bodyPr>
          <a:lstStyle/>
          <a:p>
            <a:pPr algn="ctr"/>
            <a:r>
              <a:rPr lang="uk-UA" noProof="0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Робота з файлами та каталогами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1B28FE0E-0725-4DA2-A448-C8E0FE0C4D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2228" y="1257565"/>
            <a:ext cx="5217173" cy="4351338"/>
          </a:xfrm>
        </p:spPr>
        <p:txBody>
          <a:bodyPr>
            <a:normAutofit/>
          </a:bodyPr>
          <a:lstStyle/>
          <a:p>
            <a:r>
              <a:rPr lang="uk-UA" sz="22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Прикладами типових задач під час роботи з файлами є: перевірка наявності файлу в певному каталозі, копіювання або переміщення файлу між каталогами, видалення файлу, а також отримання інформації про файл.</a:t>
            </a:r>
          </a:p>
          <a:p>
            <a:r>
              <a:rPr lang="uk-UA" sz="22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Типові задачі під час роботи з каталогами: отримання списку файлів і підкаталогів у каталозі, створення нового каталогу та видалення каталогу.</a:t>
            </a:r>
          </a:p>
        </p:txBody>
      </p:sp>
      <p:grpSp>
        <p:nvGrpSpPr>
          <p:cNvPr id="155" name="Graphic 190">
            <a:extLst>
              <a:ext uri="{FF2B5EF4-FFF2-40B4-BE49-F238E27FC236}">
                <a16:creationId xmlns:a16="http://schemas.microsoft.com/office/drawing/2014/main" id="{55A100E1-E66E-4ED2-A56A-F7A819228F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491531" y="725954"/>
            <a:ext cx="1598829" cy="531293"/>
            <a:chOff x="2504802" y="1755501"/>
            <a:chExt cx="1598829" cy="531293"/>
          </a:xfrm>
          <a:solidFill>
            <a:schemeClr val="bg1"/>
          </a:solidFill>
        </p:grpSpPr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4AB9672F-EB60-4C69-965D-C7AD5217C2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2113855"/>
              <a:ext cx="1598614" cy="172939"/>
            </a:xfrm>
            <a:custGeom>
              <a:avLst/>
              <a:gdLst>
                <a:gd name="connsiteX0" fmla="*/ 1248648 w 1598614"/>
                <a:gd name="connsiteY0" fmla="*/ 172939 h 172939"/>
                <a:gd name="connsiteX1" fmla="*/ 1123031 w 1598614"/>
                <a:gd name="connsiteY1" fmla="*/ 92708 h 172939"/>
                <a:gd name="connsiteX2" fmla="*/ 1024085 w 1598614"/>
                <a:gd name="connsiteY2" fmla="*/ 29469 h 172939"/>
                <a:gd name="connsiteX3" fmla="*/ 925140 w 1598614"/>
                <a:gd name="connsiteY3" fmla="*/ 92708 h 172939"/>
                <a:gd name="connsiteX4" fmla="*/ 799522 w 1598614"/>
                <a:gd name="connsiteY4" fmla="*/ 172939 h 172939"/>
                <a:gd name="connsiteX5" fmla="*/ 799522 w 1598614"/>
                <a:gd name="connsiteY5" fmla="*/ 172939 h 172939"/>
                <a:gd name="connsiteX6" fmla="*/ 673905 w 1598614"/>
                <a:gd name="connsiteY6" fmla="*/ 92708 h 172939"/>
                <a:gd name="connsiteX7" fmla="*/ 574959 w 1598614"/>
                <a:gd name="connsiteY7" fmla="*/ 29469 h 172939"/>
                <a:gd name="connsiteX8" fmla="*/ 476014 w 1598614"/>
                <a:gd name="connsiteY8" fmla="*/ 92708 h 172939"/>
                <a:gd name="connsiteX9" fmla="*/ 350396 w 1598614"/>
                <a:gd name="connsiteY9" fmla="*/ 172939 h 172939"/>
                <a:gd name="connsiteX10" fmla="*/ 224778 w 1598614"/>
                <a:gd name="connsiteY10" fmla="*/ 92708 h 172939"/>
                <a:gd name="connsiteX11" fmla="*/ 125833 w 1598614"/>
                <a:gd name="connsiteY11" fmla="*/ 29469 h 172939"/>
                <a:gd name="connsiteX12" fmla="*/ 26887 w 1598614"/>
                <a:gd name="connsiteY12" fmla="*/ 92708 h 172939"/>
                <a:gd name="connsiteX13" fmla="*/ 0 w 1598614"/>
                <a:gd name="connsiteY13" fmla="*/ 80232 h 172939"/>
                <a:gd name="connsiteX14" fmla="*/ 125618 w 1598614"/>
                <a:gd name="connsiteY14" fmla="*/ 0 h 172939"/>
                <a:gd name="connsiteX15" fmla="*/ 251235 w 1598614"/>
                <a:gd name="connsiteY15" fmla="*/ 80232 h 172939"/>
                <a:gd name="connsiteX16" fmla="*/ 350181 w 1598614"/>
                <a:gd name="connsiteY16" fmla="*/ 143471 h 172939"/>
                <a:gd name="connsiteX17" fmla="*/ 449126 w 1598614"/>
                <a:gd name="connsiteY17" fmla="*/ 80232 h 172939"/>
                <a:gd name="connsiteX18" fmla="*/ 574744 w 1598614"/>
                <a:gd name="connsiteY18" fmla="*/ 0 h 172939"/>
                <a:gd name="connsiteX19" fmla="*/ 700362 w 1598614"/>
                <a:gd name="connsiteY19" fmla="*/ 80232 h 172939"/>
                <a:gd name="connsiteX20" fmla="*/ 799307 w 1598614"/>
                <a:gd name="connsiteY20" fmla="*/ 143471 h 172939"/>
                <a:gd name="connsiteX21" fmla="*/ 799307 w 1598614"/>
                <a:gd name="connsiteY21" fmla="*/ 143471 h 172939"/>
                <a:gd name="connsiteX22" fmla="*/ 898253 w 1598614"/>
                <a:gd name="connsiteY22" fmla="*/ 80232 h 172939"/>
                <a:gd name="connsiteX23" fmla="*/ 1023870 w 1598614"/>
                <a:gd name="connsiteY23" fmla="*/ 0 h 172939"/>
                <a:gd name="connsiteX24" fmla="*/ 1149488 w 1598614"/>
                <a:gd name="connsiteY24" fmla="*/ 80232 h 172939"/>
                <a:gd name="connsiteX25" fmla="*/ 1248433 w 1598614"/>
                <a:gd name="connsiteY25" fmla="*/ 143471 h 172939"/>
                <a:gd name="connsiteX26" fmla="*/ 1347379 w 1598614"/>
                <a:gd name="connsiteY26" fmla="*/ 80232 h 172939"/>
                <a:gd name="connsiteX27" fmla="*/ 1472997 w 1598614"/>
                <a:gd name="connsiteY27" fmla="*/ 0 h 172939"/>
                <a:gd name="connsiteX28" fmla="*/ 1598614 w 1598614"/>
                <a:gd name="connsiteY28" fmla="*/ 80232 h 172939"/>
                <a:gd name="connsiteX29" fmla="*/ 1571942 w 1598614"/>
                <a:gd name="connsiteY29" fmla="*/ 92708 h 172939"/>
                <a:gd name="connsiteX30" fmla="*/ 1472997 w 1598614"/>
                <a:gd name="connsiteY30" fmla="*/ 29469 h 172939"/>
                <a:gd name="connsiteX31" fmla="*/ 1374051 w 1598614"/>
                <a:gd name="connsiteY31" fmla="*/ 92708 h 172939"/>
                <a:gd name="connsiteX32" fmla="*/ 1248648 w 1598614"/>
                <a:gd name="connsiteY32" fmla="*/ 172939 h 172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614" h="172939">
                  <a:moveTo>
                    <a:pt x="1248648" y="172939"/>
                  </a:moveTo>
                  <a:cubicBezTo>
                    <a:pt x="1194229" y="172939"/>
                    <a:pt x="1146046" y="142180"/>
                    <a:pt x="1123031" y="92708"/>
                  </a:cubicBezTo>
                  <a:cubicBezTo>
                    <a:pt x="1104962" y="53775"/>
                    <a:pt x="1067105" y="29469"/>
                    <a:pt x="1024085" y="29469"/>
                  </a:cubicBezTo>
                  <a:cubicBezTo>
                    <a:pt x="981066" y="29469"/>
                    <a:pt x="943208" y="53775"/>
                    <a:pt x="925140" y="92708"/>
                  </a:cubicBezTo>
                  <a:cubicBezTo>
                    <a:pt x="902124" y="142180"/>
                    <a:pt x="853942" y="172939"/>
                    <a:pt x="799522" y="172939"/>
                  </a:cubicBezTo>
                  <a:cubicBezTo>
                    <a:pt x="799522" y="172939"/>
                    <a:pt x="799522" y="172939"/>
                    <a:pt x="799522" y="172939"/>
                  </a:cubicBezTo>
                  <a:cubicBezTo>
                    <a:pt x="744887" y="172939"/>
                    <a:pt x="696920" y="142180"/>
                    <a:pt x="673905" y="92708"/>
                  </a:cubicBezTo>
                  <a:cubicBezTo>
                    <a:pt x="655836" y="53775"/>
                    <a:pt x="617979" y="29469"/>
                    <a:pt x="574959" y="29469"/>
                  </a:cubicBezTo>
                  <a:cubicBezTo>
                    <a:pt x="531939" y="29469"/>
                    <a:pt x="494082" y="53775"/>
                    <a:pt x="476014" y="92708"/>
                  </a:cubicBezTo>
                  <a:cubicBezTo>
                    <a:pt x="452998" y="142180"/>
                    <a:pt x="405031" y="172939"/>
                    <a:pt x="350396" y="172939"/>
                  </a:cubicBezTo>
                  <a:cubicBezTo>
                    <a:pt x="295976" y="172939"/>
                    <a:pt x="247794" y="142180"/>
                    <a:pt x="224778" y="92708"/>
                  </a:cubicBezTo>
                  <a:cubicBezTo>
                    <a:pt x="206710" y="53775"/>
                    <a:pt x="168853" y="29469"/>
                    <a:pt x="125833" y="29469"/>
                  </a:cubicBezTo>
                  <a:cubicBezTo>
                    <a:pt x="82813" y="29469"/>
                    <a:pt x="44956" y="53775"/>
                    <a:pt x="26887" y="92708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268" y="30759"/>
                    <a:pt x="969235" y="0"/>
                    <a:pt x="1023870" y="0"/>
                  </a:cubicBezTo>
                  <a:cubicBezTo>
                    <a:pt x="1078505" y="0"/>
                    <a:pt x="1126472" y="30759"/>
                    <a:pt x="1149488" y="80232"/>
                  </a:cubicBezTo>
                  <a:cubicBezTo>
                    <a:pt x="1167556" y="119165"/>
                    <a:pt x="1205414" y="143471"/>
                    <a:pt x="1248433" y="143471"/>
                  </a:cubicBezTo>
                  <a:cubicBezTo>
                    <a:pt x="1291453" y="143471"/>
                    <a:pt x="1329311" y="119165"/>
                    <a:pt x="1347379" y="80232"/>
                  </a:cubicBezTo>
                  <a:cubicBezTo>
                    <a:pt x="1370394" y="30759"/>
                    <a:pt x="1418361" y="0"/>
                    <a:pt x="1472997" y="0"/>
                  </a:cubicBezTo>
                  <a:cubicBezTo>
                    <a:pt x="1527632" y="0"/>
                    <a:pt x="1575814" y="30759"/>
                    <a:pt x="1598614" y="80232"/>
                  </a:cubicBezTo>
                  <a:lnTo>
                    <a:pt x="1571942" y="92708"/>
                  </a:lnTo>
                  <a:cubicBezTo>
                    <a:pt x="1553874" y="53775"/>
                    <a:pt x="1515801" y="29469"/>
                    <a:pt x="1472997" y="29469"/>
                  </a:cubicBezTo>
                  <a:cubicBezTo>
                    <a:pt x="1429977" y="29469"/>
                    <a:pt x="1392119" y="53775"/>
                    <a:pt x="1374051" y="92708"/>
                  </a:cubicBezTo>
                  <a:cubicBezTo>
                    <a:pt x="1351251" y="142180"/>
                    <a:pt x="1303069" y="172939"/>
                    <a:pt x="1248648" y="172939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47B9190C-E3A6-476A-9BBD-79CC3E7A04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1755501"/>
              <a:ext cx="1598829" cy="172724"/>
            </a:xfrm>
            <a:custGeom>
              <a:avLst/>
              <a:gdLst>
                <a:gd name="connsiteX0" fmla="*/ 1248648 w 1598829"/>
                <a:gd name="connsiteY0" fmla="*/ 172724 h 172724"/>
                <a:gd name="connsiteX1" fmla="*/ 1123031 w 1598829"/>
                <a:gd name="connsiteY1" fmla="*/ 92492 h 172724"/>
                <a:gd name="connsiteX2" fmla="*/ 1024085 w 1598829"/>
                <a:gd name="connsiteY2" fmla="*/ 29253 h 172724"/>
                <a:gd name="connsiteX3" fmla="*/ 925140 w 1598829"/>
                <a:gd name="connsiteY3" fmla="*/ 92492 h 172724"/>
                <a:gd name="connsiteX4" fmla="*/ 799522 w 1598829"/>
                <a:gd name="connsiteY4" fmla="*/ 172724 h 172724"/>
                <a:gd name="connsiteX5" fmla="*/ 799522 w 1598829"/>
                <a:gd name="connsiteY5" fmla="*/ 172724 h 172724"/>
                <a:gd name="connsiteX6" fmla="*/ 673905 w 1598829"/>
                <a:gd name="connsiteY6" fmla="*/ 92492 h 172724"/>
                <a:gd name="connsiteX7" fmla="*/ 574959 w 1598829"/>
                <a:gd name="connsiteY7" fmla="*/ 29253 h 172724"/>
                <a:gd name="connsiteX8" fmla="*/ 476014 w 1598829"/>
                <a:gd name="connsiteY8" fmla="*/ 92492 h 172724"/>
                <a:gd name="connsiteX9" fmla="*/ 350396 w 1598829"/>
                <a:gd name="connsiteY9" fmla="*/ 172724 h 172724"/>
                <a:gd name="connsiteX10" fmla="*/ 224778 w 1598829"/>
                <a:gd name="connsiteY10" fmla="*/ 92492 h 172724"/>
                <a:gd name="connsiteX11" fmla="*/ 125833 w 1598829"/>
                <a:gd name="connsiteY11" fmla="*/ 29253 h 172724"/>
                <a:gd name="connsiteX12" fmla="*/ 26887 w 1598829"/>
                <a:gd name="connsiteY12" fmla="*/ 92492 h 172724"/>
                <a:gd name="connsiteX13" fmla="*/ 0 w 1598829"/>
                <a:gd name="connsiteY13" fmla="*/ 80232 h 172724"/>
                <a:gd name="connsiteX14" fmla="*/ 125618 w 1598829"/>
                <a:gd name="connsiteY14" fmla="*/ 0 h 172724"/>
                <a:gd name="connsiteX15" fmla="*/ 251235 w 1598829"/>
                <a:gd name="connsiteY15" fmla="*/ 80232 h 172724"/>
                <a:gd name="connsiteX16" fmla="*/ 350181 w 1598829"/>
                <a:gd name="connsiteY16" fmla="*/ 143471 h 172724"/>
                <a:gd name="connsiteX17" fmla="*/ 449126 w 1598829"/>
                <a:gd name="connsiteY17" fmla="*/ 80232 h 172724"/>
                <a:gd name="connsiteX18" fmla="*/ 574744 w 1598829"/>
                <a:gd name="connsiteY18" fmla="*/ 0 h 172724"/>
                <a:gd name="connsiteX19" fmla="*/ 700362 w 1598829"/>
                <a:gd name="connsiteY19" fmla="*/ 80232 h 172724"/>
                <a:gd name="connsiteX20" fmla="*/ 799307 w 1598829"/>
                <a:gd name="connsiteY20" fmla="*/ 143471 h 172724"/>
                <a:gd name="connsiteX21" fmla="*/ 799307 w 1598829"/>
                <a:gd name="connsiteY21" fmla="*/ 143471 h 172724"/>
                <a:gd name="connsiteX22" fmla="*/ 898253 w 1598829"/>
                <a:gd name="connsiteY22" fmla="*/ 80232 h 172724"/>
                <a:gd name="connsiteX23" fmla="*/ 1024085 w 1598829"/>
                <a:gd name="connsiteY23" fmla="*/ 0 h 172724"/>
                <a:gd name="connsiteX24" fmla="*/ 1149703 w 1598829"/>
                <a:gd name="connsiteY24" fmla="*/ 80232 h 172724"/>
                <a:gd name="connsiteX25" fmla="*/ 1248648 w 1598829"/>
                <a:gd name="connsiteY25" fmla="*/ 143471 h 172724"/>
                <a:gd name="connsiteX26" fmla="*/ 1347594 w 1598829"/>
                <a:gd name="connsiteY26" fmla="*/ 80232 h 172724"/>
                <a:gd name="connsiteX27" fmla="*/ 1473212 w 1598829"/>
                <a:gd name="connsiteY27" fmla="*/ 0 h 172724"/>
                <a:gd name="connsiteX28" fmla="*/ 1598829 w 1598829"/>
                <a:gd name="connsiteY28" fmla="*/ 80232 h 172724"/>
                <a:gd name="connsiteX29" fmla="*/ 1572157 w 1598829"/>
                <a:gd name="connsiteY29" fmla="*/ 92492 h 172724"/>
                <a:gd name="connsiteX30" fmla="*/ 1473212 w 1598829"/>
                <a:gd name="connsiteY30" fmla="*/ 29253 h 172724"/>
                <a:gd name="connsiteX31" fmla="*/ 1374266 w 1598829"/>
                <a:gd name="connsiteY31" fmla="*/ 92492 h 172724"/>
                <a:gd name="connsiteX32" fmla="*/ 1248648 w 1598829"/>
                <a:gd name="connsiteY32" fmla="*/ 172724 h 172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829" h="172724">
                  <a:moveTo>
                    <a:pt x="1248648" y="172724"/>
                  </a:moveTo>
                  <a:cubicBezTo>
                    <a:pt x="1194229" y="172724"/>
                    <a:pt x="1146046" y="141965"/>
                    <a:pt x="1123031" y="92492"/>
                  </a:cubicBezTo>
                  <a:cubicBezTo>
                    <a:pt x="1104962" y="53560"/>
                    <a:pt x="1067105" y="29253"/>
                    <a:pt x="1024085" y="29253"/>
                  </a:cubicBezTo>
                  <a:cubicBezTo>
                    <a:pt x="981066" y="29253"/>
                    <a:pt x="943208" y="53560"/>
                    <a:pt x="925140" y="92492"/>
                  </a:cubicBezTo>
                  <a:cubicBezTo>
                    <a:pt x="902124" y="141965"/>
                    <a:pt x="853942" y="172724"/>
                    <a:pt x="799522" y="172724"/>
                  </a:cubicBezTo>
                  <a:cubicBezTo>
                    <a:pt x="799522" y="172724"/>
                    <a:pt x="799522" y="172724"/>
                    <a:pt x="799522" y="172724"/>
                  </a:cubicBezTo>
                  <a:cubicBezTo>
                    <a:pt x="744887" y="172724"/>
                    <a:pt x="696920" y="141965"/>
                    <a:pt x="673905" y="92492"/>
                  </a:cubicBezTo>
                  <a:cubicBezTo>
                    <a:pt x="655836" y="53560"/>
                    <a:pt x="617979" y="29253"/>
                    <a:pt x="574959" y="29253"/>
                  </a:cubicBezTo>
                  <a:cubicBezTo>
                    <a:pt x="531939" y="29253"/>
                    <a:pt x="494082" y="53560"/>
                    <a:pt x="476014" y="92492"/>
                  </a:cubicBezTo>
                  <a:cubicBezTo>
                    <a:pt x="452998" y="141965"/>
                    <a:pt x="405031" y="172724"/>
                    <a:pt x="350396" y="172724"/>
                  </a:cubicBezTo>
                  <a:cubicBezTo>
                    <a:pt x="295976" y="172724"/>
                    <a:pt x="247794" y="141965"/>
                    <a:pt x="224778" y="92492"/>
                  </a:cubicBezTo>
                  <a:cubicBezTo>
                    <a:pt x="206710" y="53560"/>
                    <a:pt x="168853" y="29253"/>
                    <a:pt x="125833" y="29253"/>
                  </a:cubicBezTo>
                  <a:cubicBezTo>
                    <a:pt x="82813" y="29253"/>
                    <a:pt x="44956" y="53560"/>
                    <a:pt x="26887" y="92492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483" y="30759"/>
                    <a:pt x="969450" y="0"/>
                    <a:pt x="1024085" y="0"/>
                  </a:cubicBezTo>
                  <a:cubicBezTo>
                    <a:pt x="1078720" y="0"/>
                    <a:pt x="1126688" y="30759"/>
                    <a:pt x="1149703" y="80232"/>
                  </a:cubicBezTo>
                  <a:cubicBezTo>
                    <a:pt x="1167771" y="119165"/>
                    <a:pt x="1205629" y="143471"/>
                    <a:pt x="1248648" y="143471"/>
                  </a:cubicBezTo>
                  <a:cubicBezTo>
                    <a:pt x="1291668" y="143471"/>
                    <a:pt x="1329526" y="119165"/>
                    <a:pt x="1347594" y="80232"/>
                  </a:cubicBezTo>
                  <a:cubicBezTo>
                    <a:pt x="1370610" y="30759"/>
                    <a:pt x="1418792" y="0"/>
                    <a:pt x="1473212" y="0"/>
                  </a:cubicBezTo>
                  <a:cubicBezTo>
                    <a:pt x="1527847" y="0"/>
                    <a:pt x="1576029" y="30759"/>
                    <a:pt x="1598829" y="80232"/>
                  </a:cubicBezTo>
                  <a:lnTo>
                    <a:pt x="1572157" y="92492"/>
                  </a:lnTo>
                  <a:cubicBezTo>
                    <a:pt x="1554089" y="53560"/>
                    <a:pt x="1516016" y="29253"/>
                    <a:pt x="1473212" y="29253"/>
                  </a:cubicBezTo>
                  <a:cubicBezTo>
                    <a:pt x="1430192" y="29253"/>
                    <a:pt x="1392335" y="53560"/>
                    <a:pt x="1374266" y="92492"/>
                  </a:cubicBezTo>
                  <a:cubicBezTo>
                    <a:pt x="1351251" y="141965"/>
                    <a:pt x="1303069" y="172724"/>
                    <a:pt x="1248648" y="172724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159" name="Graphic 212">
            <a:extLst>
              <a:ext uri="{FF2B5EF4-FFF2-40B4-BE49-F238E27FC236}">
                <a16:creationId xmlns:a16="http://schemas.microsoft.com/office/drawing/2014/main" id="{CAB9AD4F-A248-4D49-8779-CE40E64C00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791258" y="315927"/>
            <a:ext cx="932200" cy="932200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161" name="Graphic 212">
            <a:extLst>
              <a:ext uri="{FF2B5EF4-FFF2-40B4-BE49-F238E27FC236}">
                <a16:creationId xmlns:a16="http://schemas.microsoft.com/office/drawing/2014/main" id="{3D4C1981-3D8B-446C-BFAE-E7EE5CF2DD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791258" y="315927"/>
            <a:ext cx="932200" cy="932200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5813910"/>
      </p:ext>
    </p:extLst>
  </p:cSld>
  <p:clrMapOvr>
    <a:masterClrMapping/>
  </p:clrMapOvr>
  <p:transition spd="med">
    <p:pull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Slide Background">
            <a:extLst>
              <a:ext uri="{FF2B5EF4-FFF2-40B4-BE49-F238E27FC236}">
                <a16:creationId xmlns:a16="http://schemas.microsoft.com/office/drawing/2014/main" id="{924D84CD-5280-4B52-B96E-8EDAA2B20C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BC8DD5A-2177-6753-E2F9-C07A00190B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" y="0"/>
            <a:ext cx="12192001" cy="1696413"/>
          </a:xfrm>
          <a:prstGeom prst="rect">
            <a:avLst/>
          </a:prstGeom>
          <a:ln>
            <a:noFill/>
          </a:ln>
          <a:effectLst>
            <a:outerShdw blurRad="304800" dist="114300" dir="5460000" sx="92000" sy="92000" algn="t" rotWithShape="0">
              <a:srgbClr val="000000">
                <a:alpha val="1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63EAB50-3722-3575-8BD1-5B44D9E762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2901" y="274104"/>
            <a:ext cx="9906199" cy="1157242"/>
          </a:xfrm>
        </p:spPr>
        <p:txBody>
          <a:bodyPr>
            <a:normAutofit/>
          </a:bodyPr>
          <a:lstStyle/>
          <a:p>
            <a:pPr algn="ctr"/>
            <a:r>
              <a:rPr lang="uk-UA" sz="4000" noProof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Модуль os</a:t>
            </a:r>
          </a:p>
        </p:txBody>
      </p:sp>
      <p:graphicFrame>
        <p:nvGraphicFramePr>
          <p:cNvPr id="4" name="Місце для вмісту 3">
            <a:extLst>
              <a:ext uri="{FF2B5EF4-FFF2-40B4-BE49-F238E27FC236}">
                <a16:creationId xmlns:a16="http://schemas.microsoft.com/office/drawing/2014/main" id="{198CDA47-757D-054F-5083-D48C67EACB0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6809025"/>
              </p:ext>
            </p:extLst>
          </p:nvPr>
        </p:nvGraphicFramePr>
        <p:xfrm>
          <a:off x="1828800" y="2122098"/>
          <a:ext cx="8961120" cy="3875917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2545030">
                  <a:extLst>
                    <a:ext uri="{9D8B030D-6E8A-4147-A177-3AD203B41FA5}">
                      <a16:colId xmlns:a16="http://schemas.microsoft.com/office/drawing/2014/main" val="3458714470"/>
                    </a:ext>
                  </a:extLst>
                </a:gridCol>
                <a:gridCol w="6416090">
                  <a:extLst>
                    <a:ext uri="{9D8B030D-6E8A-4147-A177-3AD203B41FA5}">
                      <a16:colId xmlns:a16="http://schemas.microsoft.com/office/drawing/2014/main" val="4050792566"/>
                    </a:ext>
                  </a:extLst>
                </a:gridCol>
              </a:tblGrid>
              <a:tr h="339722">
                <a:tc>
                  <a:txBody>
                    <a:bodyPr/>
                    <a:lstStyle/>
                    <a:p>
                      <a:pPr algn="ctr"/>
                      <a:r>
                        <a:rPr lang="uk-UA" sz="1500" noProof="0" dirty="0"/>
                        <a:t>Функція</a:t>
                      </a:r>
                      <a:endParaRPr lang="uk-UA" sz="1500" noProof="0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77209" marR="77209" marT="38605" marB="3860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sz="1500" noProof="0"/>
                        <a:t>Опис</a:t>
                      </a:r>
                    </a:p>
                  </a:txBody>
                  <a:tcPr marL="77209" marR="77209" marT="38605" marB="38605"/>
                </a:tc>
                <a:extLst>
                  <a:ext uri="{0D108BD9-81ED-4DB2-BD59-A6C34878D82A}">
                    <a16:rowId xmlns:a16="http://schemas.microsoft.com/office/drawing/2014/main" val="546871181"/>
                  </a:ext>
                </a:extLst>
              </a:tr>
              <a:tr h="571350">
                <a:tc>
                  <a:txBody>
                    <a:bodyPr/>
                    <a:lstStyle/>
                    <a:p>
                      <a:r>
                        <a:rPr lang="uk-UA" sz="1500" noProof="0"/>
                        <a:t>os.listdir(path=‘.’)</a:t>
                      </a:r>
                      <a:endParaRPr lang="uk-UA" sz="1500" noProof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7209" marR="77209" marT="38605" marB="38605"/>
                </a:tc>
                <a:tc>
                  <a:txBody>
                    <a:bodyPr/>
                    <a:lstStyle/>
                    <a:p>
                      <a:pPr algn="l"/>
                      <a:r>
                        <a:rPr lang="uk-UA" sz="1500" noProof="0"/>
                        <a:t>Повертає список всіх файлів та підкаталогів у каталозі path, де ‘.’ означає поточний каталог</a:t>
                      </a:r>
                    </a:p>
                  </a:txBody>
                  <a:tcPr marL="77209" marR="77209" marT="38605" marB="38605"/>
                </a:tc>
                <a:extLst>
                  <a:ext uri="{0D108BD9-81ED-4DB2-BD59-A6C34878D82A}">
                    <a16:rowId xmlns:a16="http://schemas.microsoft.com/office/drawing/2014/main" val="3566652987"/>
                  </a:ext>
                </a:extLst>
              </a:tr>
              <a:tr h="12662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uk-UA" sz="1500" noProof="0"/>
                        <a:t>os.walk(top)</a:t>
                      </a:r>
                      <a:endParaRPr lang="uk-UA" sz="1500" noProof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7209" marR="77209" marT="38605" marB="38605"/>
                </a:tc>
                <a:tc>
                  <a:txBody>
                    <a:bodyPr/>
                    <a:lstStyle/>
                    <a:p>
                      <a:pPr algn="l"/>
                      <a:r>
                        <a:rPr lang="uk-UA" sz="1500" noProof="0" dirty="0"/>
                        <a:t>Генератор, що повертає послідовність кортежів для всіх підкаталогів дерева, коренем якого є каталог </a:t>
                      </a:r>
                      <a:r>
                        <a:rPr lang="uk-UA" sz="1500" noProof="0" dirty="0" err="1"/>
                        <a:t>top</a:t>
                      </a:r>
                      <a:r>
                        <a:rPr lang="uk-UA" sz="1500" noProof="0" dirty="0"/>
                        <a:t>. Для кожного підкаталогу (і для самого </a:t>
                      </a:r>
                      <a:r>
                        <a:rPr lang="uk-UA" sz="1500" noProof="0" dirty="0" err="1"/>
                        <a:t>top</a:t>
                      </a:r>
                      <a:r>
                        <a:rPr lang="uk-UA" sz="1500" noProof="0" dirty="0"/>
                        <a:t>) повертає кортеж (</a:t>
                      </a:r>
                      <a:r>
                        <a:rPr lang="uk-UA" sz="1500" noProof="0" dirty="0" err="1"/>
                        <a:t>dirpath</a:t>
                      </a:r>
                      <a:r>
                        <a:rPr lang="uk-UA" sz="1500" noProof="0" dirty="0"/>
                        <a:t>, </a:t>
                      </a:r>
                      <a:r>
                        <a:rPr lang="uk-UA" sz="1500" noProof="0" dirty="0" err="1"/>
                        <a:t>dirnames</a:t>
                      </a:r>
                      <a:r>
                        <a:rPr lang="uk-UA" sz="1500" noProof="0" dirty="0"/>
                        <a:t>, </a:t>
                      </a:r>
                      <a:r>
                        <a:rPr lang="uk-UA" sz="1500" noProof="0" dirty="0" err="1"/>
                        <a:t>filenames</a:t>
                      </a:r>
                      <a:r>
                        <a:rPr lang="uk-UA" sz="1500" noProof="0" dirty="0"/>
                        <a:t>), де </a:t>
                      </a:r>
                      <a:r>
                        <a:rPr lang="uk-UA" sz="1500" noProof="0" dirty="0" err="1"/>
                        <a:t>dirpath</a:t>
                      </a:r>
                      <a:r>
                        <a:rPr lang="uk-UA" sz="1500" noProof="0" dirty="0"/>
                        <a:t> – каталог, </a:t>
                      </a:r>
                      <a:r>
                        <a:rPr lang="uk-UA" sz="1500" noProof="0" dirty="0" err="1"/>
                        <a:t>dirnames</a:t>
                      </a:r>
                      <a:r>
                        <a:rPr lang="uk-UA" sz="1500" noProof="0" dirty="0"/>
                        <a:t> – список його підкаталогів, </a:t>
                      </a:r>
                      <a:r>
                        <a:rPr lang="uk-UA" sz="1500" noProof="0" dirty="0" err="1"/>
                        <a:t>filenames</a:t>
                      </a:r>
                      <a:r>
                        <a:rPr lang="uk-UA" sz="1500" noProof="0" dirty="0"/>
                        <a:t> – список файлів каталогу.</a:t>
                      </a:r>
                    </a:p>
                  </a:txBody>
                  <a:tcPr marL="77209" marR="77209" marT="38605" marB="38605"/>
                </a:tc>
                <a:extLst>
                  <a:ext uri="{0D108BD9-81ED-4DB2-BD59-A6C34878D82A}">
                    <a16:rowId xmlns:a16="http://schemas.microsoft.com/office/drawing/2014/main" val="3392003525"/>
                  </a:ext>
                </a:extLst>
              </a:tr>
              <a:tr h="33972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uk-UA" sz="1500" noProof="0"/>
                        <a:t>os.getcwd()</a:t>
                      </a:r>
                      <a:endParaRPr lang="uk-UA" sz="1500" noProof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7209" marR="77209" marT="38605" marB="38605"/>
                </a:tc>
                <a:tc>
                  <a:txBody>
                    <a:bodyPr/>
                    <a:lstStyle/>
                    <a:p>
                      <a:pPr algn="l"/>
                      <a:r>
                        <a:rPr lang="uk-UA" sz="1500" noProof="0"/>
                        <a:t>Повертає поточний каталог (current working directory)</a:t>
                      </a:r>
                    </a:p>
                  </a:txBody>
                  <a:tcPr marL="77209" marR="77209" marT="38605" marB="38605"/>
                </a:tc>
                <a:extLst>
                  <a:ext uri="{0D108BD9-81ED-4DB2-BD59-A6C34878D82A}">
                    <a16:rowId xmlns:a16="http://schemas.microsoft.com/office/drawing/2014/main" val="296976786"/>
                  </a:ext>
                </a:extLst>
              </a:tr>
              <a:tr h="33972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uk-UA" sz="1500" noProof="0"/>
                        <a:t>os.chdir(path)</a:t>
                      </a:r>
                      <a:endParaRPr lang="uk-UA" sz="1500" noProof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7209" marR="77209" marT="38605" marB="38605"/>
                </a:tc>
                <a:tc>
                  <a:txBody>
                    <a:bodyPr/>
                    <a:lstStyle/>
                    <a:p>
                      <a:pPr algn="l"/>
                      <a:r>
                        <a:rPr lang="uk-UA" sz="1500" noProof="0"/>
                        <a:t>Робить каталог path поточним</a:t>
                      </a:r>
                    </a:p>
                  </a:txBody>
                  <a:tcPr marL="77209" marR="77209" marT="38605" marB="38605"/>
                </a:tc>
                <a:extLst>
                  <a:ext uri="{0D108BD9-81ED-4DB2-BD59-A6C34878D82A}">
                    <a16:rowId xmlns:a16="http://schemas.microsoft.com/office/drawing/2014/main" val="3693320845"/>
                  </a:ext>
                </a:extLst>
              </a:tr>
              <a:tr h="33972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uk-UA" sz="1500" noProof="0"/>
                        <a:t>os.mkdir(path)</a:t>
                      </a:r>
                      <a:endParaRPr lang="uk-UA" sz="1500" noProof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7209" marR="77209" marT="38605" marB="38605"/>
                </a:tc>
                <a:tc>
                  <a:txBody>
                    <a:bodyPr/>
                    <a:lstStyle/>
                    <a:p>
                      <a:pPr algn="l"/>
                      <a:r>
                        <a:rPr lang="uk-UA" sz="1500" noProof="0"/>
                        <a:t>Створює каталог path</a:t>
                      </a:r>
                    </a:p>
                  </a:txBody>
                  <a:tcPr marL="77209" marR="77209" marT="38605" marB="38605"/>
                </a:tc>
                <a:extLst>
                  <a:ext uri="{0D108BD9-81ED-4DB2-BD59-A6C34878D82A}">
                    <a16:rowId xmlns:a16="http://schemas.microsoft.com/office/drawing/2014/main" val="46833334"/>
                  </a:ext>
                </a:extLst>
              </a:tr>
              <a:tr h="33972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uk-UA" sz="1500" noProof="0"/>
                        <a:t>os.rmdir(path)</a:t>
                      </a:r>
                      <a:endParaRPr lang="uk-UA" sz="1500" noProof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7209" marR="77209" marT="38605" marB="38605"/>
                </a:tc>
                <a:tc>
                  <a:txBody>
                    <a:bodyPr/>
                    <a:lstStyle/>
                    <a:p>
                      <a:pPr algn="l"/>
                      <a:r>
                        <a:rPr lang="uk-UA" sz="1500" noProof="0"/>
                        <a:t>Видаляє каталог path. Каталог має бути порожнім!</a:t>
                      </a:r>
                    </a:p>
                  </a:txBody>
                  <a:tcPr marL="77209" marR="77209" marT="38605" marB="38605"/>
                </a:tc>
                <a:extLst>
                  <a:ext uri="{0D108BD9-81ED-4DB2-BD59-A6C34878D82A}">
                    <a16:rowId xmlns:a16="http://schemas.microsoft.com/office/drawing/2014/main" val="2439741602"/>
                  </a:ext>
                </a:extLst>
              </a:tr>
              <a:tr h="33972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uk-UA" sz="1500" noProof="0"/>
                        <a:t>os.remove(path)</a:t>
                      </a:r>
                      <a:endParaRPr lang="uk-UA" sz="1500" noProof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7209" marR="77209" marT="38605" marB="38605"/>
                </a:tc>
                <a:tc>
                  <a:txBody>
                    <a:bodyPr/>
                    <a:lstStyle/>
                    <a:p>
                      <a:pPr algn="l"/>
                      <a:r>
                        <a:rPr lang="uk-UA" sz="1500" noProof="0" dirty="0"/>
                        <a:t>Видаляє файл </a:t>
                      </a:r>
                      <a:r>
                        <a:rPr lang="uk-UA" sz="1500" noProof="0" dirty="0" err="1"/>
                        <a:t>path</a:t>
                      </a:r>
                      <a:endParaRPr lang="uk-UA" sz="1500" noProof="0" dirty="0"/>
                    </a:p>
                  </a:txBody>
                  <a:tcPr marL="77209" marR="77209" marT="38605" marB="38605"/>
                </a:tc>
                <a:extLst>
                  <a:ext uri="{0D108BD9-81ED-4DB2-BD59-A6C34878D82A}">
                    <a16:rowId xmlns:a16="http://schemas.microsoft.com/office/drawing/2014/main" val="1241355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45415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453BAB9-65D7-61C5-9466-CAA71DF462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24D84CD-5280-4B52-B96E-8EDAA2B20C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BC8DD5A-2177-6753-E2F9-C07A00190B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" y="0"/>
            <a:ext cx="12192001" cy="1696413"/>
          </a:xfrm>
          <a:prstGeom prst="rect">
            <a:avLst/>
          </a:prstGeom>
          <a:ln>
            <a:noFill/>
          </a:ln>
          <a:effectLst>
            <a:outerShdw blurRad="304800" dist="114300" dir="5460000" sx="92000" sy="92000" algn="t" rotWithShape="0">
              <a:srgbClr val="000000">
                <a:alpha val="1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24F9DBF-70E5-258C-91DA-279A58C7CB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2901" y="274104"/>
            <a:ext cx="9906199" cy="1157242"/>
          </a:xfrm>
        </p:spPr>
        <p:txBody>
          <a:bodyPr>
            <a:normAutofit/>
          </a:bodyPr>
          <a:lstStyle/>
          <a:p>
            <a:pPr algn="ctr"/>
            <a:r>
              <a:rPr lang="uk-UA" sz="4000" noProof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Модуль os.path</a:t>
            </a:r>
          </a:p>
        </p:txBody>
      </p:sp>
      <p:graphicFrame>
        <p:nvGraphicFramePr>
          <p:cNvPr id="4" name="Місце для вмісту 3">
            <a:extLst>
              <a:ext uri="{FF2B5EF4-FFF2-40B4-BE49-F238E27FC236}">
                <a16:creationId xmlns:a16="http://schemas.microsoft.com/office/drawing/2014/main" id="{7710FD12-F5D6-3B88-BD86-1E3F040958B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8270845"/>
              </p:ext>
            </p:extLst>
          </p:nvPr>
        </p:nvGraphicFramePr>
        <p:xfrm>
          <a:off x="1839337" y="2122098"/>
          <a:ext cx="8920103" cy="3875915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2522986">
                  <a:extLst>
                    <a:ext uri="{9D8B030D-6E8A-4147-A177-3AD203B41FA5}">
                      <a16:colId xmlns:a16="http://schemas.microsoft.com/office/drawing/2014/main" val="3458714470"/>
                    </a:ext>
                  </a:extLst>
                </a:gridCol>
                <a:gridCol w="6397117">
                  <a:extLst>
                    <a:ext uri="{9D8B030D-6E8A-4147-A177-3AD203B41FA5}">
                      <a16:colId xmlns:a16="http://schemas.microsoft.com/office/drawing/2014/main" val="4050792566"/>
                    </a:ext>
                  </a:extLst>
                </a:gridCol>
              </a:tblGrid>
              <a:tr h="313493">
                <a:tc>
                  <a:txBody>
                    <a:bodyPr/>
                    <a:lstStyle/>
                    <a:p>
                      <a:pPr algn="ctr"/>
                      <a:r>
                        <a:rPr lang="uk-UA" sz="1400" noProof="0" dirty="0"/>
                        <a:t>Функція</a:t>
                      </a:r>
                      <a:endParaRPr lang="uk-UA" sz="1400" noProof="0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71248" marR="71248" marT="35624" marB="3562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sz="1400" noProof="0"/>
                        <a:t>Опис</a:t>
                      </a:r>
                      <a:endParaRPr lang="uk-UA" sz="1400" noProof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71248" marR="71248" marT="35624" marB="35624"/>
                </a:tc>
                <a:extLst>
                  <a:ext uri="{0D108BD9-81ED-4DB2-BD59-A6C34878D82A}">
                    <a16:rowId xmlns:a16="http://schemas.microsoft.com/office/drawing/2014/main" val="546871181"/>
                  </a:ext>
                </a:extLst>
              </a:tr>
              <a:tr h="313493">
                <a:tc>
                  <a:txBody>
                    <a:bodyPr/>
                    <a:lstStyle/>
                    <a:p>
                      <a:r>
                        <a:rPr lang="uk-UA" sz="1400" noProof="0" dirty="0" err="1"/>
                        <a:t>os.path.exists</a:t>
                      </a:r>
                      <a:r>
                        <a:rPr lang="uk-UA" sz="1400" noProof="0" dirty="0"/>
                        <a:t>(</a:t>
                      </a:r>
                      <a:r>
                        <a:rPr lang="uk-UA" sz="1400" noProof="0" dirty="0" err="1"/>
                        <a:t>path</a:t>
                      </a:r>
                      <a:r>
                        <a:rPr lang="uk-UA" sz="1400" noProof="0" dirty="0"/>
                        <a:t>)</a:t>
                      </a:r>
                      <a:endParaRPr lang="uk-UA" sz="1400" noProof="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1248" marR="71248" marT="35624" marB="35624"/>
                </a:tc>
                <a:tc>
                  <a:txBody>
                    <a:bodyPr/>
                    <a:lstStyle/>
                    <a:p>
                      <a:r>
                        <a:rPr lang="uk-UA" sz="1400" noProof="0" dirty="0"/>
                        <a:t>Перевіряє</a:t>
                      </a:r>
                      <a:r>
                        <a:rPr lang="en-US" sz="1400" noProof="0" dirty="0"/>
                        <a:t>,</a:t>
                      </a:r>
                      <a:r>
                        <a:rPr lang="uk-UA" sz="1400" noProof="0" dirty="0"/>
                        <a:t> чи існує каталог (файл) </a:t>
                      </a:r>
                      <a:r>
                        <a:rPr lang="uk-UA" sz="1400" noProof="0" dirty="0" err="1"/>
                        <a:t>path</a:t>
                      </a:r>
                      <a:r>
                        <a:rPr lang="uk-UA" sz="1400" noProof="0" dirty="0"/>
                        <a:t>.</a:t>
                      </a:r>
                      <a:endParaRPr lang="uk-UA" sz="1400" noProof="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1248" marR="71248" marT="35624" marB="35624"/>
                </a:tc>
                <a:extLst>
                  <a:ext uri="{0D108BD9-81ED-4DB2-BD59-A6C34878D82A}">
                    <a16:rowId xmlns:a16="http://schemas.microsoft.com/office/drawing/2014/main" val="3566652987"/>
                  </a:ext>
                </a:extLst>
              </a:tr>
              <a:tr h="313493">
                <a:tc>
                  <a:txBody>
                    <a:bodyPr/>
                    <a:lstStyle/>
                    <a:p>
                      <a:r>
                        <a:rPr lang="uk-UA" sz="1400" noProof="0"/>
                        <a:t>os.path.getmtime(path)</a:t>
                      </a:r>
                      <a:endParaRPr lang="uk-UA" sz="1400" noProof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1248" marR="71248" marT="35624" marB="35624"/>
                </a:tc>
                <a:tc>
                  <a:txBody>
                    <a:bodyPr/>
                    <a:lstStyle/>
                    <a:p>
                      <a:r>
                        <a:rPr lang="uk-UA" sz="1400" noProof="0"/>
                        <a:t>Повертає дату останньої зміни файлу (каталогу) path.</a:t>
                      </a:r>
                      <a:endParaRPr lang="uk-UA" sz="1400" noProof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1248" marR="71248" marT="35624" marB="35624"/>
                </a:tc>
                <a:extLst>
                  <a:ext uri="{0D108BD9-81ED-4DB2-BD59-A6C34878D82A}">
                    <a16:rowId xmlns:a16="http://schemas.microsoft.com/office/drawing/2014/main" val="3392003525"/>
                  </a:ext>
                </a:extLst>
              </a:tr>
              <a:tr h="313493">
                <a:tc>
                  <a:txBody>
                    <a:bodyPr/>
                    <a:lstStyle/>
                    <a:p>
                      <a:r>
                        <a:rPr lang="uk-UA" sz="1400" noProof="0"/>
                        <a:t>os.path.getctime(path)</a:t>
                      </a:r>
                      <a:endParaRPr lang="uk-UA" sz="1400" noProof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1248" marR="71248" marT="35624" marB="35624"/>
                </a:tc>
                <a:tc>
                  <a:txBody>
                    <a:bodyPr/>
                    <a:lstStyle/>
                    <a:p>
                      <a:r>
                        <a:rPr lang="uk-UA" sz="1400" noProof="0"/>
                        <a:t>Повертає дату та час створення файлу (каталогу) path.</a:t>
                      </a:r>
                      <a:endParaRPr lang="uk-UA" sz="1400" noProof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1248" marR="71248" marT="35624" marB="35624"/>
                </a:tc>
                <a:extLst>
                  <a:ext uri="{0D108BD9-81ED-4DB2-BD59-A6C34878D82A}">
                    <a16:rowId xmlns:a16="http://schemas.microsoft.com/office/drawing/2014/main" val="296976786"/>
                  </a:ext>
                </a:extLst>
              </a:tr>
              <a:tr h="313493">
                <a:tc>
                  <a:txBody>
                    <a:bodyPr/>
                    <a:lstStyle/>
                    <a:p>
                      <a:r>
                        <a:rPr lang="uk-UA" sz="1400" noProof="0"/>
                        <a:t>os.path.getsize(path)</a:t>
                      </a:r>
                      <a:endParaRPr lang="uk-UA" sz="1400" noProof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1248" marR="71248" marT="35624" marB="35624"/>
                </a:tc>
                <a:tc>
                  <a:txBody>
                    <a:bodyPr/>
                    <a:lstStyle/>
                    <a:p>
                      <a:r>
                        <a:rPr lang="uk-UA" sz="1400" noProof="0" dirty="0"/>
                        <a:t>Повертає розмір файлу </a:t>
                      </a:r>
                      <a:r>
                        <a:rPr lang="uk-UA" sz="1400" noProof="0" dirty="0" err="1"/>
                        <a:t>path</a:t>
                      </a:r>
                      <a:r>
                        <a:rPr lang="uk-UA" sz="1400" noProof="0" dirty="0"/>
                        <a:t>.</a:t>
                      </a:r>
                      <a:endParaRPr lang="uk-UA" sz="1400" noProof="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1248" marR="71248" marT="35624" marB="35624"/>
                </a:tc>
                <a:extLst>
                  <a:ext uri="{0D108BD9-81ED-4DB2-BD59-A6C34878D82A}">
                    <a16:rowId xmlns:a16="http://schemas.microsoft.com/office/drawing/2014/main" val="3693320845"/>
                  </a:ext>
                </a:extLst>
              </a:tr>
              <a:tr h="313493">
                <a:tc>
                  <a:txBody>
                    <a:bodyPr/>
                    <a:lstStyle/>
                    <a:p>
                      <a:r>
                        <a:rPr lang="uk-UA" sz="1400" noProof="0"/>
                        <a:t>os.path.isdir(path)</a:t>
                      </a:r>
                      <a:endParaRPr lang="uk-UA" sz="1400" noProof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1248" marR="71248" marT="35624" marB="35624"/>
                </a:tc>
                <a:tc>
                  <a:txBody>
                    <a:bodyPr/>
                    <a:lstStyle/>
                    <a:p>
                      <a:r>
                        <a:rPr lang="uk-UA" sz="1400" noProof="0" dirty="0"/>
                        <a:t>Перевіряє</a:t>
                      </a:r>
                      <a:r>
                        <a:rPr lang="en-US" sz="1400" noProof="0" dirty="0"/>
                        <a:t>,</a:t>
                      </a:r>
                      <a:r>
                        <a:rPr lang="uk-UA" sz="1400" noProof="0" dirty="0"/>
                        <a:t> чи є </a:t>
                      </a:r>
                      <a:r>
                        <a:rPr lang="uk-UA" sz="1400" noProof="0" dirty="0" err="1"/>
                        <a:t>path</a:t>
                      </a:r>
                      <a:r>
                        <a:rPr lang="uk-UA" sz="1400" noProof="0" dirty="0"/>
                        <a:t> каталогом</a:t>
                      </a:r>
                      <a:endParaRPr lang="uk-UA" sz="1400" noProof="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1248" marR="71248" marT="35624" marB="35624"/>
                </a:tc>
                <a:extLst>
                  <a:ext uri="{0D108BD9-81ED-4DB2-BD59-A6C34878D82A}">
                    <a16:rowId xmlns:a16="http://schemas.microsoft.com/office/drawing/2014/main" val="46833334"/>
                  </a:ext>
                </a:extLst>
              </a:tr>
              <a:tr h="313493">
                <a:tc>
                  <a:txBody>
                    <a:bodyPr/>
                    <a:lstStyle/>
                    <a:p>
                      <a:r>
                        <a:rPr lang="uk-UA" sz="1400" noProof="0"/>
                        <a:t>os.path.isfile(path)</a:t>
                      </a:r>
                      <a:endParaRPr lang="uk-UA" sz="1400" noProof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1248" marR="71248" marT="35624" marB="35624"/>
                </a:tc>
                <a:tc>
                  <a:txBody>
                    <a:bodyPr/>
                    <a:lstStyle/>
                    <a:p>
                      <a:r>
                        <a:rPr lang="uk-UA" sz="1400" noProof="0"/>
                        <a:t>Перевіряє, чи є path файлом.</a:t>
                      </a:r>
                      <a:endParaRPr lang="uk-UA" sz="1400" noProof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1248" marR="71248" marT="35624" marB="35624"/>
                </a:tc>
                <a:extLst>
                  <a:ext uri="{0D108BD9-81ED-4DB2-BD59-A6C34878D82A}">
                    <a16:rowId xmlns:a16="http://schemas.microsoft.com/office/drawing/2014/main" val="2439741602"/>
                  </a:ext>
                </a:extLst>
              </a:tr>
              <a:tr h="313493">
                <a:tc>
                  <a:txBody>
                    <a:bodyPr/>
                    <a:lstStyle/>
                    <a:p>
                      <a:r>
                        <a:rPr lang="uk-UA" sz="1400" noProof="0"/>
                        <a:t>os.path.normpath(path)</a:t>
                      </a:r>
                      <a:endParaRPr lang="uk-UA" sz="1400" noProof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1248" marR="71248" marT="35624" marB="35624"/>
                </a:tc>
                <a:tc>
                  <a:txBody>
                    <a:bodyPr/>
                    <a:lstStyle/>
                    <a:p>
                      <a:r>
                        <a:rPr lang="uk-UA" sz="1400" noProof="0"/>
                        <a:t>Повертає path у стандартному для ОС вигляді.</a:t>
                      </a:r>
                      <a:endParaRPr lang="uk-UA" sz="1400" noProof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1248" marR="71248" marT="35624" marB="35624"/>
                </a:tc>
                <a:extLst>
                  <a:ext uri="{0D108BD9-81ED-4DB2-BD59-A6C34878D82A}">
                    <a16:rowId xmlns:a16="http://schemas.microsoft.com/office/drawing/2014/main" val="124135533"/>
                  </a:ext>
                </a:extLst>
              </a:tr>
              <a:tr h="52723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uk-UA" sz="1400" noProof="0"/>
                        <a:t>os.path.join(path, *paths)</a:t>
                      </a:r>
                      <a:endParaRPr lang="uk-UA" sz="1400" noProof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1248" marR="71248" marT="35624" marB="35624"/>
                </a:tc>
                <a:tc>
                  <a:txBody>
                    <a:bodyPr/>
                    <a:lstStyle/>
                    <a:p>
                      <a:r>
                        <a:rPr lang="uk-UA" sz="1400" noProof="0"/>
                        <a:t>Об’єднує декілька частин шляху та імені файлу paths у єдиний шлях path. При цьому символ-розділювач дефолтний з ОС.</a:t>
                      </a:r>
                      <a:endParaRPr lang="uk-UA" sz="1400" noProof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1248" marR="71248" marT="35624" marB="35624"/>
                </a:tc>
                <a:extLst>
                  <a:ext uri="{0D108BD9-81ED-4DB2-BD59-A6C34878D82A}">
                    <a16:rowId xmlns:a16="http://schemas.microsoft.com/office/drawing/2014/main" val="1603419236"/>
                  </a:ext>
                </a:extLst>
              </a:tr>
              <a:tr h="31349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uk-UA" sz="1400" noProof="0"/>
                        <a:t>os.path.split(path)</a:t>
                      </a:r>
                      <a:endParaRPr lang="uk-UA" sz="1400" noProof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1248" marR="71248" marT="35624" marB="35624"/>
                </a:tc>
                <a:tc>
                  <a:txBody>
                    <a:bodyPr/>
                    <a:lstStyle/>
                    <a:p>
                      <a:r>
                        <a:rPr lang="uk-UA" sz="1400" noProof="0"/>
                        <a:t>Розбиває шлях на дві частини: каталоги + ім’я файлу.</a:t>
                      </a:r>
                      <a:endParaRPr lang="uk-UA" sz="1400" noProof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1248" marR="71248" marT="35624" marB="35624"/>
                </a:tc>
                <a:extLst>
                  <a:ext uri="{0D108BD9-81ED-4DB2-BD59-A6C34878D82A}">
                    <a16:rowId xmlns:a16="http://schemas.microsoft.com/office/drawing/2014/main" val="540956136"/>
                  </a:ext>
                </a:extLst>
              </a:tr>
              <a:tr h="52723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uk-UA" sz="1400" noProof="0"/>
                        <a:t>os.path.splitext(path)</a:t>
                      </a:r>
                      <a:endParaRPr lang="uk-UA" sz="1400" noProof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1248" marR="71248" marT="35624" marB="35624"/>
                </a:tc>
                <a:tc>
                  <a:txBody>
                    <a:bodyPr/>
                    <a:lstStyle/>
                    <a:p>
                      <a:r>
                        <a:rPr lang="uk-UA" sz="1400" noProof="0" dirty="0"/>
                        <a:t>Розбиває шлях на дві частини: каталоги + початок імені файлу та розширення файлу, починаючи з ‘.’</a:t>
                      </a:r>
                      <a:endParaRPr lang="uk-UA" sz="1400" noProof="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1248" marR="71248" marT="35624" marB="35624"/>
                </a:tc>
                <a:extLst>
                  <a:ext uri="{0D108BD9-81ED-4DB2-BD59-A6C34878D82A}">
                    <a16:rowId xmlns:a16="http://schemas.microsoft.com/office/drawing/2014/main" val="8589193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3549865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BE4E5AC-BF8E-E74D-54EF-655C1465A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Модуль </a:t>
            </a:r>
            <a:r>
              <a:rPr lang="en-US" dirty="0" err="1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pathlib</a:t>
            </a:r>
            <a:endParaRPr lang="uk-UA" dirty="0">
              <a:latin typeface="Roboto Black" panose="02000000000000000000" pitchFamily="2" charset="0"/>
              <a:ea typeface="Roboto Black" panose="02000000000000000000" pitchFamily="2" charset="0"/>
              <a:cs typeface="Roboto Black" panose="02000000000000000000" pitchFamily="2" charset="0"/>
            </a:endParaRP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12304090-48FF-2346-1C3F-76C4832AD7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507510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uk-UA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Модуль </a:t>
            </a:r>
            <a:r>
              <a:rPr lang="en-US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pathlib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uk-UA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був доданий у 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Python 3.4 (2014 </a:t>
            </a:r>
            <a:r>
              <a:rPr lang="uk-UA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рік) для об’єктно-орієнтованої роботи з файловими шляхами. Він дозволяє працювати з файлами та каталогами через об’єкти 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Path, </a:t>
            </a:r>
            <a:r>
              <a:rPr lang="uk-UA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замінюючи більшість функцій з </a:t>
            </a:r>
            <a:r>
              <a:rPr lang="en-US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os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uk-UA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та </a:t>
            </a:r>
            <a:r>
              <a:rPr lang="en-US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os.path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. </a:t>
            </a:r>
            <a:r>
              <a:rPr lang="en-US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pathlib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uk-UA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автоматично враховує особливості операційної системи (шляхи для 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Windows </a:t>
            </a:r>
            <a:r>
              <a:rPr lang="uk-UA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і 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Unix) </a:t>
            </a:r>
            <a:r>
              <a:rPr lang="uk-UA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і робить код більш читабельним та компактним.</a:t>
            </a:r>
          </a:p>
        </p:txBody>
      </p:sp>
    </p:spTree>
    <p:extLst>
      <p:ext uri="{BB962C8B-B14F-4D97-AF65-F5344CB8AC3E}">
        <p14:creationId xmlns:p14="http://schemas.microsoft.com/office/powerpoint/2010/main" val="18283108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DAE0B4-C591-579A-7C56-E36FB39C7D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822A8EB-82A5-F583-B763-9F93309192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noProof="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Модуль </a:t>
            </a:r>
            <a:r>
              <a:rPr lang="uk-UA" noProof="0" dirty="0" err="1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pathlib</a:t>
            </a:r>
            <a:endParaRPr lang="uk-UA" noProof="0" dirty="0">
              <a:latin typeface="Roboto Black" panose="02000000000000000000" pitchFamily="2" charset="0"/>
              <a:ea typeface="Roboto Black" panose="02000000000000000000" pitchFamily="2" charset="0"/>
              <a:cs typeface="Roboto Black" panose="02000000000000000000" pitchFamily="2" charset="0"/>
            </a:endParaRPr>
          </a:p>
        </p:txBody>
      </p:sp>
      <p:graphicFrame>
        <p:nvGraphicFramePr>
          <p:cNvPr id="4" name="Місце для вмісту 3">
            <a:extLst>
              <a:ext uri="{FF2B5EF4-FFF2-40B4-BE49-F238E27FC236}">
                <a16:creationId xmlns:a16="http://schemas.microsoft.com/office/drawing/2014/main" id="{15CF2B42-7A51-D15B-03F1-C6B2F18F4D6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15272034"/>
              </p:ext>
            </p:extLst>
          </p:nvPr>
        </p:nvGraphicFramePr>
        <p:xfrm>
          <a:off x="1635948" y="1698822"/>
          <a:ext cx="8920103" cy="4794053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2522986">
                  <a:extLst>
                    <a:ext uri="{9D8B030D-6E8A-4147-A177-3AD203B41FA5}">
                      <a16:colId xmlns:a16="http://schemas.microsoft.com/office/drawing/2014/main" val="3458714470"/>
                    </a:ext>
                  </a:extLst>
                </a:gridCol>
                <a:gridCol w="6397117">
                  <a:extLst>
                    <a:ext uri="{9D8B030D-6E8A-4147-A177-3AD203B41FA5}">
                      <a16:colId xmlns:a16="http://schemas.microsoft.com/office/drawing/2014/main" val="4050792566"/>
                    </a:ext>
                  </a:extLst>
                </a:gridCol>
              </a:tblGrid>
              <a:tr h="313493">
                <a:tc>
                  <a:txBody>
                    <a:bodyPr/>
                    <a:lstStyle/>
                    <a:p>
                      <a:pPr algn="ctr"/>
                      <a:r>
                        <a:rPr lang="uk-UA" sz="1200" noProof="0" dirty="0"/>
                        <a:t>Функція</a:t>
                      </a:r>
                      <a:endParaRPr lang="uk-UA" sz="1200" noProof="0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71248" marR="71248" marT="35624" marB="3562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sz="1200" noProof="0" dirty="0"/>
                        <a:t>Опис</a:t>
                      </a:r>
                      <a:endParaRPr lang="uk-UA" sz="1200" noProof="0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71248" marR="71248" marT="35624" marB="35624"/>
                </a:tc>
                <a:extLst>
                  <a:ext uri="{0D108BD9-81ED-4DB2-BD59-A6C34878D82A}">
                    <a16:rowId xmlns:a16="http://schemas.microsoft.com/office/drawing/2014/main" val="546871181"/>
                  </a:ext>
                </a:extLst>
              </a:tr>
              <a:tr h="3134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600" noProof="0" dirty="0" err="1">
                          <a:latin typeface="Courier New" panose="02070309020205020404" pitchFamily="49" charset="0"/>
                        </a:rPr>
                        <a:t>Path</a:t>
                      </a:r>
                      <a:r>
                        <a:rPr lang="uk-UA" sz="1600" noProof="0" dirty="0"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uk-UA" sz="1600" noProof="0" dirty="0" err="1">
                          <a:latin typeface="Courier New" panose="02070309020205020404" pitchFamily="49" charset="0"/>
                        </a:rPr>
                        <a:t>path</a:t>
                      </a:r>
                      <a:r>
                        <a:rPr lang="uk-UA" sz="1600" noProof="0" dirty="0">
                          <a:latin typeface="Courier New" panose="02070309020205020404" pitchFamily="49" charset="0"/>
                        </a:rPr>
                        <a:t>)</a:t>
                      </a:r>
                      <a:endParaRPr lang="uk-UA" sz="1600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600" noProof="0" dirty="0"/>
                        <a:t>Створює об’єкт шляху до файлу або каталогу.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66652987"/>
                  </a:ext>
                </a:extLst>
              </a:tr>
              <a:tr h="3134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600" noProof="0" dirty="0" err="1">
                          <a:latin typeface="Courier New" panose="02070309020205020404" pitchFamily="49" charset="0"/>
                        </a:rPr>
                        <a:t>Path.exists</a:t>
                      </a:r>
                      <a:r>
                        <a:rPr lang="uk-UA" sz="1600" noProof="0" dirty="0">
                          <a:latin typeface="Courier New" panose="02070309020205020404" pitchFamily="49" charset="0"/>
                        </a:rPr>
                        <a:t>()</a:t>
                      </a:r>
                      <a:endParaRPr lang="uk-UA" sz="1600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600" noProof="0" dirty="0"/>
                        <a:t>Перевіряє, чи існує файл або каталог.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92003525"/>
                  </a:ext>
                </a:extLst>
              </a:tr>
              <a:tr h="3134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600" noProof="0" dirty="0" err="1">
                          <a:latin typeface="Courier New" panose="02070309020205020404" pitchFamily="49" charset="0"/>
                        </a:rPr>
                        <a:t>Path.is_file</a:t>
                      </a:r>
                      <a:r>
                        <a:rPr lang="uk-UA" sz="1600" noProof="0" dirty="0">
                          <a:latin typeface="Courier New" panose="02070309020205020404" pitchFamily="49" charset="0"/>
                        </a:rPr>
                        <a:t>()</a:t>
                      </a:r>
                      <a:endParaRPr lang="uk-UA" sz="1600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600" noProof="0" dirty="0"/>
                        <a:t>Перевіряє, чи об’єкт є файлом.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6976786"/>
                  </a:ext>
                </a:extLst>
              </a:tr>
              <a:tr h="3134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600" noProof="0" dirty="0" err="1">
                          <a:latin typeface="Courier New" panose="02070309020205020404" pitchFamily="49" charset="0"/>
                        </a:rPr>
                        <a:t>Path.is_dir</a:t>
                      </a:r>
                      <a:r>
                        <a:rPr lang="uk-UA" sz="1600" noProof="0" dirty="0">
                          <a:latin typeface="Courier New" panose="02070309020205020404" pitchFamily="49" charset="0"/>
                        </a:rPr>
                        <a:t>()</a:t>
                      </a:r>
                      <a:endParaRPr lang="uk-UA" sz="1600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600" noProof="0" dirty="0"/>
                        <a:t>Перевіряє, чи об’єкт є каталогом.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3320845"/>
                  </a:ext>
                </a:extLst>
              </a:tr>
              <a:tr h="3134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600" noProof="0" dirty="0" err="1">
                          <a:latin typeface="Courier New" panose="02070309020205020404" pitchFamily="49" charset="0"/>
                        </a:rPr>
                        <a:t>Path.mkdir</a:t>
                      </a:r>
                      <a:r>
                        <a:rPr lang="uk-UA" sz="1600" noProof="0" dirty="0"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uk-UA" sz="1600" noProof="0" dirty="0" err="1">
                          <a:latin typeface="Courier New" panose="02070309020205020404" pitchFamily="49" charset="0"/>
                        </a:rPr>
                        <a:t>parents</a:t>
                      </a:r>
                      <a:r>
                        <a:rPr lang="uk-UA" sz="1600" noProof="0" dirty="0"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uk-UA" sz="1600" noProof="0" dirty="0" err="1">
                          <a:latin typeface="Courier New" panose="02070309020205020404" pitchFamily="49" charset="0"/>
                        </a:rPr>
                        <a:t>False</a:t>
                      </a:r>
                      <a:r>
                        <a:rPr lang="uk-UA" sz="1600" noProof="0" dirty="0">
                          <a:latin typeface="Courier New" panose="02070309020205020404" pitchFamily="49" charset="0"/>
                        </a:rPr>
                        <a:t>, </a:t>
                      </a:r>
                      <a:r>
                        <a:rPr lang="uk-UA" sz="1600" noProof="0" dirty="0" err="1">
                          <a:latin typeface="Courier New" panose="02070309020205020404" pitchFamily="49" charset="0"/>
                        </a:rPr>
                        <a:t>exist_ok</a:t>
                      </a:r>
                      <a:r>
                        <a:rPr lang="uk-UA" sz="1600" noProof="0" dirty="0"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uk-UA" sz="1600" noProof="0" dirty="0" err="1">
                          <a:latin typeface="Courier New" panose="02070309020205020404" pitchFamily="49" charset="0"/>
                        </a:rPr>
                        <a:t>False</a:t>
                      </a:r>
                      <a:r>
                        <a:rPr lang="uk-UA" sz="1600" noProof="0" dirty="0">
                          <a:latin typeface="Courier New" panose="02070309020205020404" pitchFamily="49" charset="0"/>
                        </a:rPr>
                        <a:t>)</a:t>
                      </a:r>
                      <a:endParaRPr lang="uk-UA" sz="1600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600" noProof="0" dirty="0"/>
                        <a:t>Створює каталог. </a:t>
                      </a:r>
                      <a:r>
                        <a:rPr lang="uk-UA" sz="1600" noProof="0" dirty="0" err="1">
                          <a:latin typeface="Courier New" panose="02070309020205020404" pitchFamily="49" charset="0"/>
                        </a:rPr>
                        <a:t>parents</a:t>
                      </a:r>
                      <a:r>
                        <a:rPr lang="uk-UA" sz="1600" noProof="0" dirty="0"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uk-UA" sz="1600" noProof="0" dirty="0" err="1">
                          <a:latin typeface="Courier New" panose="02070309020205020404" pitchFamily="49" charset="0"/>
                        </a:rPr>
                        <a:t>True</a:t>
                      </a:r>
                      <a:r>
                        <a:rPr lang="uk-UA" sz="1600" noProof="0" dirty="0"/>
                        <a:t> створює проміжні каталоги, </a:t>
                      </a:r>
                      <a:r>
                        <a:rPr lang="uk-UA" sz="1600" noProof="0" dirty="0" err="1">
                          <a:latin typeface="Courier New" panose="02070309020205020404" pitchFamily="49" charset="0"/>
                        </a:rPr>
                        <a:t>exist_ok</a:t>
                      </a:r>
                      <a:r>
                        <a:rPr lang="uk-UA" sz="1600" noProof="0" dirty="0"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uk-UA" sz="1600" noProof="0" dirty="0" err="1">
                          <a:latin typeface="Courier New" panose="02070309020205020404" pitchFamily="49" charset="0"/>
                        </a:rPr>
                        <a:t>True</a:t>
                      </a:r>
                      <a:r>
                        <a:rPr lang="uk-UA" sz="1600" noProof="0" dirty="0"/>
                        <a:t> не викликає помилку, якщо каталог уже існує.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6833334"/>
                  </a:ext>
                </a:extLst>
              </a:tr>
              <a:tr h="3134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600" noProof="0" dirty="0" err="1">
                          <a:latin typeface="Courier New" panose="02070309020205020404" pitchFamily="49" charset="0"/>
                        </a:rPr>
                        <a:t>Path.iterdir</a:t>
                      </a:r>
                      <a:r>
                        <a:rPr lang="uk-UA" sz="1600" noProof="0" dirty="0">
                          <a:latin typeface="Courier New" panose="02070309020205020404" pitchFamily="49" charset="0"/>
                        </a:rPr>
                        <a:t>()</a:t>
                      </a:r>
                      <a:endParaRPr lang="uk-UA" sz="1600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600" noProof="0" dirty="0"/>
                        <a:t>Повертає </a:t>
                      </a:r>
                      <a:r>
                        <a:rPr lang="uk-UA" sz="1600" noProof="0" dirty="0" err="1"/>
                        <a:t>ітератор</a:t>
                      </a:r>
                      <a:r>
                        <a:rPr lang="uk-UA" sz="1600" noProof="0" dirty="0"/>
                        <a:t> по всіх об’єктах (файли та підкаталоги) у каталозі.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39741602"/>
                  </a:ext>
                </a:extLst>
              </a:tr>
              <a:tr h="3134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600" noProof="0" dirty="0" err="1">
                          <a:latin typeface="Courier New" panose="02070309020205020404" pitchFamily="49" charset="0"/>
                        </a:rPr>
                        <a:t>Path.glob</a:t>
                      </a:r>
                      <a:r>
                        <a:rPr lang="uk-UA" sz="1600" noProof="0" dirty="0"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uk-UA" sz="1600" noProof="0" dirty="0" err="1">
                          <a:latin typeface="Courier New" panose="02070309020205020404" pitchFamily="49" charset="0"/>
                        </a:rPr>
                        <a:t>pattern</a:t>
                      </a:r>
                      <a:r>
                        <a:rPr lang="uk-UA" sz="1600" noProof="0" dirty="0">
                          <a:latin typeface="Courier New" panose="02070309020205020404" pitchFamily="49" charset="0"/>
                        </a:rPr>
                        <a:t>)</a:t>
                      </a:r>
                      <a:endParaRPr lang="uk-UA" sz="1600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600" noProof="0" dirty="0"/>
                        <a:t>Повертає список об’єктів у каталозі, що відповідають шаблону (наприклад, </a:t>
                      </a:r>
                      <a:r>
                        <a:rPr lang="uk-UA" sz="1600" noProof="0" dirty="0">
                          <a:latin typeface="Courier New" panose="02070309020205020404" pitchFamily="49" charset="0"/>
                        </a:rPr>
                        <a:t>*.</a:t>
                      </a:r>
                      <a:r>
                        <a:rPr lang="uk-UA" sz="1600" noProof="0" dirty="0" err="1">
                          <a:latin typeface="Courier New" panose="02070309020205020404" pitchFamily="49" charset="0"/>
                        </a:rPr>
                        <a:t>txt</a:t>
                      </a:r>
                      <a:r>
                        <a:rPr lang="uk-UA" sz="1600" noProof="0" dirty="0"/>
                        <a:t>).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4135533"/>
                  </a:ext>
                </a:extLst>
              </a:tr>
              <a:tr h="5272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600" noProof="0" dirty="0" err="1">
                          <a:latin typeface="Courier New" panose="02070309020205020404" pitchFamily="49" charset="0"/>
                        </a:rPr>
                        <a:t>Path.rglob</a:t>
                      </a:r>
                      <a:r>
                        <a:rPr lang="uk-UA" sz="1600" noProof="0" dirty="0"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uk-UA" sz="1600" noProof="0" dirty="0" err="1">
                          <a:latin typeface="Courier New" panose="02070309020205020404" pitchFamily="49" charset="0"/>
                        </a:rPr>
                        <a:t>pattern</a:t>
                      </a:r>
                      <a:r>
                        <a:rPr lang="uk-UA" sz="1600" noProof="0" dirty="0">
                          <a:latin typeface="Courier New" panose="02070309020205020404" pitchFamily="49" charset="0"/>
                        </a:rPr>
                        <a:t>)</a:t>
                      </a:r>
                      <a:endParaRPr lang="uk-UA" sz="1600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600" noProof="0" dirty="0" err="1"/>
                        <a:t>Рекурсивно</a:t>
                      </a:r>
                      <a:r>
                        <a:rPr lang="uk-UA" sz="1600" noProof="0" dirty="0"/>
                        <a:t> повертає всі об’єкти у каталозі та підкаталогах за шаблоном.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03419236"/>
                  </a:ext>
                </a:extLst>
              </a:tr>
              <a:tr h="3134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600" noProof="0" dirty="0" err="1">
                          <a:latin typeface="Courier New" panose="02070309020205020404" pitchFamily="49" charset="0"/>
                        </a:rPr>
                        <a:t>Path.joinpath</a:t>
                      </a:r>
                      <a:r>
                        <a:rPr lang="uk-UA" sz="1600" noProof="0" dirty="0">
                          <a:latin typeface="Courier New" panose="02070309020205020404" pitchFamily="49" charset="0"/>
                        </a:rPr>
                        <a:t>(*</a:t>
                      </a:r>
                      <a:r>
                        <a:rPr lang="uk-UA" sz="1600" noProof="0" dirty="0" err="1">
                          <a:latin typeface="Courier New" panose="02070309020205020404" pitchFamily="49" charset="0"/>
                        </a:rPr>
                        <a:t>other</a:t>
                      </a:r>
                      <a:r>
                        <a:rPr lang="uk-UA" sz="1600" noProof="0" dirty="0">
                          <a:latin typeface="Courier New" panose="02070309020205020404" pitchFamily="49" charset="0"/>
                        </a:rPr>
                        <a:t>)</a:t>
                      </a:r>
                      <a:endParaRPr lang="uk-UA" sz="1600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600" noProof="0" dirty="0"/>
                        <a:t>Об’єднує шлях з іншими частинами шляху, повертаючи новий </a:t>
                      </a:r>
                      <a:r>
                        <a:rPr lang="uk-UA" sz="1600" noProof="0" dirty="0" err="1">
                          <a:latin typeface="Courier New" panose="02070309020205020404" pitchFamily="49" charset="0"/>
                        </a:rPr>
                        <a:t>Path</a:t>
                      </a:r>
                      <a:r>
                        <a:rPr lang="uk-UA" sz="1600" noProof="0" dirty="0"/>
                        <a:t>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409561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209961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FB566C-BCB9-9CF7-0704-0C5A1D203A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2B9D63-5428-007C-8EBA-AFC6E46937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noProof="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Модуль </a:t>
            </a:r>
            <a:r>
              <a:rPr lang="uk-UA" noProof="0" dirty="0" err="1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pathlib</a:t>
            </a:r>
            <a:endParaRPr lang="uk-UA" noProof="0" dirty="0">
              <a:latin typeface="Roboto Black" panose="02000000000000000000" pitchFamily="2" charset="0"/>
              <a:ea typeface="Roboto Black" panose="02000000000000000000" pitchFamily="2" charset="0"/>
              <a:cs typeface="Roboto Black" panose="02000000000000000000" pitchFamily="2" charset="0"/>
            </a:endParaRPr>
          </a:p>
        </p:txBody>
      </p:sp>
      <p:graphicFrame>
        <p:nvGraphicFramePr>
          <p:cNvPr id="4" name="Місце для вмісту 3">
            <a:extLst>
              <a:ext uri="{FF2B5EF4-FFF2-40B4-BE49-F238E27FC236}">
                <a16:creationId xmlns:a16="http://schemas.microsoft.com/office/drawing/2014/main" id="{C4E7D867-51E1-F99B-83F0-5588B5129F7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9181345"/>
              </p:ext>
            </p:extLst>
          </p:nvPr>
        </p:nvGraphicFramePr>
        <p:xfrm>
          <a:off x="953730" y="1777480"/>
          <a:ext cx="10400070" cy="3239573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3342967">
                  <a:extLst>
                    <a:ext uri="{9D8B030D-6E8A-4147-A177-3AD203B41FA5}">
                      <a16:colId xmlns:a16="http://schemas.microsoft.com/office/drawing/2014/main" val="3458714470"/>
                    </a:ext>
                  </a:extLst>
                </a:gridCol>
                <a:gridCol w="7057103">
                  <a:extLst>
                    <a:ext uri="{9D8B030D-6E8A-4147-A177-3AD203B41FA5}">
                      <a16:colId xmlns:a16="http://schemas.microsoft.com/office/drawing/2014/main" val="4050792566"/>
                    </a:ext>
                  </a:extLst>
                </a:gridCol>
              </a:tblGrid>
              <a:tr h="313493">
                <a:tc>
                  <a:txBody>
                    <a:bodyPr/>
                    <a:lstStyle/>
                    <a:p>
                      <a:pPr algn="ctr"/>
                      <a:r>
                        <a:rPr lang="uk-UA" sz="1200" noProof="0" dirty="0"/>
                        <a:t>Функція</a:t>
                      </a:r>
                      <a:endParaRPr lang="uk-UA" sz="1200" noProof="0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71248" marR="71248" marT="35624" marB="3562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sz="1200" noProof="0" dirty="0"/>
                        <a:t>Опис</a:t>
                      </a:r>
                      <a:endParaRPr lang="uk-UA" sz="1200" noProof="0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71248" marR="71248" marT="35624" marB="35624"/>
                </a:tc>
                <a:extLst>
                  <a:ext uri="{0D108BD9-81ED-4DB2-BD59-A6C34878D82A}">
                    <a16:rowId xmlns:a16="http://schemas.microsoft.com/office/drawing/2014/main" val="546871181"/>
                  </a:ext>
                </a:extLst>
              </a:tr>
              <a:tr h="3134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600" noProof="0" dirty="0">
                          <a:latin typeface="Courier New" panose="02070309020205020404" pitchFamily="49" charset="0"/>
                        </a:rPr>
                        <a:t>Path.name</a:t>
                      </a:r>
                      <a:endParaRPr lang="uk-UA" sz="1600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600" noProof="0" dirty="0"/>
                        <a:t>Повертає ім’я файлу або каталогу (останню частину шляху).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66652987"/>
                  </a:ext>
                </a:extLst>
              </a:tr>
              <a:tr h="3134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600" noProof="0" dirty="0" err="1">
                          <a:latin typeface="Courier New" panose="02070309020205020404" pitchFamily="49" charset="0"/>
                        </a:rPr>
                        <a:t>Path.stem</a:t>
                      </a:r>
                      <a:endParaRPr lang="uk-UA" sz="1600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600" noProof="0" dirty="0"/>
                        <a:t>Повертає ім’я файлу без розширення.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92003525"/>
                  </a:ext>
                </a:extLst>
              </a:tr>
              <a:tr h="3134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600" noProof="0" dirty="0" err="1">
                          <a:latin typeface="Courier New" panose="02070309020205020404" pitchFamily="49" charset="0"/>
                        </a:rPr>
                        <a:t>Path.suffix</a:t>
                      </a:r>
                      <a:endParaRPr lang="uk-UA" sz="1600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600" noProof="0" dirty="0"/>
                        <a:t>Повертає розширення файлу з крапкою (наприклад, </a:t>
                      </a:r>
                      <a:r>
                        <a:rPr lang="uk-UA" sz="1600" noProof="0" dirty="0"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uk-UA" sz="1600" noProof="0" dirty="0" err="1">
                          <a:latin typeface="Courier New" panose="02070309020205020404" pitchFamily="49" charset="0"/>
                        </a:rPr>
                        <a:t>txt</a:t>
                      </a:r>
                      <a:r>
                        <a:rPr lang="uk-UA" sz="1600" noProof="0" dirty="0"/>
                        <a:t>).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6976786"/>
                  </a:ext>
                </a:extLst>
              </a:tr>
              <a:tr h="3134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600" noProof="0" dirty="0" err="1">
                          <a:latin typeface="Courier New" panose="02070309020205020404" pitchFamily="49" charset="0"/>
                        </a:rPr>
                        <a:t>Path.resolve</a:t>
                      </a:r>
                      <a:r>
                        <a:rPr lang="uk-UA" sz="1600" noProof="0" dirty="0">
                          <a:latin typeface="Courier New" panose="02070309020205020404" pitchFamily="49" charset="0"/>
                        </a:rPr>
                        <a:t>()</a:t>
                      </a:r>
                      <a:endParaRPr lang="uk-UA" sz="1600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600" noProof="0" dirty="0"/>
                        <a:t>Повертає абсолютний шлях (розв’язує символічні посилання).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3320845"/>
                  </a:ext>
                </a:extLst>
              </a:tr>
              <a:tr h="3134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600" noProof="0" dirty="0" err="1">
                          <a:latin typeface="Courier New" panose="02070309020205020404" pitchFamily="49" charset="0"/>
                        </a:rPr>
                        <a:t>Path.unlink</a:t>
                      </a:r>
                      <a:r>
                        <a:rPr lang="uk-UA" sz="1600" noProof="0" dirty="0">
                          <a:latin typeface="Courier New" panose="02070309020205020404" pitchFamily="49" charset="0"/>
                        </a:rPr>
                        <a:t>()</a:t>
                      </a:r>
                      <a:endParaRPr lang="uk-UA" sz="1600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600" noProof="0" dirty="0"/>
                        <a:t>Видаляє файл.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6833334"/>
                  </a:ext>
                </a:extLst>
              </a:tr>
              <a:tr h="3134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600" noProof="0" dirty="0" err="1">
                          <a:latin typeface="Courier New" panose="02070309020205020404" pitchFamily="49" charset="0"/>
                        </a:rPr>
                        <a:t>Path.rename</a:t>
                      </a:r>
                      <a:r>
                        <a:rPr lang="uk-UA" sz="1600" noProof="0" dirty="0"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uk-UA" sz="1600" noProof="0" dirty="0" err="1">
                          <a:latin typeface="Courier New" panose="02070309020205020404" pitchFamily="49" charset="0"/>
                        </a:rPr>
                        <a:t>target</a:t>
                      </a:r>
                      <a:r>
                        <a:rPr lang="uk-UA" sz="1600" noProof="0" dirty="0">
                          <a:latin typeface="Courier New" panose="02070309020205020404" pitchFamily="49" charset="0"/>
                        </a:rPr>
                        <a:t>)</a:t>
                      </a:r>
                      <a:endParaRPr lang="uk-UA" sz="1600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600" noProof="0" dirty="0"/>
                        <a:t>Перейменовує файл або каталог у </a:t>
                      </a:r>
                      <a:r>
                        <a:rPr lang="uk-UA" sz="1600" noProof="0" dirty="0" err="1">
                          <a:latin typeface="Courier New" panose="02070309020205020404" pitchFamily="49" charset="0"/>
                        </a:rPr>
                        <a:t>target</a:t>
                      </a:r>
                      <a:r>
                        <a:rPr lang="uk-UA" sz="1600" noProof="0" dirty="0"/>
                        <a:t>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39741602"/>
                  </a:ext>
                </a:extLst>
              </a:tr>
              <a:tr h="3134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600" noProof="0" dirty="0" err="1">
                          <a:latin typeface="Courier New" panose="02070309020205020404" pitchFamily="49" charset="0"/>
                        </a:rPr>
                        <a:t>Path.stat</a:t>
                      </a:r>
                      <a:r>
                        <a:rPr lang="uk-UA" sz="1600" noProof="0" dirty="0">
                          <a:latin typeface="Courier New" panose="02070309020205020404" pitchFamily="49" charset="0"/>
                        </a:rPr>
                        <a:t>()</a:t>
                      </a:r>
                      <a:endParaRPr lang="uk-UA" sz="1600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600" noProof="0" dirty="0"/>
                        <a:t>Повертає інформацію про файл (розмір, дату модифікації, права доступу).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4135533"/>
                  </a:ext>
                </a:extLst>
              </a:tr>
              <a:tr h="5272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600" noProof="0" dirty="0" err="1">
                          <a:latin typeface="Courier New" panose="02070309020205020404" pitchFamily="49" charset="0"/>
                        </a:rPr>
                        <a:t>Path.open</a:t>
                      </a:r>
                      <a:r>
                        <a:rPr lang="uk-UA" sz="1600" noProof="0" dirty="0"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uk-UA" sz="1600" noProof="0" dirty="0" err="1">
                          <a:latin typeface="Courier New" panose="02070309020205020404" pitchFamily="49" charset="0"/>
                        </a:rPr>
                        <a:t>mode</a:t>
                      </a:r>
                      <a:r>
                        <a:rPr lang="uk-UA" sz="1600" noProof="0" dirty="0">
                          <a:latin typeface="Courier New" panose="02070309020205020404" pitchFamily="49" charset="0"/>
                        </a:rPr>
                        <a:t>='r')</a:t>
                      </a:r>
                      <a:endParaRPr lang="uk-UA" sz="1600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600" noProof="0" dirty="0"/>
                        <a:t>Відкриває файл у вказаному режимі (</a:t>
                      </a:r>
                      <a:r>
                        <a:rPr lang="uk-UA" sz="1600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</a:t>
                      </a:r>
                      <a:r>
                        <a:rPr lang="uk-UA" sz="1600" noProof="0" dirty="0"/>
                        <a:t>, </a:t>
                      </a:r>
                      <a:r>
                        <a:rPr lang="uk-UA" sz="1600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w</a:t>
                      </a:r>
                      <a:r>
                        <a:rPr lang="uk-UA" sz="1600" noProof="0" dirty="0"/>
                        <a:t>, </a:t>
                      </a:r>
                      <a:r>
                        <a:rPr lang="uk-UA" sz="1600" kern="1200" noProof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rb</a:t>
                      </a:r>
                      <a:r>
                        <a:rPr lang="uk-UA" sz="1600" noProof="0" dirty="0"/>
                        <a:t>, </a:t>
                      </a:r>
                      <a:r>
                        <a:rPr lang="uk-UA" sz="1600" kern="1200" noProof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wb</a:t>
                      </a:r>
                      <a:r>
                        <a:rPr lang="uk-UA" sz="1600" noProof="0" dirty="0"/>
                        <a:t>) і повертає файловий об’єкт.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034192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493034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0617ABB-E485-2700-FF59-33F681AE39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noProof="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Набори файлів та каталогів. Модуль </a:t>
            </a:r>
            <a:r>
              <a:rPr lang="uk-UA" noProof="0" dirty="0" err="1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glob</a:t>
            </a:r>
            <a:endParaRPr lang="uk-UA" noProof="0" dirty="0">
              <a:latin typeface="Roboto Black" panose="02000000000000000000" pitchFamily="2" charset="0"/>
              <a:ea typeface="Roboto Black" panose="02000000000000000000" pitchFamily="2" charset="0"/>
              <a:cs typeface="Roboto Black" panose="02000000000000000000" pitchFamily="2" charset="0"/>
            </a:endParaRP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CBB3E628-B94E-D1BE-79F3-67B5E59699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uk-UA" noProof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Інколи виникають ситуації, коли потрібно одночасно звернутись до декількох файлів, що мають спільне ім’я чи його частину. Це можна зробити з використанням модуля </a:t>
            </a:r>
            <a:r>
              <a:rPr lang="uk-UA" noProof="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glob</a:t>
            </a:r>
            <a:r>
              <a:rPr lang="uk-UA" noProof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.</a:t>
            </a:r>
          </a:p>
          <a:p>
            <a:pPr marL="0" indent="0">
              <a:buNone/>
            </a:pPr>
            <a:r>
              <a:rPr lang="uk-UA" noProof="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glob.glob</a:t>
            </a:r>
            <a:r>
              <a:rPr lang="uk-UA" noProof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(</a:t>
            </a:r>
            <a:r>
              <a:rPr lang="uk-UA" noProof="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mask</a:t>
            </a:r>
            <a:r>
              <a:rPr lang="uk-UA" noProof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) – повертає список файлів та каталогів, що відповідають масці </a:t>
            </a:r>
            <a:r>
              <a:rPr lang="uk-UA" noProof="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mask</a:t>
            </a:r>
            <a:r>
              <a:rPr lang="uk-UA" noProof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. Маска може містити як звичайні, так й універсальні символи.</a:t>
            </a:r>
          </a:p>
          <a:p>
            <a:pPr marL="0" indent="0">
              <a:buNone/>
            </a:pPr>
            <a:r>
              <a:rPr lang="uk-UA" noProof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Універсальні символи:</a:t>
            </a:r>
          </a:p>
          <a:p>
            <a:r>
              <a:rPr lang="uk-UA" noProof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- будь-який </a:t>
            </a:r>
            <a:r>
              <a:rPr lang="uk-UA" noProof="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підрядок</a:t>
            </a:r>
            <a:endParaRPr lang="uk-UA" noProof="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0" indent="0">
              <a:buNone/>
            </a:pPr>
            <a:r>
              <a:rPr lang="uk-UA" noProof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? – будь-який символ.</a:t>
            </a:r>
          </a:p>
          <a:p>
            <a:pPr marL="0" indent="0">
              <a:buNone/>
            </a:pPr>
            <a:r>
              <a:rPr lang="uk-UA" noProof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Наприклад ‘</a:t>
            </a:r>
            <a:r>
              <a:rPr lang="uk-UA" noProof="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t?s</a:t>
            </a:r>
            <a:r>
              <a:rPr lang="uk-UA" noProof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?.*` відповідає файлам усіх розширень з іменами з чотирьох літер першою з яких є t, а третьою s. Тобто це можуть бути файли task.txt, test.py тощо.</a:t>
            </a:r>
          </a:p>
        </p:txBody>
      </p:sp>
    </p:spTree>
    <p:extLst>
      <p:ext uri="{BB962C8B-B14F-4D97-AF65-F5344CB8AC3E}">
        <p14:creationId xmlns:p14="http://schemas.microsoft.com/office/powerpoint/2010/main" val="735683795"/>
      </p:ext>
    </p:extLst>
  </p:cSld>
  <p:clrMapOvr>
    <a:masterClrMapping/>
  </p:clrMapOvr>
  <p:transition spd="med">
    <p:pull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69048AB-C79F-019A-94D7-176BC76C55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noProof="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Приклад. Побудова списку каталогів впорядкованого за розміром </a:t>
            </a:r>
          </a:p>
        </p:txBody>
      </p:sp>
      <p:graphicFrame>
        <p:nvGraphicFramePr>
          <p:cNvPr id="5" name="Місце для вмісту 2">
            <a:extLst>
              <a:ext uri="{FF2B5EF4-FFF2-40B4-BE49-F238E27FC236}">
                <a16:creationId xmlns:a16="http://schemas.microsoft.com/office/drawing/2014/main" id="{DB6EFD96-AE1B-64B1-9B00-F42DE441BA9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5737215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282481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4C96304-0E39-7614-7375-F874C6BE75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r>
              <a:rPr lang="uk-UA" sz="2800" noProof="0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Приклад. Збереження файлів із заданих каталогів </a:t>
            </a:r>
            <a:r>
              <a:rPr lang="en-US" sz="2800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- b</a:t>
            </a:r>
            <a:r>
              <a:rPr lang="uk-UA" sz="2800" noProof="0" dirty="0" err="1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ackup</a:t>
            </a:r>
            <a:endParaRPr lang="uk-UA" sz="2800" noProof="0" dirty="0">
              <a:solidFill>
                <a:schemeClr val="bg1"/>
              </a:solidFill>
              <a:latin typeface="Roboto Black" panose="02000000000000000000" pitchFamily="2" charset="0"/>
              <a:ea typeface="Roboto Black" panose="02000000000000000000" pitchFamily="2" charset="0"/>
              <a:cs typeface="Roboto Black" panose="02000000000000000000" pitchFamily="2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B516A7C2-3B62-8D99-E081-4C0D6138C4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395961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uk-UA" sz="1700" noProof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Програма у цьому прикладі здійснює </a:t>
            </a:r>
            <a:r>
              <a:rPr lang="uk-UA" sz="1700" noProof="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backup</a:t>
            </a:r>
            <a:r>
              <a:rPr lang="uk-UA" sz="1700" noProof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файлів із заданих каталогів у каталог </a:t>
            </a:r>
            <a:r>
              <a:rPr lang="uk-UA" sz="1700" noProof="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backup</a:t>
            </a:r>
            <a:r>
              <a:rPr lang="uk-UA" sz="1700" noProof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.</a:t>
            </a:r>
          </a:p>
          <a:p>
            <a:pPr>
              <a:buFontTx/>
              <a:buChar char="-"/>
            </a:pPr>
            <a:r>
              <a:rPr lang="uk-UA" sz="1700" noProof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Функція </a:t>
            </a:r>
            <a:r>
              <a:rPr lang="uk-UA" sz="1700" noProof="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copyfile</a:t>
            </a:r>
            <a:r>
              <a:rPr lang="uk-UA" sz="1700" noProof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копіює один файл з одного каталогу до іншого.</a:t>
            </a:r>
          </a:p>
          <a:p>
            <a:pPr>
              <a:buFontTx/>
              <a:buChar char="-"/>
            </a:pPr>
            <a:r>
              <a:rPr lang="uk-UA" sz="1700" noProof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Функція </a:t>
            </a:r>
            <a:r>
              <a:rPr lang="uk-UA" sz="1700" noProof="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copydir</a:t>
            </a:r>
            <a:r>
              <a:rPr lang="uk-UA" sz="1700" noProof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uk-UA" sz="1700" noProof="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рекурсивно</a:t>
            </a:r>
            <a:r>
              <a:rPr lang="uk-UA" sz="1700" noProof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копіює каталог </a:t>
            </a:r>
            <a:r>
              <a:rPr lang="uk-UA" sz="17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разом з усіма </a:t>
            </a:r>
            <a:r>
              <a:rPr lang="uk-UA" sz="1700" noProof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його підкаталогами у інший каталог.</a:t>
            </a:r>
          </a:p>
          <a:p>
            <a:pPr>
              <a:buFontTx/>
              <a:buChar char="-"/>
            </a:pPr>
            <a:r>
              <a:rPr lang="uk-UA" sz="1700" noProof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Функція </a:t>
            </a:r>
            <a:r>
              <a:rPr lang="uk-UA" sz="1700" noProof="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getbackupname</a:t>
            </a:r>
            <a:r>
              <a:rPr lang="uk-UA" sz="1700" noProof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повертає ім’я нового каталогу, в який будуть збережені дані. Це ім’я буде рядком з поточної дати та часу.</a:t>
            </a:r>
          </a:p>
          <a:p>
            <a:pPr>
              <a:buFontTx/>
              <a:buChar char="-"/>
            </a:pPr>
            <a:r>
              <a:rPr lang="uk-UA" sz="1700" noProof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Функція </a:t>
            </a:r>
            <a:r>
              <a:rPr lang="uk-UA" sz="1700" noProof="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backupdirectories</a:t>
            </a:r>
            <a:r>
              <a:rPr lang="uk-UA" sz="1700" noProof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зберігає файли із вказаних каталогів у каталозі </a:t>
            </a:r>
            <a:r>
              <a:rPr lang="uk-UA" sz="1700" noProof="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backup</a:t>
            </a:r>
            <a:r>
              <a:rPr lang="uk-UA" sz="1700" noProof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.</a:t>
            </a:r>
          </a:p>
          <a:p>
            <a:pPr>
              <a:buFontTx/>
              <a:buChar char="-"/>
            </a:pPr>
            <a:r>
              <a:rPr lang="uk-UA" sz="1700" noProof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Програма передбачає пропуск файлу чи каталогу, якщо його не знайдено, і вивід відповідного повідомлення про виникнення помилки.</a:t>
            </a:r>
          </a:p>
          <a:p>
            <a:pPr>
              <a:buFontTx/>
              <a:buChar char="-"/>
            </a:pPr>
            <a:r>
              <a:rPr lang="uk-UA" sz="1700" noProof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Основна частина програми отримує параметри  командного рядка або вводу, якщо параметри не були надані.</a:t>
            </a:r>
          </a:p>
          <a:p>
            <a:pPr marL="0" indent="0">
              <a:buNone/>
            </a:pPr>
            <a:r>
              <a:rPr lang="uk-UA" sz="1700" noProof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2" action="ppaction://hlinkfile"/>
              </a:rPr>
              <a:t>Розв’язання</a:t>
            </a:r>
            <a:r>
              <a:rPr lang="en-US" sz="1700" noProof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2" action="ppaction://hlinkfile"/>
              </a:rPr>
              <a:t> (</a:t>
            </a:r>
            <a:r>
              <a:rPr lang="en-US" sz="1700" noProof="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2" action="ppaction://hlinkfile"/>
              </a:rPr>
              <a:t>os</a:t>
            </a:r>
            <a:r>
              <a:rPr lang="en-US" sz="1700" noProof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2" action="ppaction://hlinkfile"/>
              </a:rPr>
              <a:t>)</a:t>
            </a:r>
            <a:r>
              <a:rPr lang="uk-UA" sz="1700" noProof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2" action="ppaction://hlinkfile"/>
              </a:rPr>
              <a:t>.</a:t>
            </a:r>
            <a:r>
              <a:rPr lang="en-US" sz="1700" noProof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uk-UA" sz="1700" noProof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3" action="ppaction://hlinkfile"/>
              </a:rPr>
              <a:t>Розв’язання (</a:t>
            </a:r>
            <a:r>
              <a:rPr lang="en-US" sz="1700" noProof="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3" action="ppaction://hlinkfile"/>
              </a:rPr>
              <a:t>pathlib</a:t>
            </a:r>
            <a:r>
              <a:rPr lang="en-US" sz="1700" noProof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3" action="ppaction://hlinkfile"/>
              </a:rPr>
              <a:t>).</a:t>
            </a:r>
            <a:endParaRPr lang="uk-UA" sz="1700" noProof="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72857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7AE9375-4664-4DB2-922D-2782A6E439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A43A8A0-8C37-8F8A-FFAE-81459DC976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69925"/>
            <a:ext cx="4508946" cy="1325563"/>
          </a:xfrm>
        </p:spPr>
        <p:txBody>
          <a:bodyPr anchor="b">
            <a:normAutofit/>
          </a:bodyPr>
          <a:lstStyle/>
          <a:p>
            <a:pPr algn="r"/>
            <a:r>
              <a:rPr lang="uk-UA" noProof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Архівування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E504C98-6397-41C1-A8D8-2D9C4ED30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26210" y="2026340"/>
            <a:ext cx="5220936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C1FA6505-BD6B-DC44-BD45-0718DFD756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2667" y="2398957"/>
            <a:ext cx="9406666" cy="352614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uk-UA" sz="1900" noProof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Архівування файлів -  це їх стиснення для подальшого зберігання. У Python є багато модулів, що відповідають за процеси архівування, найпопулярнішими є zipfile і tarfile.</a:t>
            </a:r>
          </a:p>
          <a:p>
            <a:pPr marL="0" indent="0">
              <a:buNone/>
            </a:pPr>
            <a:r>
              <a:rPr lang="uk-UA" sz="1900" noProof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Вони мають набір доволі схожих (але не цілком ідентичних) функцій для обробки архівованих файлів.</a:t>
            </a:r>
          </a:p>
          <a:p>
            <a:pPr marL="0" indent="0">
              <a:buNone/>
            </a:pPr>
            <a:endParaRPr lang="uk-UA" sz="1900" noProof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0" indent="0">
              <a:buNone/>
            </a:pPr>
            <a:r>
              <a:rPr lang="uk-UA" sz="1900" noProof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Обробка архівованих файлів включає в себе такі етапи:</a:t>
            </a:r>
          </a:p>
          <a:p>
            <a:r>
              <a:rPr lang="uk-UA" sz="1900" noProof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Відкриття у режимі читання або запису</a:t>
            </a:r>
          </a:p>
          <a:p>
            <a:r>
              <a:rPr lang="uk-UA" sz="1900" noProof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Маніпуляції: читання або запис</a:t>
            </a:r>
          </a:p>
          <a:p>
            <a:r>
              <a:rPr lang="uk-UA" sz="1900" noProof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Закриття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DD005C1-8C51-42D6-9BEE-B9B838497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206" y="115193"/>
            <a:ext cx="11939588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8679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 dir="d"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B95B9BA8-1D69-4796-85F5-B6D0BD523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9E826AA-A524-E1E0-BA55-B892DB83C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81825" y="1641752"/>
            <a:ext cx="4391024" cy="1323439"/>
          </a:xfrm>
        </p:spPr>
        <p:txBody>
          <a:bodyPr anchor="t">
            <a:normAutofit/>
          </a:bodyPr>
          <a:lstStyle/>
          <a:p>
            <a:r>
              <a:rPr lang="uk-UA" sz="4000" noProof="0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Архівування</a:t>
            </a: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CC09AFE8-9934-40C0-A058-4008A3B197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27160" y="1498600"/>
            <a:ext cx="5260976" cy="4707593"/>
            <a:chOff x="6096000" y="841376"/>
            <a:chExt cx="5260976" cy="4707593"/>
          </a:xfrm>
          <a:effectLst>
            <a:outerShdw blurRad="381000" dist="152400" dir="5400000" algn="ctr" rotWithShape="0">
              <a:srgbClr val="000000">
                <a:alpha val="10000"/>
              </a:srgbClr>
            </a:outerShdw>
          </a:effectLst>
        </p:grpSpPr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23588ED6-49C5-4EAF-BBCE-DB6B4184D3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6096001" y="841376"/>
              <a:ext cx="5260975" cy="4707593"/>
              <a:chOff x="6096001" y="841376"/>
              <a:chExt cx="5260975" cy="4707593"/>
            </a:xfrm>
          </p:grpSpPr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0149B80A-4A62-4495-AE87-F32755EBDD9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96001" y="841376"/>
                <a:ext cx="5260975" cy="4707593"/>
              </a:xfrm>
              <a:custGeom>
                <a:avLst/>
                <a:gdLst>
                  <a:gd name="connsiteX0" fmla="*/ 0 w 5260975"/>
                  <a:gd name="connsiteY0" fmla="*/ 0 h 4707593"/>
                  <a:gd name="connsiteX1" fmla="*/ 5260975 w 5260975"/>
                  <a:gd name="connsiteY1" fmla="*/ 0 h 4707593"/>
                  <a:gd name="connsiteX2" fmla="*/ 5260975 w 5260975"/>
                  <a:gd name="connsiteY2" fmla="*/ 3296937 h 4707593"/>
                  <a:gd name="connsiteX3" fmla="*/ 5260975 w 5260975"/>
                  <a:gd name="connsiteY3" fmla="*/ 3518571 h 4707593"/>
                  <a:gd name="connsiteX4" fmla="*/ 5226503 w 5260975"/>
                  <a:gd name="connsiteY4" fmla="*/ 3534000 h 4707593"/>
                  <a:gd name="connsiteX5" fmla="*/ 5206341 w 5260975"/>
                  <a:gd name="connsiteY5" fmla="*/ 3542065 h 4707593"/>
                  <a:gd name="connsiteX6" fmla="*/ 5123287 w 5260975"/>
                  <a:gd name="connsiteY6" fmla="*/ 3594010 h 4707593"/>
                  <a:gd name="connsiteX7" fmla="*/ 5048107 w 5260975"/>
                  <a:gd name="connsiteY7" fmla="*/ 3658244 h 4707593"/>
                  <a:gd name="connsiteX8" fmla="*/ 4992899 w 5260975"/>
                  <a:gd name="connsiteY8" fmla="*/ 3734479 h 4707593"/>
                  <a:gd name="connsiteX9" fmla="*/ 4977440 w 5260975"/>
                  <a:gd name="connsiteY9" fmla="*/ 3752627 h 4707593"/>
                  <a:gd name="connsiteX10" fmla="*/ 4935193 w 5260975"/>
                  <a:gd name="connsiteY10" fmla="*/ 3775382 h 4707593"/>
                  <a:gd name="connsiteX11" fmla="*/ 4897844 w 5260975"/>
                  <a:gd name="connsiteY11" fmla="*/ 3792472 h 4707593"/>
                  <a:gd name="connsiteX12" fmla="*/ 4870767 w 5260975"/>
                  <a:gd name="connsiteY12" fmla="*/ 3811388 h 4707593"/>
                  <a:gd name="connsiteX13" fmla="*/ 4847916 w 5260975"/>
                  <a:gd name="connsiteY13" fmla="*/ 3828767 h 4707593"/>
                  <a:gd name="connsiteX14" fmla="*/ 4796163 w 5260975"/>
                  <a:gd name="connsiteY14" fmla="*/ 3873702 h 4707593"/>
                  <a:gd name="connsiteX15" fmla="*/ 4738843 w 5260975"/>
                  <a:gd name="connsiteY15" fmla="*/ 3911628 h 4707593"/>
                  <a:gd name="connsiteX16" fmla="*/ 4692755 w 5260975"/>
                  <a:gd name="connsiteY16" fmla="*/ 3958099 h 4707593"/>
                  <a:gd name="connsiteX17" fmla="*/ 4673744 w 5260975"/>
                  <a:gd name="connsiteY17" fmla="*/ 3983255 h 4707593"/>
                  <a:gd name="connsiteX18" fmla="*/ 4633801 w 5260975"/>
                  <a:gd name="connsiteY18" fmla="*/ 4000442 h 4707593"/>
                  <a:gd name="connsiteX19" fmla="*/ 4590499 w 5260975"/>
                  <a:gd name="connsiteY19" fmla="*/ 4027326 h 4707593"/>
                  <a:gd name="connsiteX20" fmla="*/ 4559773 w 5260975"/>
                  <a:gd name="connsiteY20" fmla="*/ 4054018 h 4707593"/>
                  <a:gd name="connsiteX21" fmla="*/ 4536059 w 5260975"/>
                  <a:gd name="connsiteY21" fmla="*/ 4071877 h 4707593"/>
                  <a:gd name="connsiteX22" fmla="*/ 4502549 w 5260975"/>
                  <a:gd name="connsiteY22" fmla="*/ 4089832 h 4707593"/>
                  <a:gd name="connsiteX23" fmla="*/ 4468944 w 5260975"/>
                  <a:gd name="connsiteY23" fmla="*/ 4113356 h 4707593"/>
                  <a:gd name="connsiteX24" fmla="*/ 4452622 w 5260975"/>
                  <a:gd name="connsiteY24" fmla="*/ 4127854 h 4707593"/>
                  <a:gd name="connsiteX25" fmla="*/ 4421032 w 5260975"/>
                  <a:gd name="connsiteY25" fmla="*/ 4151953 h 4707593"/>
                  <a:gd name="connsiteX26" fmla="*/ 4388483 w 5260975"/>
                  <a:gd name="connsiteY26" fmla="*/ 4174421 h 4707593"/>
                  <a:gd name="connsiteX27" fmla="*/ 4327321 w 5260975"/>
                  <a:gd name="connsiteY27" fmla="*/ 4200153 h 4707593"/>
                  <a:gd name="connsiteX28" fmla="*/ 4271633 w 5260975"/>
                  <a:gd name="connsiteY28" fmla="*/ 4237983 h 4707593"/>
                  <a:gd name="connsiteX29" fmla="*/ 4227465 w 5260975"/>
                  <a:gd name="connsiteY29" fmla="*/ 4265635 h 4707593"/>
                  <a:gd name="connsiteX30" fmla="*/ 4201733 w 5260975"/>
                  <a:gd name="connsiteY30" fmla="*/ 4283783 h 4707593"/>
                  <a:gd name="connsiteX31" fmla="*/ 4154494 w 5260975"/>
                  <a:gd name="connsiteY31" fmla="*/ 4324301 h 4707593"/>
                  <a:gd name="connsiteX32" fmla="*/ 4081234 w 5260975"/>
                  <a:gd name="connsiteY32" fmla="*/ 4366931 h 4707593"/>
                  <a:gd name="connsiteX33" fmla="*/ 4036971 w 5260975"/>
                  <a:gd name="connsiteY33" fmla="*/ 4389975 h 4707593"/>
                  <a:gd name="connsiteX34" fmla="*/ 3941725 w 5260975"/>
                  <a:gd name="connsiteY34" fmla="*/ 4424733 h 4707593"/>
                  <a:gd name="connsiteX35" fmla="*/ 3910999 w 5260975"/>
                  <a:gd name="connsiteY35" fmla="*/ 4437119 h 4707593"/>
                  <a:gd name="connsiteX36" fmla="*/ 3875859 w 5260975"/>
                  <a:gd name="connsiteY36" fmla="*/ 4445280 h 4707593"/>
                  <a:gd name="connsiteX37" fmla="*/ 3819401 w 5260975"/>
                  <a:gd name="connsiteY37" fmla="*/ 4464579 h 4707593"/>
                  <a:gd name="connsiteX38" fmla="*/ 3709176 w 5260975"/>
                  <a:gd name="connsiteY38" fmla="*/ 4497800 h 4707593"/>
                  <a:gd name="connsiteX39" fmla="*/ 3684981 w 5260975"/>
                  <a:gd name="connsiteY39" fmla="*/ 4502889 h 4707593"/>
                  <a:gd name="connsiteX40" fmla="*/ 3623338 w 5260975"/>
                  <a:gd name="connsiteY40" fmla="*/ 4524300 h 4707593"/>
                  <a:gd name="connsiteX41" fmla="*/ 3586373 w 5260975"/>
                  <a:gd name="connsiteY41" fmla="*/ 4538702 h 4707593"/>
                  <a:gd name="connsiteX42" fmla="*/ 3555743 w 5260975"/>
                  <a:gd name="connsiteY42" fmla="*/ 4546960 h 4707593"/>
                  <a:gd name="connsiteX43" fmla="*/ 3528667 w 5260975"/>
                  <a:gd name="connsiteY43" fmla="*/ 4550801 h 4707593"/>
                  <a:gd name="connsiteX44" fmla="*/ 3457424 w 5260975"/>
                  <a:gd name="connsiteY44" fmla="*/ 4569811 h 4707593"/>
                  <a:gd name="connsiteX45" fmla="*/ 3429003 w 5260975"/>
                  <a:gd name="connsiteY45" fmla="*/ 4577301 h 4707593"/>
                  <a:gd name="connsiteX46" fmla="*/ 3355264 w 5260975"/>
                  <a:gd name="connsiteY46" fmla="*/ 4603033 h 4707593"/>
                  <a:gd name="connsiteX47" fmla="*/ 3292757 w 5260975"/>
                  <a:gd name="connsiteY47" fmla="*/ 4620027 h 4707593"/>
                  <a:gd name="connsiteX48" fmla="*/ 3266643 w 5260975"/>
                  <a:gd name="connsiteY48" fmla="*/ 4628188 h 4707593"/>
                  <a:gd name="connsiteX49" fmla="*/ 3206921 w 5260975"/>
                  <a:gd name="connsiteY49" fmla="*/ 4641823 h 4707593"/>
                  <a:gd name="connsiteX50" fmla="*/ 3173123 w 5260975"/>
                  <a:gd name="connsiteY50" fmla="*/ 4651425 h 4707593"/>
                  <a:gd name="connsiteX51" fmla="*/ 3090646 w 5260975"/>
                  <a:gd name="connsiteY51" fmla="*/ 4662274 h 4707593"/>
                  <a:gd name="connsiteX52" fmla="*/ 3005480 w 5260975"/>
                  <a:gd name="connsiteY52" fmla="*/ 4672739 h 4707593"/>
                  <a:gd name="connsiteX53" fmla="*/ 2958721 w 5260975"/>
                  <a:gd name="connsiteY53" fmla="*/ 4676196 h 4707593"/>
                  <a:gd name="connsiteX54" fmla="*/ 2917915 w 5260975"/>
                  <a:gd name="connsiteY54" fmla="*/ 4681670 h 4707593"/>
                  <a:gd name="connsiteX55" fmla="*/ 2882389 w 5260975"/>
                  <a:gd name="connsiteY55" fmla="*/ 4685126 h 4707593"/>
                  <a:gd name="connsiteX56" fmla="*/ 2825837 w 5260975"/>
                  <a:gd name="connsiteY56" fmla="*/ 4692135 h 4707593"/>
                  <a:gd name="connsiteX57" fmla="*/ 2802313 w 5260975"/>
                  <a:gd name="connsiteY57" fmla="*/ 4693960 h 4707593"/>
                  <a:gd name="connsiteX58" fmla="*/ 2746816 w 5260975"/>
                  <a:gd name="connsiteY58" fmla="*/ 4693863 h 4707593"/>
                  <a:gd name="connsiteX59" fmla="*/ 2727517 w 5260975"/>
                  <a:gd name="connsiteY59" fmla="*/ 4692903 h 4707593"/>
                  <a:gd name="connsiteX60" fmla="*/ 2690359 w 5260975"/>
                  <a:gd name="connsiteY60" fmla="*/ 4680997 h 4707593"/>
                  <a:gd name="connsiteX61" fmla="*/ 2685943 w 5260975"/>
                  <a:gd name="connsiteY61" fmla="*/ 4680133 h 4707593"/>
                  <a:gd name="connsiteX62" fmla="*/ 2661554 w 5260975"/>
                  <a:gd name="connsiteY62" fmla="*/ 4675428 h 4707593"/>
                  <a:gd name="connsiteX63" fmla="*/ 2648208 w 5260975"/>
                  <a:gd name="connsiteY63" fmla="*/ 4673892 h 4707593"/>
                  <a:gd name="connsiteX64" fmla="*/ 2597512 w 5260975"/>
                  <a:gd name="connsiteY64" fmla="*/ 4664099 h 4707593"/>
                  <a:gd name="connsiteX65" fmla="*/ 2568324 w 5260975"/>
                  <a:gd name="connsiteY65" fmla="*/ 4659490 h 4707593"/>
                  <a:gd name="connsiteX66" fmla="*/ 2544704 w 5260975"/>
                  <a:gd name="connsiteY66" fmla="*/ 4660162 h 4707593"/>
                  <a:gd name="connsiteX67" fmla="*/ 2503225 w 5260975"/>
                  <a:gd name="connsiteY67" fmla="*/ 4661026 h 4707593"/>
                  <a:gd name="connsiteX68" fmla="*/ 2489975 w 5260975"/>
                  <a:gd name="connsiteY68" fmla="*/ 4663235 h 4707593"/>
                  <a:gd name="connsiteX69" fmla="*/ 2430061 w 5260975"/>
                  <a:gd name="connsiteY69" fmla="*/ 4656897 h 4707593"/>
                  <a:gd name="connsiteX70" fmla="*/ 2395880 w 5260975"/>
                  <a:gd name="connsiteY70" fmla="*/ 4656417 h 4707593"/>
                  <a:gd name="connsiteX71" fmla="*/ 2357378 w 5260975"/>
                  <a:gd name="connsiteY71" fmla="*/ 4648544 h 4707593"/>
                  <a:gd name="connsiteX72" fmla="*/ 2346145 w 5260975"/>
                  <a:gd name="connsiteY72" fmla="*/ 4648928 h 4707593"/>
                  <a:gd name="connsiteX73" fmla="*/ 2333567 w 5260975"/>
                  <a:gd name="connsiteY73" fmla="*/ 4649600 h 4707593"/>
                  <a:gd name="connsiteX74" fmla="*/ 2294968 w 5260975"/>
                  <a:gd name="connsiteY74" fmla="*/ 4650177 h 4707593"/>
                  <a:gd name="connsiteX75" fmla="*/ 2271540 w 5260975"/>
                  <a:gd name="connsiteY75" fmla="*/ 4653057 h 4707593"/>
                  <a:gd name="connsiteX76" fmla="*/ 2226895 w 5260975"/>
                  <a:gd name="connsiteY76" fmla="*/ 4651329 h 4707593"/>
                  <a:gd name="connsiteX77" fmla="*/ 2210379 w 5260975"/>
                  <a:gd name="connsiteY77" fmla="*/ 4653825 h 4707593"/>
                  <a:gd name="connsiteX78" fmla="*/ 2168613 w 5260975"/>
                  <a:gd name="connsiteY78" fmla="*/ 4654113 h 4707593"/>
                  <a:gd name="connsiteX79" fmla="*/ 2131167 w 5260975"/>
                  <a:gd name="connsiteY79" fmla="*/ 4652673 h 4707593"/>
                  <a:gd name="connsiteX80" fmla="*/ 2095065 w 5260975"/>
                  <a:gd name="connsiteY80" fmla="*/ 4653441 h 4707593"/>
                  <a:gd name="connsiteX81" fmla="*/ 2069237 w 5260975"/>
                  <a:gd name="connsiteY81" fmla="*/ 4656609 h 4707593"/>
                  <a:gd name="connsiteX82" fmla="*/ 2041201 w 5260975"/>
                  <a:gd name="connsiteY82" fmla="*/ 4658529 h 4707593"/>
                  <a:gd name="connsiteX83" fmla="*/ 1963909 w 5260975"/>
                  <a:gd name="connsiteY83" fmla="*/ 4669955 h 4707593"/>
                  <a:gd name="connsiteX84" fmla="*/ 1949603 w 5260975"/>
                  <a:gd name="connsiteY84" fmla="*/ 4667171 h 4707593"/>
                  <a:gd name="connsiteX85" fmla="*/ 1868373 w 5260975"/>
                  <a:gd name="connsiteY85" fmla="*/ 4664578 h 4707593"/>
                  <a:gd name="connsiteX86" fmla="*/ 1850707 w 5260975"/>
                  <a:gd name="connsiteY86" fmla="*/ 4664771 h 4707593"/>
                  <a:gd name="connsiteX87" fmla="*/ 1803275 w 5260975"/>
                  <a:gd name="connsiteY87" fmla="*/ 4653441 h 4707593"/>
                  <a:gd name="connsiteX88" fmla="*/ 1730112 w 5260975"/>
                  <a:gd name="connsiteY88" fmla="*/ 4671396 h 4707593"/>
                  <a:gd name="connsiteX89" fmla="*/ 1661652 w 5260975"/>
                  <a:gd name="connsiteY89" fmla="*/ 4693863 h 4707593"/>
                  <a:gd name="connsiteX90" fmla="*/ 1653011 w 5260975"/>
                  <a:gd name="connsiteY90" fmla="*/ 4696744 h 4707593"/>
                  <a:gd name="connsiteX91" fmla="*/ 1628431 w 5260975"/>
                  <a:gd name="connsiteY91" fmla="*/ 4701641 h 4707593"/>
                  <a:gd name="connsiteX92" fmla="*/ 1597995 w 5260975"/>
                  <a:gd name="connsiteY92" fmla="*/ 4703369 h 4707593"/>
                  <a:gd name="connsiteX93" fmla="*/ 1559396 w 5260975"/>
                  <a:gd name="connsiteY93" fmla="*/ 4707593 h 4707593"/>
                  <a:gd name="connsiteX94" fmla="*/ 1528480 w 5260975"/>
                  <a:gd name="connsiteY94" fmla="*/ 4702312 h 4707593"/>
                  <a:gd name="connsiteX95" fmla="*/ 1485272 w 5260975"/>
                  <a:gd name="connsiteY95" fmla="*/ 4694439 h 4707593"/>
                  <a:gd name="connsiteX96" fmla="*/ 1444562 w 5260975"/>
                  <a:gd name="connsiteY96" fmla="*/ 4686950 h 4707593"/>
                  <a:gd name="connsiteX97" fmla="*/ 1431696 w 5260975"/>
                  <a:gd name="connsiteY97" fmla="*/ 4695783 h 4707593"/>
                  <a:gd name="connsiteX98" fmla="*/ 1411821 w 5260975"/>
                  <a:gd name="connsiteY98" fmla="*/ 4703464 h 4707593"/>
                  <a:gd name="connsiteX99" fmla="*/ 1389738 w 5260975"/>
                  <a:gd name="connsiteY99" fmla="*/ 4694247 h 4707593"/>
                  <a:gd name="connsiteX100" fmla="*/ 1338081 w 5260975"/>
                  <a:gd name="connsiteY100" fmla="*/ 4675141 h 4707593"/>
                  <a:gd name="connsiteX101" fmla="*/ 1305436 w 5260975"/>
                  <a:gd name="connsiteY101" fmla="*/ 4674276 h 4707593"/>
                  <a:gd name="connsiteX102" fmla="*/ 1234481 w 5260975"/>
                  <a:gd name="connsiteY102" fmla="*/ 4666115 h 4707593"/>
                  <a:gd name="connsiteX103" fmla="*/ 1188106 w 5260975"/>
                  <a:gd name="connsiteY103" fmla="*/ 4654497 h 4707593"/>
                  <a:gd name="connsiteX104" fmla="*/ 1154790 w 5260975"/>
                  <a:gd name="connsiteY104" fmla="*/ 4641343 h 4707593"/>
                  <a:gd name="connsiteX105" fmla="*/ 1107069 w 5260975"/>
                  <a:gd name="connsiteY105" fmla="*/ 4624156 h 4707593"/>
                  <a:gd name="connsiteX106" fmla="*/ 1059158 w 5260975"/>
                  <a:gd name="connsiteY106" fmla="*/ 4615227 h 4707593"/>
                  <a:gd name="connsiteX107" fmla="*/ 1024496 w 5260975"/>
                  <a:gd name="connsiteY107" fmla="*/ 4603993 h 4707593"/>
                  <a:gd name="connsiteX108" fmla="*/ 982153 w 5260975"/>
                  <a:gd name="connsiteY108" fmla="*/ 4596311 h 4707593"/>
                  <a:gd name="connsiteX109" fmla="*/ 946628 w 5260975"/>
                  <a:gd name="connsiteY109" fmla="*/ 4596024 h 4707593"/>
                  <a:gd name="connsiteX110" fmla="*/ 890939 w 5260975"/>
                  <a:gd name="connsiteY110" fmla="*/ 4597368 h 4707593"/>
                  <a:gd name="connsiteX111" fmla="*/ 822769 w 5260975"/>
                  <a:gd name="connsiteY111" fmla="*/ 4574133 h 4707593"/>
                  <a:gd name="connsiteX112" fmla="*/ 795212 w 5260975"/>
                  <a:gd name="connsiteY112" fmla="*/ 4568947 h 4707593"/>
                  <a:gd name="connsiteX113" fmla="*/ 769288 w 5260975"/>
                  <a:gd name="connsiteY113" fmla="*/ 4566547 h 4707593"/>
                  <a:gd name="connsiteX114" fmla="*/ 714271 w 5260975"/>
                  <a:gd name="connsiteY114" fmla="*/ 4551089 h 4707593"/>
                  <a:gd name="connsiteX115" fmla="*/ 691900 w 5260975"/>
                  <a:gd name="connsiteY115" fmla="*/ 4545999 h 4707593"/>
                  <a:gd name="connsiteX116" fmla="*/ 660598 w 5260975"/>
                  <a:gd name="connsiteY116" fmla="*/ 4546096 h 4707593"/>
                  <a:gd name="connsiteX117" fmla="*/ 603662 w 5260975"/>
                  <a:gd name="connsiteY117" fmla="*/ 4538991 h 4707593"/>
                  <a:gd name="connsiteX118" fmla="*/ 546821 w 5260975"/>
                  <a:gd name="connsiteY118" fmla="*/ 4518251 h 4707593"/>
                  <a:gd name="connsiteX119" fmla="*/ 522721 w 5260975"/>
                  <a:gd name="connsiteY119" fmla="*/ 4520267 h 4707593"/>
                  <a:gd name="connsiteX120" fmla="*/ 514080 w 5260975"/>
                  <a:gd name="connsiteY120" fmla="*/ 4519788 h 4707593"/>
                  <a:gd name="connsiteX121" fmla="*/ 436404 w 5260975"/>
                  <a:gd name="connsiteY121" fmla="*/ 4508361 h 4707593"/>
                  <a:gd name="connsiteX122" fmla="*/ 428626 w 5260975"/>
                  <a:gd name="connsiteY122" fmla="*/ 4507114 h 4707593"/>
                  <a:gd name="connsiteX123" fmla="*/ 392141 w 5260975"/>
                  <a:gd name="connsiteY123" fmla="*/ 4496936 h 4707593"/>
                  <a:gd name="connsiteX124" fmla="*/ 300157 w 5260975"/>
                  <a:gd name="connsiteY124" fmla="*/ 4490599 h 4707593"/>
                  <a:gd name="connsiteX125" fmla="*/ 294493 w 5260975"/>
                  <a:gd name="connsiteY125" fmla="*/ 4489831 h 4707593"/>
                  <a:gd name="connsiteX126" fmla="*/ 263671 w 5260975"/>
                  <a:gd name="connsiteY126" fmla="*/ 4494919 h 4707593"/>
                  <a:gd name="connsiteX127" fmla="*/ 248406 w 5260975"/>
                  <a:gd name="connsiteY127" fmla="*/ 4502121 h 4707593"/>
                  <a:gd name="connsiteX128" fmla="*/ 224594 w 5260975"/>
                  <a:gd name="connsiteY128" fmla="*/ 4509610 h 4707593"/>
                  <a:gd name="connsiteX129" fmla="*/ 200398 w 5260975"/>
                  <a:gd name="connsiteY129" fmla="*/ 4512395 h 4707593"/>
                  <a:gd name="connsiteX130" fmla="*/ 159783 w 5260975"/>
                  <a:gd name="connsiteY130" fmla="*/ 4501064 h 4707593"/>
                  <a:gd name="connsiteX131" fmla="*/ 144997 w 5260975"/>
                  <a:gd name="connsiteY131" fmla="*/ 4499912 h 4707593"/>
                  <a:gd name="connsiteX132" fmla="*/ 112064 w 5260975"/>
                  <a:gd name="connsiteY132" fmla="*/ 4494440 h 4707593"/>
                  <a:gd name="connsiteX133" fmla="*/ 83259 w 5260975"/>
                  <a:gd name="connsiteY133" fmla="*/ 4494824 h 4707593"/>
                  <a:gd name="connsiteX134" fmla="*/ 60120 w 5260975"/>
                  <a:gd name="connsiteY134" fmla="*/ 4503561 h 4707593"/>
                  <a:gd name="connsiteX135" fmla="*/ 26514 w 5260975"/>
                  <a:gd name="connsiteY135" fmla="*/ 4505289 h 4707593"/>
                  <a:gd name="connsiteX136" fmla="*/ 4814 w 5260975"/>
                  <a:gd name="connsiteY136" fmla="*/ 4498952 h 4707593"/>
                  <a:gd name="connsiteX137" fmla="*/ 398 w 5260975"/>
                  <a:gd name="connsiteY137" fmla="*/ 4498089 h 4707593"/>
                  <a:gd name="connsiteX138" fmla="*/ 0 w 5260975"/>
                  <a:gd name="connsiteY138" fmla="*/ 4498087 h 47075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</a:cxnLst>
                <a:rect l="l" t="t" r="r" b="b"/>
                <a:pathLst>
                  <a:path w="5260975" h="4707593">
                    <a:moveTo>
                      <a:pt x="0" y="0"/>
                    </a:moveTo>
                    <a:lnTo>
                      <a:pt x="5260975" y="0"/>
                    </a:lnTo>
                    <a:lnTo>
                      <a:pt x="5260975" y="3296937"/>
                    </a:lnTo>
                    <a:lnTo>
                      <a:pt x="5260975" y="3518571"/>
                    </a:lnTo>
                    <a:lnTo>
                      <a:pt x="5226503" y="3534000"/>
                    </a:lnTo>
                    <a:cubicBezTo>
                      <a:pt x="5219783" y="3536785"/>
                      <a:pt x="5212389" y="3538321"/>
                      <a:pt x="5206341" y="3542065"/>
                    </a:cubicBezTo>
                    <a:cubicBezTo>
                      <a:pt x="5178495" y="3559156"/>
                      <a:pt x="5151515" y="3577591"/>
                      <a:pt x="5123287" y="3594010"/>
                    </a:cubicBezTo>
                    <a:cubicBezTo>
                      <a:pt x="5094195" y="3611004"/>
                      <a:pt x="5068175" y="3631071"/>
                      <a:pt x="5048107" y="3658244"/>
                    </a:cubicBezTo>
                    <a:cubicBezTo>
                      <a:pt x="5029480" y="3683496"/>
                      <a:pt x="5011429" y="3709131"/>
                      <a:pt x="4992899" y="3734479"/>
                    </a:cubicBezTo>
                    <a:cubicBezTo>
                      <a:pt x="4988194" y="3740912"/>
                      <a:pt x="4983873" y="3748498"/>
                      <a:pt x="4977440" y="3752627"/>
                    </a:cubicBezTo>
                    <a:cubicBezTo>
                      <a:pt x="4964094" y="3761268"/>
                      <a:pt x="4949499" y="3768277"/>
                      <a:pt x="4935193" y="3775382"/>
                    </a:cubicBezTo>
                    <a:cubicBezTo>
                      <a:pt x="4922903" y="3781431"/>
                      <a:pt x="4909845" y="3785943"/>
                      <a:pt x="4897844" y="3792472"/>
                    </a:cubicBezTo>
                    <a:cubicBezTo>
                      <a:pt x="4888243" y="3797658"/>
                      <a:pt x="4879697" y="3804859"/>
                      <a:pt x="4870767" y="3811388"/>
                    </a:cubicBezTo>
                    <a:cubicBezTo>
                      <a:pt x="4862990" y="3817052"/>
                      <a:pt x="4854445" y="3821949"/>
                      <a:pt x="4847916" y="3828767"/>
                    </a:cubicBezTo>
                    <a:cubicBezTo>
                      <a:pt x="4831977" y="3845281"/>
                      <a:pt x="4815942" y="3861508"/>
                      <a:pt x="4796163" y="3873702"/>
                    </a:cubicBezTo>
                    <a:cubicBezTo>
                      <a:pt x="4776672" y="3885799"/>
                      <a:pt x="4758237" y="3899338"/>
                      <a:pt x="4738843" y="3911628"/>
                    </a:cubicBezTo>
                    <a:cubicBezTo>
                      <a:pt x="4719831" y="3923630"/>
                      <a:pt x="4702645" y="3936783"/>
                      <a:pt x="4692755" y="3958099"/>
                    </a:cubicBezTo>
                    <a:cubicBezTo>
                      <a:pt x="4688339" y="3967508"/>
                      <a:pt x="4682097" y="3977782"/>
                      <a:pt x="4673744" y="3983255"/>
                    </a:cubicBezTo>
                    <a:cubicBezTo>
                      <a:pt x="4661838" y="3991032"/>
                      <a:pt x="4646764" y="3993817"/>
                      <a:pt x="4633801" y="4000442"/>
                    </a:cubicBezTo>
                    <a:cubicBezTo>
                      <a:pt x="4618535" y="4008219"/>
                      <a:pt x="4600869" y="4014940"/>
                      <a:pt x="4590499" y="4027326"/>
                    </a:cubicBezTo>
                    <a:cubicBezTo>
                      <a:pt x="4581281" y="4038368"/>
                      <a:pt x="4571968" y="4047009"/>
                      <a:pt x="4559773" y="4054018"/>
                    </a:cubicBezTo>
                    <a:cubicBezTo>
                      <a:pt x="4551229" y="4058915"/>
                      <a:pt x="4544892" y="4067844"/>
                      <a:pt x="4536059" y="4071877"/>
                    </a:cubicBezTo>
                    <a:cubicBezTo>
                      <a:pt x="4524441" y="4077254"/>
                      <a:pt x="4512727" y="4081479"/>
                      <a:pt x="4502549" y="4089832"/>
                    </a:cubicBezTo>
                    <a:cubicBezTo>
                      <a:pt x="4491987" y="4098473"/>
                      <a:pt x="4479986" y="4105290"/>
                      <a:pt x="4468944" y="4113356"/>
                    </a:cubicBezTo>
                    <a:cubicBezTo>
                      <a:pt x="4463087" y="4117676"/>
                      <a:pt x="4458286" y="4123341"/>
                      <a:pt x="4452622" y="4127854"/>
                    </a:cubicBezTo>
                    <a:cubicBezTo>
                      <a:pt x="4442252" y="4136111"/>
                      <a:pt x="4431690" y="4144176"/>
                      <a:pt x="4421032" y="4151953"/>
                    </a:cubicBezTo>
                    <a:cubicBezTo>
                      <a:pt x="4410375" y="4159731"/>
                      <a:pt x="4400197" y="4168756"/>
                      <a:pt x="4388483" y="4174421"/>
                    </a:cubicBezTo>
                    <a:cubicBezTo>
                      <a:pt x="4368513" y="4184023"/>
                      <a:pt x="4346717" y="4189784"/>
                      <a:pt x="4327321" y="4200153"/>
                    </a:cubicBezTo>
                    <a:cubicBezTo>
                      <a:pt x="4307639" y="4210714"/>
                      <a:pt x="4289107" y="4223965"/>
                      <a:pt x="4271633" y="4237983"/>
                    </a:cubicBezTo>
                    <a:cubicBezTo>
                      <a:pt x="4257807" y="4249025"/>
                      <a:pt x="4244845" y="4259971"/>
                      <a:pt x="4227465" y="4265635"/>
                    </a:cubicBezTo>
                    <a:cubicBezTo>
                      <a:pt x="4217768" y="4268804"/>
                      <a:pt x="4207591" y="4275717"/>
                      <a:pt x="4201733" y="4283783"/>
                    </a:cubicBezTo>
                    <a:cubicBezTo>
                      <a:pt x="4189059" y="4301353"/>
                      <a:pt x="4172833" y="4313739"/>
                      <a:pt x="4154494" y="4324301"/>
                    </a:cubicBezTo>
                    <a:cubicBezTo>
                      <a:pt x="4130010" y="4338511"/>
                      <a:pt x="4105814" y="4353009"/>
                      <a:pt x="4081234" y="4366931"/>
                    </a:cubicBezTo>
                    <a:cubicBezTo>
                      <a:pt x="4066737" y="4375189"/>
                      <a:pt x="4052335" y="4383926"/>
                      <a:pt x="4036971" y="4389975"/>
                    </a:cubicBezTo>
                    <a:cubicBezTo>
                      <a:pt x="4005575" y="4402457"/>
                      <a:pt x="3973410" y="4413114"/>
                      <a:pt x="3941725" y="4424733"/>
                    </a:cubicBezTo>
                    <a:cubicBezTo>
                      <a:pt x="3931355" y="4428477"/>
                      <a:pt x="3921561" y="4433854"/>
                      <a:pt x="3910999" y="4437119"/>
                    </a:cubicBezTo>
                    <a:cubicBezTo>
                      <a:pt x="3899573" y="4440671"/>
                      <a:pt x="3887285" y="4441727"/>
                      <a:pt x="3875859" y="4445280"/>
                    </a:cubicBezTo>
                    <a:cubicBezTo>
                      <a:pt x="3856847" y="4451136"/>
                      <a:pt x="3838412" y="4458626"/>
                      <a:pt x="3819401" y="4464579"/>
                    </a:cubicBezTo>
                    <a:cubicBezTo>
                      <a:pt x="3782723" y="4476005"/>
                      <a:pt x="3745949" y="4486951"/>
                      <a:pt x="3709176" y="4497800"/>
                    </a:cubicBezTo>
                    <a:cubicBezTo>
                      <a:pt x="3701303" y="4500105"/>
                      <a:pt x="3692757" y="4500393"/>
                      <a:pt x="3684981" y="4502889"/>
                    </a:cubicBezTo>
                    <a:cubicBezTo>
                      <a:pt x="3664337" y="4509610"/>
                      <a:pt x="3643789" y="4516907"/>
                      <a:pt x="3623338" y="4524300"/>
                    </a:cubicBezTo>
                    <a:cubicBezTo>
                      <a:pt x="3610953" y="4528813"/>
                      <a:pt x="3598854" y="4534382"/>
                      <a:pt x="3586373" y="4538702"/>
                    </a:cubicBezTo>
                    <a:cubicBezTo>
                      <a:pt x="3576387" y="4542159"/>
                      <a:pt x="3566113" y="4544847"/>
                      <a:pt x="3555743" y="4546960"/>
                    </a:cubicBezTo>
                    <a:cubicBezTo>
                      <a:pt x="3546814" y="4548785"/>
                      <a:pt x="3537501" y="4548592"/>
                      <a:pt x="3528667" y="4550801"/>
                    </a:cubicBezTo>
                    <a:cubicBezTo>
                      <a:pt x="3504759" y="4556753"/>
                      <a:pt x="3481140" y="4563475"/>
                      <a:pt x="3457424" y="4569811"/>
                    </a:cubicBezTo>
                    <a:cubicBezTo>
                      <a:pt x="3447919" y="4572308"/>
                      <a:pt x="3438221" y="4574133"/>
                      <a:pt x="3429003" y="4577301"/>
                    </a:cubicBezTo>
                    <a:cubicBezTo>
                      <a:pt x="3404327" y="4585654"/>
                      <a:pt x="3380036" y="4595159"/>
                      <a:pt x="3355264" y="4603033"/>
                    </a:cubicBezTo>
                    <a:cubicBezTo>
                      <a:pt x="3334717" y="4609562"/>
                      <a:pt x="3313593" y="4614266"/>
                      <a:pt x="3292757" y="4620027"/>
                    </a:cubicBezTo>
                    <a:cubicBezTo>
                      <a:pt x="3283924" y="4622524"/>
                      <a:pt x="3275475" y="4626077"/>
                      <a:pt x="3266643" y="4628188"/>
                    </a:cubicBezTo>
                    <a:cubicBezTo>
                      <a:pt x="3246863" y="4632990"/>
                      <a:pt x="3226796" y="4637022"/>
                      <a:pt x="3206921" y="4641823"/>
                    </a:cubicBezTo>
                    <a:cubicBezTo>
                      <a:pt x="3195590" y="4644607"/>
                      <a:pt x="3184645" y="4649600"/>
                      <a:pt x="3173123" y="4651425"/>
                    </a:cubicBezTo>
                    <a:cubicBezTo>
                      <a:pt x="3145759" y="4655745"/>
                      <a:pt x="3118203" y="4658817"/>
                      <a:pt x="3090646" y="4662274"/>
                    </a:cubicBezTo>
                    <a:cubicBezTo>
                      <a:pt x="3062227" y="4665826"/>
                      <a:pt x="3033902" y="4669571"/>
                      <a:pt x="3005480" y="4672739"/>
                    </a:cubicBezTo>
                    <a:cubicBezTo>
                      <a:pt x="2989926" y="4674372"/>
                      <a:pt x="2974275" y="4674660"/>
                      <a:pt x="2958721" y="4676196"/>
                    </a:cubicBezTo>
                    <a:cubicBezTo>
                      <a:pt x="2945087" y="4677541"/>
                      <a:pt x="2931549" y="4680037"/>
                      <a:pt x="2917915" y="4681670"/>
                    </a:cubicBezTo>
                    <a:cubicBezTo>
                      <a:pt x="2906105" y="4683013"/>
                      <a:pt x="2894199" y="4683781"/>
                      <a:pt x="2882389" y="4685126"/>
                    </a:cubicBezTo>
                    <a:cubicBezTo>
                      <a:pt x="2863475" y="4687334"/>
                      <a:pt x="2844655" y="4689831"/>
                      <a:pt x="2825837" y="4692135"/>
                    </a:cubicBezTo>
                    <a:cubicBezTo>
                      <a:pt x="2817964" y="4692999"/>
                      <a:pt x="2809706" y="4695399"/>
                      <a:pt x="2802313" y="4693960"/>
                    </a:cubicBezTo>
                    <a:cubicBezTo>
                      <a:pt x="2783686" y="4690310"/>
                      <a:pt x="2765347" y="4691367"/>
                      <a:pt x="2746816" y="4693863"/>
                    </a:cubicBezTo>
                    <a:cubicBezTo>
                      <a:pt x="2740479" y="4694728"/>
                      <a:pt x="2733662" y="4694535"/>
                      <a:pt x="2727517" y="4692903"/>
                    </a:cubicBezTo>
                    <a:cubicBezTo>
                      <a:pt x="2714939" y="4689638"/>
                      <a:pt x="2702745" y="4685029"/>
                      <a:pt x="2690359" y="4680997"/>
                    </a:cubicBezTo>
                    <a:cubicBezTo>
                      <a:pt x="2689014" y="4680517"/>
                      <a:pt x="2687382" y="4680421"/>
                      <a:pt x="2685943" y="4680133"/>
                    </a:cubicBezTo>
                    <a:cubicBezTo>
                      <a:pt x="2677781" y="4678500"/>
                      <a:pt x="2669717" y="4676868"/>
                      <a:pt x="2661554" y="4675428"/>
                    </a:cubicBezTo>
                    <a:cubicBezTo>
                      <a:pt x="2657138" y="4674660"/>
                      <a:pt x="2652625" y="4674564"/>
                      <a:pt x="2648208" y="4673892"/>
                    </a:cubicBezTo>
                    <a:cubicBezTo>
                      <a:pt x="2631118" y="4671203"/>
                      <a:pt x="2612299" y="4675716"/>
                      <a:pt x="2597512" y="4664099"/>
                    </a:cubicBezTo>
                    <a:cubicBezTo>
                      <a:pt x="2587911" y="4656609"/>
                      <a:pt x="2578597" y="4658338"/>
                      <a:pt x="2568324" y="4659490"/>
                    </a:cubicBezTo>
                    <a:cubicBezTo>
                      <a:pt x="2560547" y="4660354"/>
                      <a:pt x="2552577" y="4660065"/>
                      <a:pt x="2544704" y="4660162"/>
                    </a:cubicBezTo>
                    <a:cubicBezTo>
                      <a:pt x="2530878" y="4660449"/>
                      <a:pt x="2517052" y="4660546"/>
                      <a:pt x="2503225" y="4661026"/>
                    </a:cubicBezTo>
                    <a:cubicBezTo>
                      <a:pt x="2498808" y="4661218"/>
                      <a:pt x="2494297" y="4663619"/>
                      <a:pt x="2489975" y="4663235"/>
                    </a:cubicBezTo>
                    <a:cubicBezTo>
                      <a:pt x="2470004" y="4661410"/>
                      <a:pt x="2450033" y="4658529"/>
                      <a:pt x="2430061" y="4656897"/>
                    </a:cubicBezTo>
                    <a:cubicBezTo>
                      <a:pt x="2418732" y="4655938"/>
                      <a:pt x="2407114" y="4657761"/>
                      <a:pt x="2395880" y="4656417"/>
                    </a:cubicBezTo>
                    <a:cubicBezTo>
                      <a:pt x="2382919" y="4654881"/>
                      <a:pt x="2370245" y="4650945"/>
                      <a:pt x="2357378" y="4648544"/>
                    </a:cubicBezTo>
                    <a:cubicBezTo>
                      <a:pt x="2353826" y="4647872"/>
                      <a:pt x="2349889" y="4648736"/>
                      <a:pt x="2346145" y="4648928"/>
                    </a:cubicBezTo>
                    <a:cubicBezTo>
                      <a:pt x="2341920" y="4649120"/>
                      <a:pt x="2337791" y="4649504"/>
                      <a:pt x="2333567" y="4649600"/>
                    </a:cubicBezTo>
                    <a:cubicBezTo>
                      <a:pt x="2320700" y="4649793"/>
                      <a:pt x="2307835" y="4649504"/>
                      <a:pt x="2294968" y="4650177"/>
                    </a:cubicBezTo>
                    <a:cubicBezTo>
                      <a:pt x="2287095" y="4650561"/>
                      <a:pt x="2278839" y="4654497"/>
                      <a:pt x="2271540" y="4653057"/>
                    </a:cubicBezTo>
                    <a:cubicBezTo>
                      <a:pt x="2256659" y="4650272"/>
                      <a:pt x="2241776" y="4656513"/>
                      <a:pt x="2226895" y="4651329"/>
                    </a:cubicBezTo>
                    <a:cubicBezTo>
                      <a:pt x="2222285" y="4649793"/>
                      <a:pt x="2215948" y="4653633"/>
                      <a:pt x="2210379" y="4653825"/>
                    </a:cubicBezTo>
                    <a:cubicBezTo>
                      <a:pt x="2196457" y="4654305"/>
                      <a:pt x="2182535" y="4654209"/>
                      <a:pt x="2168613" y="4654113"/>
                    </a:cubicBezTo>
                    <a:cubicBezTo>
                      <a:pt x="2156131" y="4654017"/>
                      <a:pt x="2143168" y="4655361"/>
                      <a:pt x="2131167" y="4652673"/>
                    </a:cubicBezTo>
                    <a:cubicBezTo>
                      <a:pt x="2118588" y="4649793"/>
                      <a:pt x="2107259" y="4650177"/>
                      <a:pt x="2095065" y="4653441"/>
                    </a:cubicBezTo>
                    <a:cubicBezTo>
                      <a:pt x="2086711" y="4655649"/>
                      <a:pt x="2077878" y="4655938"/>
                      <a:pt x="2069237" y="4656609"/>
                    </a:cubicBezTo>
                    <a:cubicBezTo>
                      <a:pt x="2059924" y="4657377"/>
                      <a:pt x="2049650" y="4655361"/>
                      <a:pt x="2041201" y="4658529"/>
                    </a:cubicBezTo>
                    <a:cubicBezTo>
                      <a:pt x="2016044" y="4667939"/>
                      <a:pt x="1990216" y="4669955"/>
                      <a:pt x="1963909" y="4669955"/>
                    </a:cubicBezTo>
                    <a:cubicBezTo>
                      <a:pt x="1959107" y="4669955"/>
                      <a:pt x="1954210" y="4668612"/>
                      <a:pt x="1949603" y="4667171"/>
                    </a:cubicBezTo>
                    <a:cubicBezTo>
                      <a:pt x="1922717" y="4658529"/>
                      <a:pt x="1895737" y="4659297"/>
                      <a:pt x="1868373" y="4664578"/>
                    </a:cubicBezTo>
                    <a:cubicBezTo>
                      <a:pt x="1862708" y="4665731"/>
                      <a:pt x="1856372" y="4665923"/>
                      <a:pt x="1850707" y="4664771"/>
                    </a:cubicBezTo>
                    <a:cubicBezTo>
                      <a:pt x="1834768" y="4661410"/>
                      <a:pt x="1819309" y="4655841"/>
                      <a:pt x="1803275" y="4653441"/>
                    </a:cubicBezTo>
                    <a:cubicBezTo>
                      <a:pt x="1776775" y="4649504"/>
                      <a:pt x="1753828" y="4662754"/>
                      <a:pt x="1730112" y="4671396"/>
                    </a:cubicBezTo>
                    <a:cubicBezTo>
                      <a:pt x="1707548" y="4679557"/>
                      <a:pt x="1688345" y="4697992"/>
                      <a:pt x="1661652" y="4693863"/>
                    </a:cubicBezTo>
                    <a:cubicBezTo>
                      <a:pt x="1658965" y="4693479"/>
                      <a:pt x="1655988" y="4696071"/>
                      <a:pt x="1653011" y="4696744"/>
                    </a:cubicBezTo>
                    <a:cubicBezTo>
                      <a:pt x="1644850" y="4698568"/>
                      <a:pt x="1636689" y="4700776"/>
                      <a:pt x="1628431" y="4701641"/>
                    </a:cubicBezTo>
                    <a:cubicBezTo>
                      <a:pt x="1618350" y="4702793"/>
                      <a:pt x="1608076" y="4702409"/>
                      <a:pt x="1597995" y="4703369"/>
                    </a:cubicBezTo>
                    <a:cubicBezTo>
                      <a:pt x="1585032" y="4704521"/>
                      <a:pt x="1572263" y="4707593"/>
                      <a:pt x="1559396" y="4707593"/>
                    </a:cubicBezTo>
                    <a:cubicBezTo>
                      <a:pt x="1549026" y="4707593"/>
                      <a:pt x="1538753" y="4704041"/>
                      <a:pt x="1528480" y="4702312"/>
                    </a:cubicBezTo>
                    <a:cubicBezTo>
                      <a:pt x="1513981" y="4699912"/>
                      <a:pt x="1498042" y="4700584"/>
                      <a:pt x="1485272" y="4694439"/>
                    </a:cubicBezTo>
                    <a:cubicBezTo>
                      <a:pt x="1471639" y="4687910"/>
                      <a:pt x="1458676" y="4684934"/>
                      <a:pt x="1444562" y="4686950"/>
                    </a:cubicBezTo>
                    <a:cubicBezTo>
                      <a:pt x="1439857" y="4687622"/>
                      <a:pt x="1433808" y="4691655"/>
                      <a:pt x="1431696" y="4695783"/>
                    </a:cubicBezTo>
                    <a:cubicBezTo>
                      <a:pt x="1426991" y="4705001"/>
                      <a:pt x="1420559" y="4706634"/>
                      <a:pt x="1411821" y="4703464"/>
                    </a:cubicBezTo>
                    <a:cubicBezTo>
                      <a:pt x="1404236" y="4700776"/>
                      <a:pt x="1394922" y="4699432"/>
                      <a:pt x="1389738" y="4694247"/>
                    </a:cubicBezTo>
                    <a:cubicBezTo>
                      <a:pt x="1375047" y="4679557"/>
                      <a:pt x="1356324" y="4679077"/>
                      <a:pt x="1338081" y="4675141"/>
                    </a:cubicBezTo>
                    <a:cubicBezTo>
                      <a:pt x="1326945" y="4672739"/>
                      <a:pt x="1316574" y="4672644"/>
                      <a:pt x="1305436" y="4674276"/>
                    </a:cubicBezTo>
                    <a:cubicBezTo>
                      <a:pt x="1281241" y="4677925"/>
                      <a:pt x="1257717" y="4672739"/>
                      <a:pt x="1234481" y="4666115"/>
                    </a:cubicBezTo>
                    <a:cubicBezTo>
                      <a:pt x="1219118" y="4661698"/>
                      <a:pt x="1203372" y="4659010"/>
                      <a:pt x="1188106" y="4654497"/>
                    </a:cubicBezTo>
                    <a:cubicBezTo>
                      <a:pt x="1176680" y="4651041"/>
                      <a:pt x="1165255" y="4646912"/>
                      <a:pt x="1154790" y="4641343"/>
                    </a:cubicBezTo>
                    <a:cubicBezTo>
                      <a:pt x="1139618" y="4633181"/>
                      <a:pt x="1126369" y="4620891"/>
                      <a:pt x="1107069" y="4624156"/>
                    </a:cubicBezTo>
                    <a:cubicBezTo>
                      <a:pt x="1090074" y="4627036"/>
                      <a:pt x="1074713" y="4620988"/>
                      <a:pt x="1059158" y="4615227"/>
                    </a:cubicBezTo>
                    <a:cubicBezTo>
                      <a:pt x="1047732" y="4611002"/>
                      <a:pt x="1036308" y="4606681"/>
                      <a:pt x="1024496" y="4603993"/>
                    </a:cubicBezTo>
                    <a:cubicBezTo>
                      <a:pt x="1010478" y="4600824"/>
                      <a:pt x="994635" y="4602169"/>
                      <a:pt x="982153" y="4596311"/>
                    </a:cubicBezTo>
                    <a:cubicBezTo>
                      <a:pt x="969095" y="4590166"/>
                      <a:pt x="958246" y="4594295"/>
                      <a:pt x="946628" y="4596024"/>
                    </a:cubicBezTo>
                    <a:cubicBezTo>
                      <a:pt x="928097" y="4598712"/>
                      <a:pt x="909661" y="4603705"/>
                      <a:pt x="890939" y="4597368"/>
                    </a:cubicBezTo>
                    <a:cubicBezTo>
                      <a:pt x="868184" y="4589687"/>
                      <a:pt x="845620" y="4581430"/>
                      <a:pt x="822769" y="4574133"/>
                    </a:cubicBezTo>
                    <a:cubicBezTo>
                      <a:pt x="813934" y="4571347"/>
                      <a:pt x="804431" y="4570195"/>
                      <a:pt x="795212" y="4568947"/>
                    </a:cubicBezTo>
                    <a:cubicBezTo>
                      <a:pt x="786476" y="4567891"/>
                      <a:pt x="776010" y="4570579"/>
                      <a:pt x="769288" y="4566547"/>
                    </a:cubicBezTo>
                    <a:cubicBezTo>
                      <a:pt x="752005" y="4556178"/>
                      <a:pt x="734243" y="4551089"/>
                      <a:pt x="714271" y="4551089"/>
                    </a:cubicBezTo>
                    <a:cubicBezTo>
                      <a:pt x="706781" y="4551089"/>
                      <a:pt x="699484" y="4546768"/>
                      <a:pt x="691900" y="4545999"/>
                    </a:cubicBezTo>
                    <a:cubicBezTo>
                      <a:pt x="681529" y="4545040"/>
                      <a:pt x="669623" y="4542447"/>
                      <a:pt x="660598" y="4546096"/>
                    </a:cubicBezTo>
                    <a:cubicBezTo>
                      <a:pt x="639379" y="4554737"/>
                      <a:pt x="622193" y="4547536"/>
                      <a:pt x="603662" y="4538991"/>
                    </a:cubicBezTo>
                    <a:cubicBezTo>
                      <a:pt x="585418" y="4530541"/>
                      <a:pt x="566215" y="4523821"/>
                      <a:pt x="546821" y="4518251"/>
                    </a:cubicBezTo>
                    <a:cubicBezTo>
                      <a:pt x="539524" y="4516235"/>
                      <a:pt x="530787" y="4519596"/>
                      <a:pt x="522721" y="4520267"/>
                    </a:cubicBezTo>
                    <a:cubicBezTo>
                      <a:pt x="519840" y="4520460"/>
                      <a:pt x="516671" y="4520748"/>
                      <a:pt x="514080" y="4519788"/>
                    </a:cubicBezTo>
                    <a:cubicBezTo>
                      <a:pt x="489020" y="4510570"/>
                      <a:pt x="463575" y="4503561"/>
                      <a:pt x="436404" y="4508361"/>
                    </a:cubicBezTo>
                    <a:cubicBezTo>
                      <a:pt x="433908" y="4508842"/>
                      <a:pt x="431123" y="4507786"/>
                      <a:pt x="428626" y="4507114"/>
                    </a:cubicBezTo>
                    <a:cubicBezTo>
                      <a:pt x="416432" y="4503657"/>
                      <a:pt x="404526" y="4498184"/>
                      <a:pt x="392141" y="4496936"/>
                    </a:cubicBezTo>
                    <a:cubicBezTo>
                      <a:pt x="361608" y="4493864"/>
                      <a:pt x="330884" y="4492615"/>
                      <a:pt x="300157" y="4490599"/>
                    </a:cubicBezTo>
                    <a:cubicBezTo>
                      <a:pt x="298237" y="4490503"/>
                      <a:pt x="296221" y="4490503"/>
                      <a:pt x="294493" y="4489831"/>
                    </a:cubicBezTo>
                    <a:cubicBezTo>
                      <a:pt x="283163" y="4485702"/>
                      <a:pt x="273274" y="4487047"/>
                      <a:pt x="263671" y="4494919"/>
                    </a:cubicBezTo>
                    <a:cubicBezTo>
                      <a:pt x="259447" y="4498376"/>
                      <a:pt x="253686" y="4500200"/>
                      <a:pt x="248406" y="4502121"/>
                    </a:cubicBezTo>
                    <a:cubicBezTo>
                      <a:pt x="240628" y="4505002"/>
                      <a:pt x="232659" y="4507786"/>
                      <a:pt x="224594" y="4509610"/>
                    </a:cubicBezTo>
                    <a:cubicBezTo>
                      <a:pt x="216624" y="4511338"/>
                      <a:pt x="208079" y="4513738"/>
                      <a:pt x="200398" y="4512395"/>
                    </a:cubicBezTo>
                    <a:cubicBezTo>
                      <a:pt x="186572" y="4509994"/>
                      <a:pt x="173417" y="4504618"/>
                      <a:pt x="159783" y="4501064"/>
                    </a:cubicBezTo>
                    <a:cubicBezTo>
                      <a:pt x="155079" y="4499816"/>
                      <a:pt x="149893" y="4500009"/>
                      <a:pt x="144997" y="4499912"/>
                    </a:cubicBezTo>
                    <a:cubicBezTo>
                      <a:pt x="133763" y="4499625"/>
                      <a:pt x="122241" y="4502409"/>
                      <a:pt x="112064" y="4494440"/>
                    </a:cubicBezTo>
                    <a:cubicBezTo>
                      <a:pt x="102655" y="4486951"/>
                      <a:pt x="93148" y="4489158"/>
                      <a:pt x="83259" y="4494824"/>
                    </a:cubicBezTo>
                    <a:cubicBezTo>
                      <a:pt x="76154" y="4498857"/>
                      <a:pt x="68090" y="4502025"/>
                      <a:pt x="60120" y="4503561"/>
                    </a:cubicBezTo>
                    <a:cubicBezTo>
                      <a:pt x="49174" y="4505673"/>
                      <a:pt x="38324" y="4506538"/>
                      <a:pt x="26514" y="4505289"/>
                    </a:cubicBezTo>
                    <a:cubicBezTo>
                      <a:pt x="18161" y="4504425"/>
                      <a:pt x="11343" y="4504041"/>
                      <a:pt x="4814" y="4498952"/>
                    </a:cubicBezTo>
                    <a:cubicBezTo>
                      <a:pt x="3759" y="4498184"/>
                      <a:pt x="1839" y="4497992"/>
                      <a:pt x="398" y="4498089"/>
                    </a:cubicBezTo>
                    <a:lnTo>
                      <a:pt x="0" y="4498087"/>
                    </a:lnTo>
                    <a:close/>
                  </a:path>
                </a:pathLst>
              </a:custGeom>
              <a:solidFill>
                <a:schemeClr val="tx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46" name="Freeform: Shape 45">
                <a:extLst>
                  <a:ext uri="{FF2B5EF4-FFF2-40B4-BE49-F238E27FC236}">
                    <a16:creationId xmlns:a16="http://schemas.microsoft.com/office/drawing/2014/main" id="{438C3DC5-5887-49A9-AABB-A9772488F26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96001" y="841376"/>
                <a:ext cx="5260975" cy="4707593"/>
              </a:xfrm>
              <a:custGeom>
                <a:avLst/>
                <a:gdLst>
                  <a:gd name="connsiteX0" fmla="*/ 0 w 5260975"/>
                  <a:gd name="connsiteY0" fmla="*/ 0 h 4707593"/>
                  <a:gd name="connsiteX1" fmla="*/ 5260975 w 5260975"/>
                  <a:gd name="connsiteY1" fmla="*/ 0 h 4707593"/>
                  <a:gd name="connsiteX2" fmla="*/ 5260975 w 5260975"/>
                  <a:gd name="connsiteY2" fmla="*/ 3296937 h 4707593"/>
                  <a:gd name="connsiteX3" fmla="*/ 5260975 w 5260975"/>
                  <a:gd name="connsiteY3" fmla="*/ 3518571 h 4707593"/>
                  <a:gd name="connsiteX4" fmla="*/ 5226503 w 5260975"/>
                  <a:gd name="connsiteY4" fmla="*/ 3534000 h 4707593"/>
                  <a:gd name="connsiteX5" fmla="*/ 5206341 w 5260975"/>
                  <a:gd name="connsiteY5" fmla="*/ 3542065 h 4707593"/>
                  <a:gd name="connsiteX6" fmla="*/ 5123287 w 5260975"/>
                  <a:gd name="connsiteY6" fmla="*/ 3594010 h 4707593"/>
                  <a:gd name="connsiteX7" fmla="*/ 5048107 w 5260975"/>
                  <a:gd name="connsiteY7" fmla="*/ 3658244 h 4707593"/>
                  <a:gd name="connsiteX8" fmla="*/ 4992899 w 5260975"/>
                  <a:gd name="connsiteY8" fmla="*/ 3734479 h 4707593"/>
                  <a:gd name="connsiteX9" fmla="*/ 4977440 w 5260975"/>
                  <a:gd name="connsiteY9" fmla="*/ 3752627 h 4707593"/>
                  <a:gd name="connsiteX10" fmla="*/ 4935193 w 5260975"/>
                  <a:gd name="connsiteY10" fmla="*/ 3775382 h 4707593"/>
                  <a:gd name="connsiteX11" fmla="*/ 4897844 w 5260975"/>
                  <a:gd name="connsiteY11" fmla="*/ 3792472 h 4707593"/>
                  <a:gd name="connsiteX12" fmla="*/ 4870767 w 5260975"/>
                  <a:gd name="connsiteY12" fmla="*/ 3811388 h 4707593"/>
                  <a:gd name="connsiteX13" fmla="*/ 4847916 w 5260975"/>
                  <a:gd name="connsiteY13" fmla="*/ 3828767 h 4707593"/>
                  <a:gd name="connsiteX14" fmla="*/ 4796163 w 5260975"/>
                  <a:gd name="connsiteY14" fmla="*/ 3873702 h 4707593"/>
                  <a:gd name="connsiteX15" fmla="*/ 4738843 w 5260975"/>
                  <a:gd name="connsiteY15" fmla="*/ 3911628 h 4707593"/>
                  <a:gd name="connsiteX16" fmla="*/ 4692755 w 5260975"/>
                  <a:gd name="connsiteY16" fmla="*/ 3958099 h 4707593"/>
                  <a:gd name="connsiteX17" fmla="*/ 4673744 w 5260975"/>
                  <a:gd name="connsiteY17" fmla="*/ 3983255 h 4707593"/>
                  <a:gd name="connsiteX18" fmla="*/ 4633801 w 5260975"/>
                  <a:gd name="connsiteY18" fmla="*/ 4000442 h 4707593"/>
                  <a:gd name="connsiteX19" fmla="*/ 4590499 w 5260975"/>
                  <a:gd name="connsiteY19" fmla="*/ 4027326 h 4707593"/>
                  <a:gd name="connsiteX20" fmla="*/ 4559773 w 5260975"/>
                  <a:gd name="connsiteY20" fmla="*/ 4054018 h 4707593"/>
                  <a:gd name="connsiteX21" fmla="*/ 4536059 w 5260975"/>
                  <a:gd name="connsiteY21" fmla="*/ 4071877 h 4707593"/>
                  <a:gd name="connsiteX22" fmla="*/ 4502549 w 5260975"/>
                  <a:gd name="connsiteY22" fmla="*/ 4089832 h 4707593"/>
                  <a:gd name="connsiteX23" fmla="*/ 4468944 w 5260975"/>
                  <a:gd name="connsiteY23" fmla="*/ 4113356 h 4707593"/>
                  <a:gd name="connsiteX24" fmla="*/ 4452622 w 5260975"/>
                  <a:gd name="connsiteY24" fmla="*/ 4127854 h 4707593"/>
                  <a:gd name="connsiteX25" fmla="*/ 4421032 w 5260975"/>
                  <a:gd name="connsiteY25" fmla="*/ 4151953 h 4707593"/>
                  <a:gd name="connsiteX26" fmla="*/ 4388483 w 5260975"/>
                  <a:gd name="connsiteY26" fmla="*/ 4174421 h 4707593"/>
                  <a:gd name="connsiteX27" fmla="*/ 4327321 w 5260975"/>
                  <a:gd name="connsiteY27" fmla="*/ 4200153 h 4707593"/>
                  <a:gd name="connsiteX28" fmla="*/ 4271633 w 5260975"/>
                  <a:gd name="connsiteY28" fmla="*/ 4237983 h 4707593"/>
                  <a:gd name="connsiteX29" fmla="*/ 4227465 w 5260975"/>
                  <a:gd name="connsiteY29" fmla="*/ 4265635 h 4707593"/>
                  <a:gd name="connsiteX30" fmla="*/ 4201733 w 5260975"/>
                  <a:gd name="connsiteY30" fmla="*/ 4283783 h 4707593"/>
                  <a:gd name="connsiteX31" fmla="*/ 4154494 w 5260975"/>
                  <a:gd name="connsiteY31" fmla="*/ 4324301 h 4707593"/>
                  <a:gd name="connsiteX32" fmla="*/ 4081234 w 5260975"/>
                  <a:gd name="connsiteY32" fmla="*/ 4366931 h 4707593"/>
                  <a:gd name="connsiteX33" fmla="*/ 4036971 w 5260975"/>
                  <a:gd name="connsiteY33" fmla="*/ 4389975 h 4707593"/>
                  <a:gd name="connsiteX34" fmla="*/ 3941725 w 5260975"/>
                  <a:gd name="connsiteY34" fmla="*/ 4424733 h 4707593"/>
                  <a:gd name="connsiteX35" fmla="*/ 3910999 w 5260975"/>
                  <a:gd name="connsiteY35" fmla="*/ 4437119 h 4707593"/>
                  <a:gd name="connsiteX36" fmla="*/ 3875859 w 5260975"/>
                  <a:gd name="connsiteY36" fmla="*/ 4445280 h 4707593"/>
                  <a:gd name="connsiteX37" fmla="*/ 3819401 w 5260975"/>
                  <a:gd name="connsiteY37" fmla="*/ 4464579 h 4707593"/>
                  <a:gd name="connsiteX38" fmla="*/ 3709176 w 5260975"/>
                  <a:gd name="connsiteY38" fmla="*/ 4497800 h 4707593"/>
                  <a:gd name="connsiteX39" fmla="*/ 3684981 w 5260975"/>
                  <a:gd name="connsiteY39" fmla="*/ 4502889 h 4707593"/>
                  <a:gd name="connsiteX40" fmla="*/ 3623338 w 5260975"/>
                  <a:gd name="connsiteY40" fmla="*/ 4524300 h 4707593"/>
                  <a:gd name="connsiteX41" fmla="*/ 3586373 w 5260975"/>
                  <a:gd name="connsiteY41" fmla="*/ 4538702 h 4707593"/>
                  <a:gd name="connsiteX42" fmla="*/ 3555743 w 5260975"/>
                  <a:gd name="connsiteY42" fmla="*/ 4546960 h 4707593"/>
                  <a:gd name="connsiteX43" fmla="*/ 3528667 w 5260975"/>
                  <a:gd name="connsiteY43" fmla="*/ 4550801 h 4707593"/>
                  <a:gd name="connsiteX44" fmla="*/ 3457424 w 5260975"/>
                  <a:gd name="connsiteY44" fmla="*/ 4569811 h 4707593"/>
                  <a:gd name="connsiteX45" fmla="*/ 3429003 w 5260975"/>
                  <a:gd name="connsiteY45" fmla="*/ 4577301 h 4707593"/>
                  <a:gd name="connsiteX46" fmla="*/ 3355264 w 5260975"/>
                  <a:gd name="connsiteY46" fmla="*/ 4603033 h 4707593"/>
                  <a:gd name="connsiteX47" fmla="*/ 3292757 w 5260975"/>
                  <a:gd name="connsiteY47" fmla="*/ 4620027 h 4707593"/>
                  <a:gd name="connsiteX48" fmla="*/ 3266643 w 5260975"/>
                  <a:gd name="connsiteY48" fmla="*/ 4628188 h 4707593"/>
                  <a:gd name="connsiteX49" fmla="*/ 3206921 w 5260975"/>
                  <a:gd name="connsiteY49" fmla="*/ 4641823 h 4707593"/>
                  <a:gd name="connsiteX50" fmla="*/ 3173123 w 5260975"/>
                  <a:gd name="connsiteY50" fmla="*/ 4651425 h 4707593"/>
                  <a:gd name="connsiteX51" fmla="*/ 3090646 w 5260975"/>
                  <a:gd name="connsiteY51" fmla="*/ 4662274 h 4707593"/>
                  <a:gd name="connsiteX52" fmla="*/ 3005480 w 5260975"/>
                  <a:gd name="connsiteY52" fmla="*/ 4672739 h 4707593"/>
                  <a:gd name="connsiteX53" fmla="*/ 2958721 w 5260975"/>
                  <a:gd name="connsiteY53" fmla="*/ 4676196 h 4707593"/>
                  <a:gd name="connsiteX54" fmla="*/ 2917915 w 5260975"/>
                  <a:gd name="connsiteY54" fmla="*/ 4681670 h 4707593"/>
                  <a:gd name="connsiteX55" fmla="*/ 2882389 w 5260975"/>
                  <a:gd name="connsiteY55" fmla="*/ 4685126 h 4707593"/>
                  <a:gd name="connsiteX56" fmla="*/ 2825837 w 5260975"/>
                  <a:gd name="connsiteY56" fmla="*/ 4692135 h 4707593"/>
                  <a:gd name="connsiteX57" fmla="*/ 2802313 w 5260975"/>
                  <a:gd name="connsiteY57" fmla="*/ 4693960 h 4707593"/>
                  <a:gd name="connsiteX58" fmla="*/ 2746816 w 5260975"/>
                  <a:gd name="connsiteY58" fmla="*/ 4693863 h 4707593"/>
                  <a:gd name="connsiteX59" fmla="*/ 2727517 w 5260975"/>
                  <a:gd name="connsiteY59" fmla="*/ 4692903 h 4707593"/>
                  <a:gd name="connsiteX60" fmla="*/ 2690359 w 5260975"/>
                  <a:gd name="connsiteY60" fmla="*/ 4680997 h 4707593"/>
                  <a:gd name="connsiteX61" fmla="*/ 2685943 w 5260975"/>
                  <a:gd name="connsiteY61" fmla="*/ 4680133 h 4707593"/>
                  <a:gd name="connsiteX62" fmla="*/ 2661554 w 5260975"/>
                  <a:gd name="connsiteY62" fmla="*/ 4675428 h 4707593"/>
                  <a:gd name="connsiteX63" fmla="*/ 2648208 w 5260975"/>
                  <a:gd name="connsiteY63" fmla="*/ 4673892 h 4707593"/>
                  <a:gd name="connsiteX64" fmla="*/ 2597512 w 5260975"/>
                  <a:gd name="connsiteY64" fmla="*/ 4664099 h 4707593"/>
                  <a:gd name="connsiteX65" fmla="*/ 2568324 w 5260975"/>
                  <a:gd name="connsiteY65" fmla="*/ 4659490 h 4707593"/>
                  <a:gd name="connsiteX66" fmla="*/ 2544704 w 5260975"/>
                  <a:gd name="connsiteY66" fmla="*/ 4660162 h 4707593"/>
                  <a:gd name="connsiteX67" fmla="*/ 2503225 w 5260975"/>
                  <a:gd name="connsiteY67" fmla="*/ 4661026 h 4707593"/>
                  <a:gd name="connsiteX68" fmla="*/ 2489975 w 5260975"/>
                  <a:gd name="connsiteY68" fmla="*/ 4663235 h 4707593"/>
                  <a:gd name="connsiteX69" fmla="*/ 2430061 w 5260975"/>
                  <a:gd name="connsiteY69" fmla="*/ 4656897 h 4707593"/>
                  <a:gd name="connsiteX70" fmla="*/ 2395880 w 5260975"/>
                  <a:gd name="connsiteY70" fmla="*/ 4656417 h 4707593"/>
                  <a:gd name="connsiteX71" fmla="*/ 2357378 w 5260975"/>
                  <a:gd name="connsiteY71" fmla="*/ 4648544 h 4707593"/>
                  <a:gd name="connsiteX72" fmla="*/ 2346145 w 5260975"/>
                  <a:gd name="connsiteY72" fmla="*/ 4648928 h 4707593"/>
                  <a:gd name="connsiteX73" fmla="*/ 2333567 w 5260975"/>
                  <a:gd name="connsiteY73" fmla="*/ 4649600 h 4707593"/>
                  <a:gd name="connsiteX74" fmla="*/ 2294968 w 5260975"/>
                  <a:gd name="connsiteY74" fmla="*/ 4650177 h 4707593"/>
                  <a:gd name="connsiteX75" fmla="*/ 2271540 w 5260975"/>
                  <a:gd name="connsiteY75" fmla="*/ 4653057 h 4707593"/>
                  <a:gd name="connsiteX76" fmla="*/ 2226895 w 5260975"/>
                  <a:gd name="connsiteY76" fmla="*/ 4651329 h 4707593"/>
                  <a:gd name="connsiteX77" fmla="*/ 2210379 w 5260975"/>
                  <a:gd name="connsiteY77" fmla="*/ 4653825 h 4707593"/>
                  <a:gd name="connsiteX78" fmla="*/ 2168613 w 5260975"/>
                  <a:gd name="connsiteY78" fmla="*/ 4654113 h 4707593"/>
                  <a:gd name="connsiteX79" fmla="*/ 2131167 w 5260975"/>
                  <a:gd name="connsiteY79" fmla="*/ 4652673 h 4707593"/>
                  <a:gd name="connsiteX80" fmla="*/ 2095065 w 5260975"/>
                  <a:gd name="connsiteY80" fmla="*/ 4653441 h 4707593"/>
                  <a:gd name="connsiteX81" fmla="*/ 2069237 w 5260975"/>
                  <a:gd name="connsiteY81" fmla="*/ 4656609 h 4707593"/>
                  <a:gd name="connsiteX82" fmla="*/ 2041201 w 5260975"/>
                  <a:gd name="connsiteY82" fmla="*/ 4658529 h 4707593"/>
                  <a:gd name="connsiteX83" fmla="*/ 1963909 w 5260975"/>
                  <a:gd name="connsiteY83" fmla="*/ 4669955 h 4707593"/>
                  <a:gd name="connsiteX84" fmla="*/ 1949603 w 5260975"/>
                  <a:gd name="connsiteY84" fmla="*/ 4667171 h 4707593"/>
                  <a:gd name="connsiteX85" fmla="*/ 1868373 w 5260975"/>
                  <a:gd name="connsiteY85" fmla="*/ 4664578 h 4707593"/>
                  <a:gd name="connsiteX86" fmla="*/ 1850707 w 5260975"/>
                  <a:gd name="connsiteY86" fmla="*/ 4664771 h 4707593"/>
                  <a:gd name="connsiteX87" fmla="*/ 1803275 w 5260975"/>
                  <a:gd name="connsiteY87" fmla="*/ 4653441 h 4707593"/>
                  <a:gd name="connsiteX88" fmla="*/ 1730112 w 5260975"/>
                  <a:gd name="connsiteY88" fmla="*/ 4671396 h 4707593"/>
                  <a:gd name="connsiteX89" fmla="*/ 1661652 w 5260975"/>
                  <a:gd name="connsiteY89" fmla="*/ 4693863 h 4707593"/>
                  <a:gd name="connsiteX90" fmla="*/ 1653011 w 5260975"/>
                  <a:gd name="connsiteY90" fmla="*/ 4696744 h 4707593"/>
                  <a:gd name="connsiteX91" fmla="*/ 1628431 w 5260975"/>
                  <a:gd name="connsiteY91" fmla="*/ 4701641 h 4707593"/>
                  <a:gd name="connsiteX92" fmla="*/ 1597995 w 5260975"/>
                  <a:gd name="connsiteY92" fmla="*/ 4703369 h 4707593"/>
                  <a:gd name="connsiteX93" fmla="*/ 1559396 w 5260975"/>
                  <a:gd name="connsiteY93" fmla="*/ 4707593 h 4707593"/>
                  <a:gd name="connsiteX94" fmla="*/ 1528480 w 5260975"/>
                  <a:gd name="connsiteY94" fmla="*/ 4702312 h 4707593"/>
                  <a:gd name="connsiteX95" fmla="*/ 1485272 w 5260975"/>
                  <a:gd name="connsiteY95" fmla="*/ 4694439 h 4707593"/>
                  <a:gd name="connsiteX96" fmla="*/ 1444562 w 5260975"/>
                  <a:gd name="connsiteY96" fmla="*/ 4686950 h 4707593"/>
                  <a:gd name="connsiteX97" fmla="*/ 1431696 w 5260975"/>
                  <a:gd name="connsiteY97" fmla="*/ 4695783 h 4707593"/>
                  <a:gd name="connsiteX98" fmla="*/ 1411821 w 5260975"/>
                  <a:gd name="connsiteY98" fmla="*/ 4703464 h 4707593"/>
                  <a:gd name="connsiteX99" fmla="*/ 1389738 w 5260975"/>
                  <a:gd name="connsiteY99" fmla="*/ 4694247 h 4707593"/>
                  <a:gd name="connsiteX100" fmla="*/ 1338081 w 5260975"/>
                  <a:gd name="connsiteY100" fmla="*/ 4675141 h 4707593"/>
                  <a:gd name="connsiteX101" fmla="*/ 1305436 w 5260975"/>
                  <a:gd name="connsiteY101" fmla="*/ 4674276 h 4707593"/>
                  <a:gd name="connsiteX102" fmla="*/ 1234481 w 5260975"/>
                  <a:gd name="connsiteY102" fmla="*/ 4666115 h 4707593"/>
                  <a:gd name="connsiteX103" fmla="*/ 1188106 w 5260975"/>
                  <a:gd name="connsiteY103" fmla="*/ 4654497 h 4707593"/>
                  <a:gd name="connsiteX104" fmla="*/ 1154790 w 5260975"/>
                  <a:gd name="connsiteY104" fmla="*/ 4641343 h 4707593"/>
                  <a:gd name="connsiteX105" fmla="*/ 1107069 w 5260975"/>
                  <a:gd name="connsiteY105" fmla="*/ 4624156 h 4707593"/>
                  <a:gd name="connsiteX106" fmla="*/ 1059158 w 5260975"/>
                  <a:gd name="connsiteY106" fmla="*/ 4615227 h 4707593"/>
                  <a:gd name="connsiteX107" fmla="*/ 1024496 w 5260975"/>
                  <a:gd name="connsiteY107" fmla="*/ 4603993 h 4707593"/>
                  <a:gd name="connsiteX108" fmla="*/ 982153 w 5260975"/>
                  <a:gd name="connsiteY108" fmla="*/ 4596311 h 4707593"/>
                  <a:gd name="connsiteX109" fmla="*/ 946628 w 5260975"/>
                  <a:gd name="connsiteY109" fmla="*/ 4596024 h 4707593"/>
                  <a:gd name="connsiteX110" fmla="*/ 890939 w 5260975"/>
                  <a:gd name="connsiteY110" fmla="*/ 4597368 h 4707593"/>
                  <a:gd name="connsiteX111" fmla="*/ 822769 w 5260975"/>
                  <a:gd name="connsiteY111" fmla="*/ 4574133 h 4707593"/>
                  <a:gd name="connsiteX112" fmla="*/ 795212 w 5260975"/>
                  <a:gd name="connsiteY112" fmla="*/ 4568947 h 4707593"/>
                  <a:gd name="connsiteX113" fmla="*/ 769288 w 5260975"/>
                  <a:gd name="connsiteY113" fmla="*/ 4566547 h 4707593"/>
                  <a:gd name="connsiteX114" fmla="*/ 714271 w 5260975"/>
                  <a:gd name="connsiteY114" fmla="*/ 4551089 h 4707593"/>
                  <a:gd name="connsiteX115" fmla="*/ 691900 w 5260975"/>
                  <a:gd name="connsiteY115" fmla="*/ 4545999 h 4707593"/>
                  <a:gd name="connsiteX116" fmla="*/ 660598 w 5260975"/>
                  <a:gd name="connsiteY116" fmla="*/ 4546096 h 4707593"/>
                  <a:gd name="connsiteX117" fmla="*/ 603662 w 5260975"/>
                  <a:gd name="connsiteY117" fmla="*/ 4538991 h 4707593"/>
                  <a:gd name="connsiteX118" fmla="*/ 546821 w 5260975"/>
                  <a:gd name="connsiteY118" fmla="*/ 4518251 h 4707593"/>
                  <a:gd name="connsiteX119" fmla="*/ 522721 w 5260975"/>
                  <a:gd name="connsiteY119" fmla="*/ 4520267 h 4707593"/>
                  <a:gd name="connsiteX120" fmla="*/ 514080 w 5260975"/>
                  <a:gd name="connsiteY120" fmla="*/ 4519788 h 4707593"/>
                  <a:gd name="connsiteX121" fmla="*/ 436404 w 5260975"/>
                  <a:gd name="connsiteY121" fmla="*/ 4508361 h 4707593"/>
                  <a:gd name="connsiteX122" fmla="*/ 428626 w 5260975"/>
                  <a:gd name="connsiteY122" fmla="*/ 4507114 h 4707593"/>
                  <a:gd name="connsiteX123" fmla="*/ 392141 w 5260975"/>
                  <a:gd name="connsiteY123" fmla="*/ 4496936 h 4707593"/>
                  <a:gd name="connsiteX124" fmla="*/ 300157 w 5260975"/>
                  <a:gd name="connsiteY124" fmla="*/ 4490599 h 4707593"/>
                  <a:gd name="connsiteX125" fmla="*/ 294493 w 5260975"/>
                  <a:gd name="connsiteY125" fmla="*/ 4489831 h 4707593"/>
                  <a:gd name="connsiteX126" fmla="*/ 263671 w 5260975"/>
                  <a:gd name="connsiteY126" fmla="*/ 4494919 h 4707593"/>
                  <a:gd name="connsiteX127" fmla="*/ 248406 w 5260975"/>
                  <a:gd name="connsiteY127" fmla="*/ 4502121 h 4707593"/>
                  <a:gd name="connsiteX128" fmla="*/ 224594 w 5260975"/>
                  <a:gd name="connsiteY128" fmla="*/ 4509610 h 4707593"/>
                  <a:gd name="connsiteX129" fmla="*/ 200398 w 5260975"/>
                  <a:gd name="connsiteY129" fmla="*/ 4512395 h 4707593"/>
                  <a:gd name="connsiteX130" fmla="*/ 159783 w 5260975"/>
                  <a:gd name="connsiteY130" fmla="*/ 4501064 h 4707593"/>
                  <a:gd name="connsiteX131" fmla="*/ 144997 w 5260975"/>
                  <a:gd name="connsiteY131" fmla="*/ 4499912 h 4707593"/>
                  <a:gd name="connsiteX132" fmla="*/ 112064 w 5260975"/>
                  <a:gd name="connsiteY132" fmla="*/ 4494440 h 4707593"/>
                  <a:gd name="connsiteX133" fmla="*/ 83259 w 5260975"/>
                  <a:gd name="connsiteY133" fmla="*/ 4494824 h 4707593"/>
                  <a:gd name="connsiteX134" fmla="*/ 60120 w 5260975"/>
                  <a:gd name="connsiteY134" fmla="*/ 4503561 h 4707593"/>
                  <a:gd name="connsiteX135" fmla="*/ 26514 w 5260975"/>
                  <a:gd name="connsiteY135" fmla="*/ 4505289 h 4707593"/>
                  <a:gd name="connsiteX136" fmla="*/ 4814 w 5260975"/>
                  <a:gd name="connsiteY136" fmla="*/ 4498952 h 4707593"/>
                  <a:gd name="connsiteX137" fmla="*/ 398 w 5260975"/>
                  <a:gd name="connsiteY137" fmla="*/ 4498089 h 4707593"/>
                  <a:gd name="connsiteX138" fmla="*/ 0 w 5260975"/>
                  <a:gd name="connsiteY138" fmla="*/ 4498087 h 47075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</a:cxnLst>
                <a:rect l="l" t="t" r="r" b="b"/>
                <a:pathLst>
                  <a:path w="5260975" h="4707593">
                    <a:moveTo>
                      <a:pt x="0" y="0"/>
                    </a:moveTo>
                    <a:lnTo>
                      <a:pt x="5260975" y="0"/>
                    </a:lnTo>
                    <a:lnTo>
                      <a:pt x="5260975" y="3296937"/>
                    </a:lnTo>
                    <a:lnTo>
                      <a:pt x="5260975" y="3518571"/>
                    </a:lnTo>
                    <a:lnTo>
                      <a:pt x="5226503" y="3534000"/>
                    </a:lnTo>
                    <a:cubicBezTo>
                      <a:pt x="5219783" y="3536785"/>
                      <a:pt x="5212389" y="3538321"/>
                      <a:pt x="5206341" y="3542065"/>
                    </a:cubicBezTo>
                    <a:cubicBezTo>
                      <a:pt x="5178495" y="3559156"/>
                      <a:pt x="5151515" y="3577591"/>
                      <a:pt x="5123287" y="3594010"/>
                    </a:cubicBezTo>
                    <a:cubicBezTo>
                      <a:pt x="5094195" y="3611004"/>
                      <a:pt x="5068175" y="3631071"/>
                      <a:pt x="5048107" y="3658244"/>
                    </a:cubicBezTo>
                    <a:cubicBezTo>
                      <a:pt x="5029480" y="3683496"/>
                      <a:pt x="5011429" y="3709131"/>
                      <a:pt x="4992899" y="3734479"/>
                    </a:cubicBezTo>
                    <a:cubicBezTo>
                      <a:pt x="4988194" y="3740912"/>
                      <a:pt x="4983873" y="3748498"/>
                      <a:pt x="4977440" y="3752627"/>
                    </a:cubicBezTo>
                    <a:cubicBezTo>
                      <a:pt x="4964094" y="3761268"/>
                      <a:pt x="4949499" y="3768277"/>
                      <a:pt x="4935193" y="3775382"/>
                    </a:cubicBezTo>
                    <a:cubicBezTo>
                      <a:pt x="4922903" y="3781431"/>
                      <a:pt x="4909845" y="3785943"/>
                      <a:pt x="4897844" y="3792472"/>
                    </a:cubicBezTo>
                    <a:cubicBezTo>
                      <a:pt x="4888243" y="3797658"/>
                      <a:pt x="4879697" y="3804859"/>
                      <a:pt x="4870767" y="3811388"/>
                    </a:cubicBezTo>
                    <a:cubicBezTo>
                      <a:pt x="4862990" y="3817052"/>
                      <a:pt x="4854445" y="3821949"/>
                      <a:pt x="4847916" y="3828767"/>
                    </a:cubicBezTo>
                    <a:cubicBezTo>
                      <a:pt x="4831977" y="3845281"/>
                      <a:pt x="4815942" y="3861508"/>
                      <a:pt x="4796163" y="3873702"/>
                    </a:cubicBezTo>
                    <a:cubicBezTo>
                      <a:pt x="4776672" y="3885799"/>
                      <a:pt x="4758237" y="3899338"/>
                      <a:pt x="4738843" y="3911628"/>
                    </a:cubicBezTo>
                    <a:cubicBezTo>
                      <a:pt x="4719831" y="3923630"/>
                      <a:pt x="4702645" y="3936783"/>
                      <a:pt x="4692755" y="3958099"/>
                    </a:cubicBezTo>
                    <a:cubicBezTo>
                      <a:pt x="4688339" y="3967508"/>
                      <a:pt x="4682097" y="3977782"/>
                      <a:pt x="4673744" y="3983255"/>
                    </a:cubicBezTo>
                    <a:cubicBezTo>
                      <a:pt x="4661838" y="3991032"/>
                      <a:pt x="4646764" y="3993817"/>
                      <a:pt x="4633801" y="4000442"/>
                    </a:cubicBezTo>
                    <a:cubicBezTo>
                      <a:pt x="4618535" y="4008219"/>
                      <a:pt x="4600869" y="4014940"/>
                      <a:pt x="4590499" y="4027326"/>
                    </a:cubicBezTo>
                    <a:cubicBezTo>
                      <a:pt x="4581281" y="4038368"/>
                      <a:pt x="4571968" y="4047009"/>
                      <a:pt x="4559773" y="4054018"/>
                    </a:cubicBezTo>
                    <a:cubicBezTo>
                      <a:pt x="4551229" y="4058915"/>
                      <a:pt x="4544892" y="4067844"/>
                      <a:pt x="4536059" y="4071877"/>
                    </a:cubicBezTo>
                    <a:cubicBezTo>
                      <a:pt x="4524441" y="4077254"/>
                      <a:pt x="4512727" y="4081479"/>
                      <a:pt x="4502549" y="4089832"/>
                    </a:cubicBezTo>
                    <a:cubicBezTo>
                      <a:pt x="4491987" y="4098473"/>
                      <a:pt x="4479986" y="4105290"/>
                      <a:pt x="4468944" y="4113356"/>
                    </a:cubicBezTo>
                    <a:cubicBezTo>
                      <a:pt x="4463087" y="4117676"/>
                      <a:pt x="4458286" y="4123341"/>
                      <a:pt x="4452622" y="4127854"/>
                    </a:cubicBezTo>
                    <a:cubicBezTo>
                      <a:pt x="4442252" y="4136111"/>
                      <a:pt x="4431690" y="4144176"/>
                      <a:pt x="4421032" y="4151953"/>
                    </a:cubicBezTo>
                    <a:cubicBezTo>
                      <a:pt x="4410375" y="4159731"/>
                      <a:pt x="4400197" y="4168756"/>
                      <a:pt x="4388483" y="4174421"/>
                    </a:cubicBezTo>
                    <a:cubicBezTo>
                      <a:pt x="4368513" y="4184023"/>
                      <a:pt x="4346717" y="4189784"/>
                      <a:pt x="4327321" y="4200153"/>
                    </a:cubicBezTo>
                    <a:cubicBezTo>
                      <a:pt x="4307639" y="4210714"/>
                      <a:pt x="4289107" y="4223965"/>
                      <a:pt x="4271633" y="4237983"/>
                    </a:cubicBezTo>
                    <a:cubicBezTo>
                      <a:pt x="4257807" y="4249025"/>
                      <a:pt x="4244845" y="4259971"/>
                      <a:pt x="4227465" y="4265635"/>
                    </a:cubicBezTo>
                    <a:cubicBezTo>
                      <a:pt x="4217768" y="4268804"/>
                      <a:pt x="4207591" y="4275717"/>
                      <a:pt x="4201733" y="4283783"/>
                    </a:cubicBezTo>
                    <a:cubicBezTo>
                      <a:pt x="4189059" y="4301353"/>
                      <a:pt x="4172833" y="4313739"/>
                      <a:pt x="4154494" y="4324301"/>
                    </a:cubicBezTo>
                    <a:cubicBezTo>
                      <a:pt x="4130010" y="4338511"/>
                      <a:pt x="4105814" y="4353009"/>
                      <a:pt x="4081234" y="4366931"/>
                    </a:cubicBezTo>
                    <a:cubicBezTo>
                      <a:pt x="4066737" y="4375189"/>
                      <a:pt x="4052335" y="4383926"/>
                      <a:pt x="4036971" y="4389975"/>
                    </a:cubicBezTo>
                    <a:cubicBezTo>
                      <a:pt x="4005575" y="4402457"/>
                      <a:pt x="3973410" y="4413114"/>
                      <a:pt x="3941725" y="4424733"/>
                    </a:cubicBezTo>
                    <a:cubicBezTo>
                      <a:pt x="3931355" y="4428477"/>
                      <a:pt x="3921561" y="4433854"/>
                      <a:pt x="3910999" y="4437119"/>
                    </a:cubicBezTo>
                    <a:cubicBezTo>
                      <a:pt x="3899573" y="4440671"/>
                      <a:pt x="3887285" y="4441727"/>
                      <a:pt x="3875859" y="4445280"/>
                    </a:cubicBezTo>
                    <a:cubicBezTo>
                      <a:pt x="3856847" y="4451136"/>
                      <a:pt x="3838412" y="4458626"/>
                      <a:pt x="3819401" y="4464579"/>
                    </a:cubicBezTo>
                    <a:cubicBezTo>
                      <a:pt x="3782723" y="4476005"/>
                      <a:pt x="3745949" y="4486951"/>
                      <a:pt x="3709176" y="4497800"/>
                    </a:cubicBezTo>
                    <a:cubicBezTo>
                      <a:pt x="3701303" y="4500105"/>
                      <a:pt x="3692757" y="4500393"/>
                      <a:pt x="3684981" y="4502889"/>
                    </a:cubicBezTo>
                    <a:cubicBezTo>
                      <a:pt x="3664337" y="4509610"/>
                      <a:pt x="3643789" y="4516907"/>
                      <a:pt x="3623338" y="4524300"/>
                    </a:cubicBezTo>
                    <a:cubicBezTo>
                      <a:pt x="3610953" y="4528813"/>
                      <a:pt x="3598854" y="4534382"/>
                      <a:pt x="3586373" y="4538702"/>
                    </a:cubicBezTo>
                    <a:cubicBezTo>
                      <a:pt x="3576387" y="4542159"/>
                      <a:pt x="3566113" y="4544847"/>
                      <a:pt x="3555743" y="4546960"/>
                    </a:cubicBezTo>
                    <a:cubicBezTo>
                      <a:pt x="3546814" y="4548785"/>
                      <a:pt x="3537501" y="4548592"/>
                      <a:pt x="3528667" y="4550801"/>
                    </a:cubicBezTo>
                    <a:cubicBezTo>
                      <a:pt x="3504759" y="4556753"/>
                      <a:pt x="3481140" y="4563475"/>
                      <a:pt x="3457424" y="4569811"/>
                    </a:cubicBezTo>
                    <a:cubicBezTo>
                      <a:pt x="3447919" y="4572308"/>
                      <a:pt x="3438221" y="4574133"/>
                      <a:pt x="3429003" y="4577301"/>
                    </a:cubicBezTo>
                    <a:cubicBezTo>
                      <a:pt x="3404327" y="4585654"/>
                      <a:pt x="3380036" y="4595159"/>
                      <a:pt x="3355264" y="4603033"/>
                    </a:cubicBezTo>
                    <a:cubicBezTo>
                      <a:pt x="3334717" y="4609562"/>
                      <a:pt x="3313593" y="4614266"/>
                      <a:pt x="3292757" y="4620027"/>
                    </a:cubicBezTo>
                    <a:cubicBezTo>
                      <a:pt x="3283924" y="4622524"/>
                      <a:pt x="3275475" y="4626077"/>
                      <a:pt x="3266643" y="4628188"/>
                    </a:cubicBezTo>
                    <a:cubicBezTo>
                      <a:pt x="3246863" y="4632990"/>
                      <a:pt x="3226796" y="4637022"/>
                      <a:pt x="3206921" y="4641823"/>
                    </a:cubicBezTo>
                    <a:cubicBezTo>
                      <a:pt x="3195590" y="4644607"/>
                      <a:pt x="3184645" y="4649600"/>
                      <a:pt x="3173123" y="4651425"/>
                    </a:cubicBezTo>
                    <a:cubicBezTo>
                      <a:pt x="3145759" y="4655745"/>
                      <a:pt x="3118203" y="4658817"/>
                      <a:pt x="3090646" y="4662274"/>
                    </a:cubicBezTo>
                    <a:cubicBezTo>
                      <a:pt x="3062227" y="4665826"/>
                      <a:pt x="3033902" y="4669571"/>
                      <a:pt x="3005480" y="4672739"/>
                    </a:cubicBezTo>
                    <a:cubicBezTo>
                      <a:pt x="2989926" y="4674372"/>
                      <a:pt x="2974275" y="4674660"/>
                      <a:pt x="2958721" y="4676196"/>
                    </a:cubicBezTo>
                    <a:cubicBezTo>
                      <a:pt x="2945087" y="4677541"/>
                      <a:pt x="2931549" y="4680037"/>
                      <a:pt x="2917915" y="4681670"/>
                    </a:cubicBezTo>
                    <a:cubicBezTo>
                      <a:pt x="2906105" y="4683013"/>
                      <a:pt x="2894199" y="4683781"/>
                      <a:pt x="2882389" y="4685126"/>
                    </a:cubicBezTo>
                    <a:cubicBezTo>
                      <a:pt x="2863475" y="4687334"/>
                      <a:pt x="2844655" y="4689831"/>
                      <a:pt x="2825837" y="4692135"/>
                    </a:cubicBezTo>
                    <a:cubicBezTo>
                      <a:pt x="2817964" y="4692999"/>
                      <a:pt x="2809706" y="4695399"/>
                      <a:pt x="2802313" y="4693960"/>
                    </a:cubicBezTo>
                    <a:cubicBezTo>
                      <a:pt x="2783686" y="4690310"/>
                      <a:pt x="2765347" y="4691367"/>
                      <a:pt x="2746816" y="4693863"/>
                    </a:cubicBezTo>
                    <a:cubicBezTo>
                      <a:pt x="2740479" y="4694728"/>
                      <a:pt x="2733662" y="4694535"/>
                      <a:pt x="2727517" y="4692903"/>
                    </a:cubicBezTo>
                    <a:cubicBezTo>
                      <a:pt x="2714939" y="4689638"/>
                      <a:pt x="2702745" y="4685029"/>
                      <a:pt x="2690359" y="4680997"/>
                    </a:cubicBezTo>
                    <a:cubicBezTo>
                      <a:pt x="2689014" y="4680517"/>
                      <a:pt x="2687382" y="4680421"/>
                      <a:pt x="2685943" y="4680133"/>
                    </a:cubicBezTo>
                    <a:cubicBezTo>
                      <a:pt x="2677781" y="4678500"/>
                      <a:pt x="2669717" y="4676868"/>
                      <a:pt x="2661554" y="4675428"/>
                    </a:cubicBezTo>
                    <a:cubicBezTo>
                      <a:pt x="2657138" y="4674660"/>
                      <a:pt x="2652625" y="4674564"/>
                      <a:pt x="2648208" y="4673892"/>
                    </a:cubicBezTo>
                    <a:cubicBezTo>
                      <a:pt x="2631118" y="4671203"/>
                      <a:pt x="2612299" y="4675716"/>
                      <a:pt x="2597512" y="4664099"/>
                    </a:cubicBezTo>
                    <a:cubicBezTo>
                      <a:pt x="2587911" y="4656609"/>
                      <a:pt x="2578597" y="4658338"/>
                      <a:pt x="2568324" y="4659490"/>
                    </a:cubicBezTo>
                    <a:cubicBezTo>
                      <a:pt x="2560547" y="4660354"/>
                      <a:pt x="2552577" y="4660065"/>
                      <a:pt x="2544704" y="4660162"/>
                    </a:cubicBezTo>
                    <a:cubicBezTo>
                      <a:pt x="2530878" y="4660449"/>
                      <a:pt x="2517052" y="4660546"/>
                      <a:pt x="2503225" y="4661026"/>
                    </a:cubicBezTo>
                    <a:cubicBezTo>
                      <a:pt x="2498808" y="4661218"/>
                      <a:pt x="2494297" y="4663619"/>
                      <a:pt x="2489975" y="4663235"/>
                    </a:cubicBezTo>
                    <a:cubicBezTo>
                      <a:pt x="2470004" y="4661410"/>
                      <a:pt x="2450033" y="4658529"/>
                      <a:pt x="2430061" y="4656897"/>
                    </a:cubicBezTo>
                    <a:cubicBezTo>
                      <a:pt x="2418732" y="4655938"/>
                      <a:pt x="2407114" y="4657761"/>
                      <a:pt x="2395880" y="4656417"/>
                    </a:cubicBezTo>
                    <a:cubicBezTo>
                      <a:pt x="2382919" y="4654881"/>
                      <a:pt x="2370245" y="4650945"/>
                      <a:pt x="2357378" y="4648544"/>
                    </a:cubicBezTo>
                    <a:cubicBezTo>
                      <a:pt x="2353826" y="4647872"/>
                      <a:pt x="2349889" y="4648736"/>
                      <a:pt x="2346145" y="4648928"/>
                    </a:cubicBezTo>
                    <a:cubicBezTo>
                      <a:pt x="2341920" y="4649120"/>
                      <a:pt x="2337791" y="4649504"/>
                      <a:pt x="2333567" y="4649600"/>
                    </a:cubicBezTo>
                    <a:cubicBezTo>
                      <a:pt x="2320700" y="4649793"/>
                      <a:pt x="2307835" y="4649504"/>
                      <a:pt x="2294968" y="4650177"/>
                    </a:cubicBezTo>
                    <a:cubicBezTo>
                      <a:pt x="2287095" y="4650561"/>
                      <a:pt x="2278839" y="4654497"/>
                      <a:pt x="2271540" y="4653057"/>
                    </a:cubicBezTo>
                    <a:cubicBezTo>
                      <a:pt x="2256659" y="4650272"/>
                      <a:pt x="2241776" y="4656513"/>
                      <a:pt x="2226895" y="4651329"/>
                    </a:cubicBezTo>
                    <a:cubicBezTo>
                      <a:pt x="2222285" y="4649793"/>
                      <a:pt x="2215948" y="4653633"/>
                      <a:pt x="2210379" y="4653825"/>
                    </a:cubicBezTo>
                    <a:cubicBezTo>
                      <a:pt x="2196457" y="4654305"/>
                      <a:pt x="2182535" y="4654209"/>
                      <a:pt x="2168613" y="4654113"/>
                    </a:cubicBezTo>
                    <a:cubicBezTo>
                      <a:pt x="2156131" y="4654017"/>
                      <a:pt x="2143168" y="4655361"/>
                      <a:pt x="2131167" y="4652673"/>
                    </a:cubicBezTo>
                    <a:cubicBezTo>
                      <a:pt x="2118588" y="4649793"/>
                      <a:pt x="2107259" y="4650177"/>
                      <a:pt x="2095065" y="4653441"/>
                    </a:cubicBezTo>
                    <a:cubicBezTo>
                      <a:pt x="2086711" y="4655649"/>
                      <a:pt x="2077878" y="4655938"/>
                      <a:pt x="2069237" y="4656609"/>
                    </a:cubicBezTo>
                    <a:cubicBezTo>
                      <a:pt x="2059924" y="4657377"/>
                      <a:pt x="2049650" y="4655361"/>
                      <a:pt x="2041201" y="4658529"/>
                    </a:cubicBezTo>
                    <a:cubicBezTo>
                      <a:pt x="2016044" y="4667939"/>
                      <a:pt x="1990216" y="4669955"/>
                      <a:pt x="1963909" y="4669955"/>
                    </a:cubicBezTo>
                    <a:cubicBezTo>
                      <a:pt x="1959107" y="4669955"/>
                      <a:pt x="1954210" y="4668612"/>
                      <a:pt x="1949603" y="4667171"/>
                    </a:cubicBezTo>
                    <a:cubicBezTo>
                      <a:pt x="1922717" y="4658529"/>
                      <a:pt x="1895737" y="4659297"/>
                      <a:pt x="1868373" y="4664578"/>
                    </a:cubicBezTo>
                    <a:cubicBezTo>
                      <a:pt x="1862708" y="4665731"/>
                      <a:pt x="1856372" y="4665923"/>
                      <a:pt x="1850707" y="4664771"/>
                    </a:cubicBezTo>
                    <a:cubicBezTo>
                      <a:pt x="1834768" y="4661410"/>
                      <a:pt x="1819309" y="4655841"/>
                      <a:pt x="1803275" y="4653441"/>
                    </a:cubicBezTo>
                    <a:cubicBezTo>
                      <a:pt x="1776775" y="4649504"/>
                      <a:pt x="1753828" y="4662754"/>
                      <a:pt x="1730112" y="4671396"/>
                    </a:cubicBezTo>
                    <a:cubicBezTo>
                      <a:pt x="1707548" y="4679557"/>
                      <a:pt x="1688345" y="4697992"/>
                      <a:pt x="1661652" y="4693863"/>
                    </a:cubicBezTo>
                    <a:cubicBezTo>
                      <a:pt x="1658965" y="4693479"/>
                      <a:pt x="1655988" y="4696071"/>
                      <a:pt x="1653011" y="4696744"/>
                    </a:cubicBezTo>
                    <a:cubicBezTo>
                      <a:pt x="1644850" y="4698568"/>
                      <a:pt x="1636689" y="4700776"/>
                      <a:pt x="1628431" y="4701641"/>
                    </a:cubicBezTo>
                    <a:cubicBezTo>
                      <a:pt x="1618350" y="4702793"/>
                      <a:pt x="1608076" y="4702409"/>
                      <a:pt x="1597995" y="4703369"/>
                    </a:cubicBezTo>
                    <a:cubicBezTo>
                      <a:pt x="1585032" y="4704521"/>
                      <a:pt x="1572263" y="4707593"/>
                      <a:pt x="1559396" y="4707593"/>
                    </a:cubicBezTo>
                    <a:cubicBezTo>
                      <a:pt x="1549026" y="4707593"/>
                      <a:pt x="1538753" y="4704041"/>
                      <a:pt x="1528480" y="4702312"/>
                    </a:cubicBezTo>
                    <a:cubicBezTo>
                      <a:pt x="1513981" y="4699912"/>
                      <a:pt x="1498042" y="4700584"/>
                      <a:pt x="1485272" y="4694439"/>
                    </a:cubicBezTo>
                    <a:cubicBezTo>
                      <a:pt x="1471639" y="4687910"/>
                      <a:pt x="1458676" y="4684934"/>
                      <a:pt x="1444562" y="4686950"/>
                    </a:cubicBezTo>
                    <a:cubicBezTo>
                      <a:pt x="1439857" y="4687622"/>
                      <a:pt x="1433808" y="4691655"/>
                      <a:pt x="1431696" y="4695783"/>
                    </a:cubicBezTo>
                    <a:cubicBezTo>
                      <a:pt x="1426991" y="4705001"/>
                      <a:pt x="1420559" y="4706634"/>
                      <a:pt x="1411821" y="4703464"/>
                    </a:cubicBezTo>
                    <a:cubicBezTo>
                      <a:pt x="1404236" y="4700776"/>
                      <a:pt x="1394922" y="4699432"/>
                      <a:pt x="1389738" y="4694247"/>
                    </a:cubicBezTo>
                    <a:cubicBezTo>
                      <a:pt x="1375047" y="4679557"/>
                      <a:pt x="1356324" y="4679077"/>
                      <a:pt x="1338081" y="4675141"/>
                    </a:cubicBezTo>
                    <a:cubicBezTo>
                      <a:pt x="1326945" y="4672739"/>
                      <a:pt x="1316574" y="4672644"/>
                      <a:pt x="1305436" y="4674276"/>
                    </a:cubicBezTo>
                    <a:cubicBezTo>
                      <a:pt x="1281241" y="4677925"/>
                      <a:pt x="1257717" y="4672739"/>
                      <a:pt x="1234481" y="4666115"/>
                    </a:cubicBezTo>
                    <a:cubicBezTo>
                      <a:pt x="1219118" y="4661698"/>
                      <a:pt x="1203372" y="4659010"/>
                      <a:pt x="1188106" y="4654497"/>
                    </a:cubicBezTo>
                    <a:cubicBezTo>
                      <a:pt x="1176680" y="4651041"/>
                      <a:pt x="1165255" y="4646912"/>
                      <a:pt x="1154790" y="4641343"/>
                    </a:cubicBezTo>
                    <a:cubicBezTo>
                      <a:pt x="1139618" y="4633181"/>
                      <a:pt x="1126369" y="4620891"/>
                      <a:pt x="1107069" y="4624156"/>
                    </a:cubicBezTo>
                    <a:cubicBezTo>
                      <a:pt x="1090074" y="4627036"/>
                      <a:pt x="1074713" y="4620988"/>
                      <a:pt x="1059158" y="4615227"/>
                    </a:cubicBezTo>
                    <a:cubicBezTo>
                      <a:pt x="1047732" y="4611002"/>
                      <a:pt x="1036308" y="4606681"/>
                      <a:pt x="1024496" y="4603993"/>
                    </a:cubicBezTo>
                    <a:cubicBezTo>
                      <a:pt x="1010478" y="4600824"/>
                      <a:pt x="994635" y="4602169"/>
                      <a:pt x="982153" y="4596311"/>
                    </a:cubicBezTo>
                    <a:cubicBezTo>
                      <a:pt x="969095" y="4590166"/>
                      <a:pt x="958246" y="4594295"/>
                      <a:pt x="946628" y="4596024"/>
                    </a:cubicBezTo>
                    <a:cubicBezTo>
                      <a:pt x="928097" y="4598712"/>
                      <a:pt x="909661" y="4603705"/>
                      <a:pt x="890939" y="4597368"/>
                    </a:cubicBezTo>
                    <a:cubicBezTo>
                      <a:pt x="868184" y="4589687"/>
                      <a:pt x="845620" y="4581430"/>
                      <a:pt x="822769" y="4574133"/>
                    </a:cubicBezTo>
                    <a:cubicBezTo>
                      <a:pt x="813934" y="4571347"/>
                      <a:pt x="804431" y="4570195"/>
                      <a:pt x="795212" y="4568947"/>
                    </a:cubicBezTo>
                    <a:cubicBezTo>
                      <a:pt x="786476" y="4567891"/>
                      <a:pt x="776010" y="4570579"/>
                      <a:pt x="769288" y="4566547"/>
                    </a:cubicBezTo>
                    <a:cubicBezTo>
                      <a:pt x="752005" y="4556178"/>
                      <a:pt x="734243" y="4551089"/>
                      <a:pt x="714271" y="4551089"/>
                    </a:cubicBezTo>
                    <a:cubicBezTo>
                      <a:pt x="706781" y="4551089"/>
                      <a:pt x="699484" y="4546768"/>
                      <a:pt x="691900" y="4545999"/>
                    </a:cubicBezTo>
                    <a:cubicBezTo>
                      <a:pt x="681529" y="4545040"/>
                      <a:pt x="669623" y="4542447"/>
                      <a:pt x="660598" y="4546096"/>
                    </a:cubicBezTo>
                    <a:cubicBezTo>
                      <a:pt x="639379" y="4554737"/>
                      <a:pt x="622193" y="4547536"/>
                      <a:pt x="603662" y="4538991"/>
                    </a:cubicBezTo>
                    <a:cubicBezTo>
                      <a:pt x="585418" y="4530541"/>
                      <a:pt x="566215" y="4523821"/>
                      <a:pt x="546821" y="4518251"/>
                    </a:cubicBezTo>
                    <a:cubicBezTo>
                      <a:pt x="539524" y="4516235"/>
                      <a:pt x="530787" y="4519596"/>
                      <a:pt x="522721" y="4520267"/>
                    </a:cubicBezTo>
                    <a:cubicBezTo>
                      <a:pt x="519840" y="4520460"/>
                      <a:pt x="516671" y="4520748"/>
                      <a:pt x="514080" y="4519788"/>
                    </a:cubicBezTo>
                    <a:cubicBezTo>
                      <a:pt x="489020" y="4510570"/>
                      <a:pt x="463575" y="4503561"/>
                      <a:pt x="436404" y="4508361"/>
                    </a:cubicBezTo>
                    <a:cubicBezTo>
                      <a:pt x="433908" y="4508842"/>
                      <a:pt x="431123" y="4507786"/>
                      <a:pt x="428626" y="4507114"/>
                    </a:cubicBezTo>
                    <a:cubicBezTo>
                      <a:pt x="416432" y="4503657"/>
                      <a:pt x="404526" y="4498184"/>
                      <a:pt x="392141" y="4496936"/>
                    </a:cubicBezTo>
                    <a:cubicBezTo>
                      <a:pt x="361608" y="4493864"/>
                      <a:pt x="330884" y="4492615"/>
                      <a:pt x="300157" y="4490599"/>
                    </a:cubicBezTo>
                    <a:cubicBezTo>
                      <a:pt x="298237" y="4490503"/>
                      <a:pt x="296221" y="4490503"/>
                      <a:pt x="294493" y="4489831"/>
                    </a:cubicBezTo>
                    <a:cubicBezTo>
                      <a:pt x="283163" y="4485702"/>
                      <a:pt x="273274" y="4487047"/>
                      <a:pt x="263671" y="4494919"/>
                    </a:cubicBezTo>
                    <a:cubicBezTo>
                      <a:pt x="259447" y="4498376"/>
                      <a:pt x="253686" y="4500200"/>
                      <a:pt x="248406" y="4502121"/>
                    </a:cubicBezTo>
                    <a:cubicBezTo>
                      <a:pt x="240628" y="4505002"/>
                      <a:pt x="232659" y="4507786"/>
                      <a:pt x="224594" y="4509610"/>
                    </a:cubicBezTo>
                    <a:cubicBezTo>
                      <a:pt x="216624" y="4511338"/>
                      <a:pt x="208079" y="4513738"/>
                      <a:pt x="200398" y="4512395"/>
                    </a:cubicBezTo>
                    <a:cubicBezTo>
                      <a:pt x="186572" y="4509994"/>
                      <a:pt x="173417" y="4504618"/>
                      <a:pt x="159783" y="4501064"/>
                    </a:cubicBezTo>
                    <a:cubicBezTo>
                      <a:pt x="155079" y="4499816"/>
                      <a:pt x="149893" y="4500009"/>
                      <a:pt x="144997" y="4499912"/>
                    </a:cubicBezTo>
                    <a:cubicBezTo>
                      <a:pt x="133763" y="4499625"/>
                      <a:pt x="122241" y="4502409"/>
                      <a:pt x="112064" y="4494440"/>
                    </a:cubicBezTo>
                    <a:cubicBezTo>
                      <a:pt x="102655" y="4486951"/>
                      <a:pt x="93148" y="4489158"/>
                      <a:pt x="83259" y="4494824"/>
                    </a:cubicBezTo>
                    <a:cubicBezTo>
                      <a:pt x="76154" y="4498857"/>
                      <a:pt x="68090" y="4502025"/>
                      <a:pt x="60120" y="4503561"/>
                    </a:cubicBezTo>
                    <a:cubicBezTo>
                      <a:pt x="49174" y="4505673"/>
                      <a:pt x="38324" y="4506538"/>
                      <a:pt x="26514" y="4505289"/>
                    </a:cubicBezTo>
                    <a:cubicBezTo>
                      <a:pt x="18161" y="4504425"/>
                      <a:pt x="11343" y="4504041"/>
                      <a:pt x="4814" y="4498952"/>
                    </a:cubicBezTo>
                    <a:cubicBezTo>
                      <a:pt x="3759" y="4498184"/>
                      <a:pt x="1839" y="4497992"/>
                      <a:pt x="398" y="4498089"/>
                    </a:cubicBezTo>
                    <a:lnTo>
                      <a:pt x="0" y="4498087"/>
                    </a:lnTo>
                    <a:close/>
                  </a:path>
                </a:pathLst>
              </a:custGeom>
              <a:solidFill>
                <a:schemeClr val="bg1">
                  <a:alpha val="14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5BD695E1-00AC-49AE-93BF-22000734A8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6096000" y="4138312"/>
              <a:ext cx="5260975" cy="1410656"/>
              <a:chOff x="6096000" y="4138312"/>
              <a:chExt cx="5260975" cy="1410656"/>
            </a:xfrm>
          </p:grpSpPr>
          <p:sp>
            <p:nvSpPr>
              <p:cNvPr id="43" name="Freeform: Shape 42">
                <a:extLst>
                  <a:ext uri="{FF2B5EF4-FFF2-40B4-BE49-F238E27FC236}">
                    <a16:creationId xmlns:a16="http://schemas.microsoft.com/office/drawing/2014/main" id="{F721D808-B8BC-4568-A927-12BC276FBF0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96000" y="4138312"/>
                <a:ext cx="5260975" cy="1410656"/>
              </a:xfrm>
              <a:custGeom>
                <a:avLst/>
                <a:gdLst>
                  <a:gd name="connsiteX0" fmla="*/ 5260975 w 5260975"/>
                  <a:gd name="connsiteY0" fmla="*/ 0 h 1410656"/>
                  <a:gd name="connsiteX1" fmla="*/ 5260975 w 5260975"/>
                  <a:gd name="connsiteY1" fmla="*/ 221634 h 1410656"/>
                  <a:gd name="connsiteX2" fmla="*/ 5226503 w 5260975"/>
                  <a:gd name="connsiteY2" fmla="*/ 237063 h 1410656"/>
                  <a:gd name="connsiteX3" fmla="*/ 5206341 w 5260975"/>
                  <a:gd name="connsiteY3" fmla="*/ 245128 h 1410656"/>
                  <a:gd name="connsiteX4" fmla="*/ 5123287 w 5260975"/>
                  <a:gd name="connsiteY4" fmla="*/ 297073 h 1410656"/>
                  <a:gd name="connsiteX5" fmla="*/ 5048107 w 5260975"/>
                  <a:gd name="connsiteY5" fmla="*/ 361307 h 1410656"/>
                  <a:gd name="connsiteX6" fmla="*/ 4992899 w 5260975"/>
                  <a:gd name="connsiteY6" fmla="*/ 437542 h 1410656"/>
                  <a:gd name="connsiteX7" fmla="*/ 4977440 w 5260975"/>
                  <a:gd name="connsiteY7" fmla="*/ 455690 h 1410656"/>
                  <a:gd name="connsiteX8" fmla="*/ 4935193 w 5260975"/>
                  <a:gd name="connsiteY8" fmla="*/ 478445 h 1410656"/>
                  <a:gd name="connsiteX9" fmla="*/ 4897844 w 5260975"/>
                  <a:gd name="connsiteY9" fmla="*/ 495535 h 1410656"/>
                  <a:gd name="connsiteX10" fmla="*/ 4870767 w 5260975"/>
                  <a:gd name="connsiteY10" fmla="*/ 514451 h 1410656"/>
                  <a:gd name="connsiteX11" fmla="*/ 4847916 w 5260975"/>
                  <a:gd name="connsiteY11" fmla="*/ 531830 h 1410656"/>
                  <a:gd name="connsiteX12" fmla="*/ 4796163 w 5260975"/>
                  <a:gd name="connsiteY12" fmla="*/ 576765 h 1410656"/>
                  <a:gd name="connsiteX13" fmla="*/ 4738843 w 5260975"/>
                  <a:gd name="connsiteY13" fmla="*/ 614691 h 1410656"/>
                  <a:gd name="connsiteX14" fmla="*/ 4692755 w 5260975"/>
                  <a:gd name="connsiteY14" fmla="*/ 661162 h 1410656"/>
                  <a:gd name="connsiteX15" fmla="*/ 4673744 w 5260975"/>
                  <a:gd name="connsiteY15" fmla="*/ 686318 h 1410656"/>
                  <a:gd name="connsiteX16" fmla="*/ 4633801 w 5260975"/>
                  <a:gd name="connsiteY16" fmla="*/ 703505 h 1410656"/>
                  <a:gd name="connsiteX17" fmla="*/ 4590499 w 5260975"/>
                  <a:gd name="connsiteY17" fmla="*/ 730389 h 1410656"/>
                  <a:gd name="connsiteX18" fmla="*/ 4559773 w 5260975"/>
                  <a:gd name="connsiteY18" fmla="*/ 757081 h 1410656"/>
                  <a:gd name="connsiteX19" fmla="*/ 4536059 w 5260975"/>
                  <a:gd name="connsiteY19" fmla="*/ 774940 h 1410656"/>
                  <a:gd name="connsiteX20" fmla="*/ 4502549 w 5260975"/>
                  <a:gd name="connsiteY20" fmla="*/ 792895 h 1410656"/>
                  <a:gd name="connsiteX21" fmla="*/ 4468944 w 5260975"/>
                  <a:gd name="connsiteY21" fmla="*/ 816419 h 1410656"/>
                  <a:gd name="connsiteX22" fmla="*/ 4452622 w 5260975"/>
                  <a:gd name="connsiteY22" fmla="*/ 830917 h 1410656"/>
                  <a:gd name="connsiteX23" fmla="*/ 4421032 w 5260975"/>
                  <a:gd name="connsiteY23" fmla="*/ 855016 h 1410656"/>
                  <a:gd name="connsiteX24" fmla="*/ 4388483 w 5260975"/>
                  <a:gd name="connsiteY24" fmla="*/ 877484 h 1410656"/>
                  <a:gd name="connsiteX25" fmla="*/ 4327321 w 5260975"/>
                  <a:gd name="connsiteY25" fmla="*/ 903216 h 1410656"/>
                  <a:gd name="connsiteX26" fmla="*/ 4271633 w 5260975"/>
                  <a:gd name="connsiteY26" fmla="*/ 941046 h 1410656"/>
                  <a:gd name="connsiteX27" fmla="*/ 4227465 w 5260975"/>
                  <a:gd name="connsiteY27" fmla="*/ 968698 h 1410656"/>
                  <a:gd name="connsiteX28" fmla="*/ 4201733 w 5260975"/>
                  <a:gd name="connsiteY28" fmla="*/ 986846 h 1410656"/>
                  <a:gd name="connsiteX29" fmla="*/ 4154494 w 5260975"/>
                  <a:gd name="connsiteY29" fmla="*/ 1027364 h 1410656"/>
                  <a:gd name="connsiteX30" fmla="*/ 4081234 w 5260975"/>
                  <a:gd name="connsiteY30" fmla="*/ 1069994 h 1410656"/>
                  <a:gd name="connsiteX31" fmla="*/ 4036971 w 5260975"/>
                  <a:gd name="connsiteY31" fmla="*/ 1093038 h 1410656"/>
                  <a:gd name="connsiteX32" fmla="*/ 3941725 w 5260975"/>
                  <a:gd name="connsiteY32" fmla="*/ 1127796 h 1410656"/>
                  <a:gd name="connsiteX33" fmla="*/ 3910999 w 5260975"/>
                  <a:gd name="connsiteY33" fmla="*/ 1140182 h 1410656"/>
                  <a:gd name="connsiteX34" fmla="*/ 3875859 w 5260975"/>
                  <a:gd name="connsiteY34" fmla="*/ 1148343 h 1410656"/>
                  <a:gd name="connsiteX35" fmla="*/ 3819401 w 5260975"/>
                  <a:gd name="connsiteY35" fmla="*/ 1167642 h 1410656"/>
                  <a:gd name="connsiteX36" fmla="*/ 3709176 w 5260975"/>
                  <a:gd name="connsiteY36" fmla="*/ 1200863 h 1410656"/>
                  <a:gd name="connsiteX37" fmla="*/ 3684981 w 5260975"/>
                  <a:gd name="connsiteY37" fmla="*/ 1205952 h 1410656"/>
                  <a:gd name="connsiteX38" fmla="*/ 3623338 w 5260975"/>
                  <a:gd name="connsiteY38" fmla="*/ 1227363 h 1410656"/>
                  <a:gd name="connsiteX39" fmla="*/ 3586373 w 5260975"/>
                  <a:gd name="connsiteY39" fmla="*/ 1241765 h 1410656"/>
                  <a:gd name="connsiteX40" fmla="*/ 3555743 w 5260975"/>
                  <a:gd name="connsiteY40" fmla="*/ 1250023 h 1410656"/>
                  <a:gd name="connsiteX41" fmla="*/ 3528667 w 5260975"/>
                  <a:gd name="connsiteY41" fmla="*/ 1253864 h 1410656"/>
                  <a:gd name="connsiteX42" fmla="*/ 3457424 w 5260975"/>
                  <a:gd name="connsiteY42" fmla="*/ 1272874 h 1410656"/>
                  <a:gd name="connsiteX43" fmla="*/ 3429003 w 5260975"/>
                  <a:gd name="connsiteY43" fmla="*/ 1280364 h 1410656"/>
                  <a:gd name="connsiteX44" fmla="*/ 3355264 w 5260975"/>
                  <a:gd name="connsiteY44" fmla="*/ 1306096 h 1410656"/>
                  <a:gd name="connsiteX45" fmla="*/ 3292757 w 5260975"/>
                  <a:gd name="connsiteY45" fmla="*/ 1323090 h 1410656"/>
                  <a:gd name="connsiteX46" fmla="*/ 3266643 w 5260975"/>
                  <a:gd name="connsiteY46" fmla="*/ 1331251 h 1410656"/>
                  <a:gd name="connsiteX47" fmla="*/ 3206921 w 5260975"/>
                  <a:gd name="connsiteY47" fmla="*/ 1344886 h 1410656"/>
                  <a:gd name="connsiteX48" fmla="*/ 3173123 w 5260975"/>
                  <a:gd name="connsiteY48" fmla="*/ 1354488 h 1410656"/>
                  <a:gd name="connsiteX49" fmla="*/ 3090646 w 5260975"/>
                  <a:gd name="connsiteY49" fmla="*/ 1365337 h 1410656"/>
                  <a:gd name="connsiteX50" fmla="*/ 3005480 w 5260975"/>
                  <a:gd name="connsiteY50" fmla="*/ 1375802 h 1410656"/>
                  <a:gd name="connsiteX51" fmla="*/ 2958721 w 5260975"/>
                  <a:gd name="connsiteY51" fmla="*/ 1379259 h 1410656"/>
                  <a:gd name="connsiteX52" fmla="*/ 2917915 w 5260975"/>
                  <a:gd name="connsiteY52" fmla="*/ 1384733 h 1410656"/>
                  <a:gd name="connsiteX53" fmla="*/ 2882389 w 5260975"/>
                  <a:gd name="connsiteY53" fmla="*/ 1388189 h 1410656"/>
                  <a:gd name="connsiteX54" fmla="*/ 2825837 w 5260975"/>
                  <a:gd name="connsiteY54" fmla="*/ 1395198 h 1410656"/>
                  <a:gd name="connsiteX55" fmla="*/ 2802313 w 5260975"/>
                  <a:gd name="connsiteY55" fmla="*/ 1397023 h 1410656"/>
                  <a:gd name="connsiteX56" fmla="*/ 2746816 w 5260975"/>
                  <a:gd name="connsiteY56" fmla="*/ 1396926 h 1410656"/>
                  <a:gd name="connsiteX57" fmla="*/ 2727517 w 5260975"/>
                  <a:gd name="connsiteY57" fmla="*/ 1395966 h 1410656"/>
                  <a:gd name="connsiteX58" fmla="*/ 2690359 w 5260975"/>
                  <a:gd name="connsiteY58" fmla="*/ 1384060 h 1410656"/>
                  <a:gd name="connsiteX59" fmla="*/ 2685943 w 5260975"/>
                  <a:gd name="connsiteY59" fmla="*/ 1383196 h 1410656"/>
                  <a:gd name="connsiteX60" fmla="*/ 2661554 w 5260975"/>
                  <a:gd name="connsiteY60" fmla="*/ 1378491 h 1410656"/>
                  <a:gd name="connsiteX61" fmla="*/ 2648208 w 5260975"/>
                  <a:gd name="connsiteY61" fmla="*/ 1376955 h 1410656"/>
                  <a:gd name="connsiteX62" fmla="*/ 2597512 w 5260975"/>
                  <a:gd name="connsiteY62" fmla="*/ 1367162 h 1410656"/>
                  <a:gd name="connsiteX63" fmla="*/ 2568324 w 5260975"/>
                  <a:gd name="connsiteY63" fmla="*/ 1362553 h 1410656"/>
                  <a:gd name="connsiteX64" fmla="*/ 2544704 w 5260975"/>
                  <a:gd name="connsiteY64" fmla="*/ 1363225 h 1410656"/>
                  <a:gd name="connsiteX65" fmla="*/ 2503225 w 5260975"/>
                  <a:gd name="connsiteY65" fmla="*/ 1364089 h 1410656"/>
                  <a:gd name="connsiteX66" fmla="*/ 2489975 w 5260975"/>
                  <a:gd name="connsiteY66" fmla="*/ 1366298 h 1410656"/>
                  <a:gd name="connsiteX67" fmla="*/ 2430061 w 5260975"/>
                  <a:gd name="connsiteY67" fmla="*/ 1359960 h 1410656"/>
                  <a:gd name="connsiteX68" fmla="*/ 2395880 w 5260975"/>
                  <a:gd name="connsiteY68" fmla="*/ 1359480 h 1410656"/>
                  <a:gd name="connsiteX69" fmla="*/ 2357378 w 5260975"/>
                  <a:gd name="connsiteY69" fmla="*/ 1351607 h 1410656"/>
                  <a:gd name="connsiteX70" fmla="*/ 2346145 w 5260975"/>
                  <a:gd name="connsiteY70" fmla="*/ 1351991 h 1410656"/>
                  <a:gd name="connsiteX71" fmla="*/ 2333567 w 5260975"/>
                  <a:gd name="connsiteY71" fmla="*/ 1352663 h 1410656"/>
                  <a:gd name="connsiteX72" fmla="*/ 2294968 w 5260975"/>
                  <a:gd name="connsiteY72" fmla="*/ 1353240 h 1410656"/>
                  <a:gd name="connsiteX73" fmla="*/ 2271540 w 5260975"/>
                  <a:gd name="connsiteY73" fmla="*/ 1356120 h 1410656"/>
                  <a:gd name="connsiteX74" fmla="*/ 2226895 w 5260975"/>
                  <a:gd name="connsiteY74" fmla="*/ 1354392 h 1410656"/>
                  <a:gd name="connsiteX75" fmla="*/ 2210379 w 5260975"/>
                  <a:gd name="connsiteY75" fmla="*/ 1356888 h 1410656"/>
                  <a:gd name="connsiteX76" fmla="*/ 2168613 w 5260975"/>
                  <a:gd name="connsiteY76" fmla="*/ 1357176 h 1410656"/>
                  <a:gd name="connsiteX77" fmla="*/ 2131167 w 5260975"/>
                  <a:gd name="connsiteY77" fmla="*/ 1355736 h 1410656"/>
                  <a:gd name="connsiteX78" fmla="*/ 2095065 w 5260975"/>
                  <a:gd name="connsiteY78" fmla="*/ 1356504 h 1410656"/>
                  <a:gd name="connsiteX79" fmla="*/ 2069237 w 5260975"/>
                  <a:gd name="connsiteY79" fmla="*/ 1359672 h 1410656"/>
                  <a:gd name="connsiteX80" fmla="*/ 2041201 w 5260975"/>
                  <a:gd name="connsiteY80" fmla="*/ 1361592 h 1410656"/>
                  <a:gd name="connsiteX81" fmla="*/ 1963909 w 5260975"/>
                  <a:gd name="connsiteY81" fmla="*/ 1373018 h 1410656"/>
                  <a:gd name="connsiteX82" fmla="*/ 1949603 w 5260975"/>
                  <a:gd name="connsiteY82" fmla="*/ 1370234 h 1410656"/>
                  <a:gd name="connsiteX83" fmla="*/ 1868373 w 5260975"/>
                  <a:gd name="connsiteY83" fmla="*/ 1367641 h 1410656"/>
                  <a:gd name="connsiteX84" fmla="*/ 1850707 w 5260975"/>
                  <a:gd name="connsiteY84" fmla="*/ 1367834 h 1410656"/>
                  <a:gd name="connsiteX85" fmla="*/ 1803275 w 5260975"/>
                  <a:gd name="connsiteY85" fmla="*/ 1356504 h 1410656"/>
                  <a:gd name="connsiteX86" fmla="*/ 1730112 w 5260975"/>
                  <a:gd name="connsiteY86" fmla="*/ 1374459 h 1410656"/>
                  <a:gd name="connsiteX87" fmla="*/ 1661652 w 5260975"/>
                  <a:gd name="connsiteY87" fmla="*/ 1396926 h 1410656"/>
                  <a:gd name="connsiteX88" fmla="*/ 1653011 w 5260975"/>
                  <a:gd name="connsiteY88" fmla="*/ 1399807 h 1410656"/>
                  <a:gd name="connsiteX89" fmla="*/ 1628431 w 5260975"/>
                  <a:gd name="connsiteY89" fmla="*/ 1404704 h 1410656"/>
                  <a:gd name="connsiteX90" fmla="*/ 1597995 w 5260975"/>
                  <a:gd name="connsiteY90" fmla="*/ 1406432 h 1410656"/>
                  <a:gd name="connsiteX91" fmla="*/ 1559396 w 5260975"/>
                  <a:gd name="connsiteY91" fmla="*/ 1410656 h 1410656"/>
                  <a:gd name="connsiteX92" fmla="*/ 1528480 w 5260975"/>
                  <a:gd name="connsiteY92" fmla="*/ 1405375 h 1410656"/>
                  <a:gd name="connsiteX93" fmla="*/ 1485272 w 5260975"/>
                  <a:gd name="connsiteY93" fmla="*/ 1397502 h 1410656"/>
                  <a:gd name="connsiteX94" fmla="*/ 1444562 w 5260975"/>
                  <a:gd name="connsiteY94" fmla="*/ 1390013 h 1410656"/>
                  <a:gd name="connsiteX95" fmla="*/ 1431696 w 5260975"/>
                  <a:gd name="connsiteY95" fmla="*/ 1398846 h 1410656"/>
                  <a:gd name="connsiteX96" fmla="*/ 1411821 w 5260975"/>
                  <a:gd name="connsiteY96" fmla="*/ 1406527 h 1410656"/>
                  <a:gd name="connsiteX97" fmla="*/ 1389738 w 5260975"/>
                  <a:gd name="connsiteY97" fmla="*/ 1397310 h 1410656"/>
                  <a:gd name="connsiteX98" fmla="*/ 1338081 w 5260975"/>
                  <a:gd name="connsiteY98" fmla="*/ 1378204 h 1410656"/>
                  <a:gd name="connsiteX99" fmla="*/ 1305436 w 5260975"/>
                  <a:gd name="connsiteY99" fmla="*/ 1377339 h 1410656"/>
                  <a:gd name="connsiteX100" fmla="*/ 1234481 w 5260975"/>
                  <a:gd name="connsiteY100" fmla="*/ 1369178 h 1410656"/>
                  <a:gd name="connsiteX101" fmla="*/ 1188106 w 5260975"/>
                  <a:gd name="connsiteY101" fmla="*/ 1357560 h 1410656"/>
                  <a:gd name="connsiteX102" fmla="*/ 1154790 w 5260975"/>
                  <a:gd name="connsiteY102" fmla="*/ 1344406 h 1410656"/>
                  <a:gd name="connsiteX103" fmla="*/ 1107069 w 5260975"/>
                  <a:gd name="connsiteY103" fmla="*/ 1327219 h 1410656"/>
                  <a:gd name="connsiteX104" fmla="*/ 1059158 w 5260975"/>
                  <a:gd name="connsiteY104" fmla="*/ 1318290 h 1410656"/>
                  <a:gd name="connsiteX105" fmla="*/ 1024496 w 5260975"/>
                  <a:gd name="connsiteY105" fmla="*/ 1307056 h 1410656"/>
                  <a:gd name="connsiteX106" fmla="*/ 982153 w 5260975"/>
                  <a:gd name="connsiteY106" fmla="*/ 1299374 h 1410656"/>
                  <a:gd name="connsiteX107" fmla="*/ 946628 w 5260975"/>
                  <a:gd name="connsiteY107" fmla="*/ 1299087 h 1410656"/>
                  <a:gd name="connsiteX108" fmla="*/ 890939 w 5260975"/>
                  <a:gd name="connsiteY108" fmla="*/ 1300431 h 1410656"/>
                  <a:gd name="connsiteX109" fmla="*/ 822769 w 5260975"/>
                  <a:gd name="connsiteY109" fmla="*/ 1277196 h 1410656"/>
                  <a:gd name="connsiteX110" fmla="*/ 795212 w 5260975"/>
                  <a:gd name="connsiteY110" fmla="*/ 1272010 h 1410656"/>
                  <a:gd name="connsiteX111" fmla="*/ 769288 w 5260975"/>
                  <a:gd name="connsiteY111" fmla="*/ 1269610 h 1410656"/>
                  <a:gd name="connsiteX112" fmla="*/ 714271 w 5260975"/>
                  <a:gd name="connsiteY112" fmla="*/ 1254152 h 1410656"/>
                  <a:gd name="connsiteX113" fmla="*/ 691900 w 5260975"/>
                  <a:gd name="connsiteY113" fmla="*/ 1249062 h 1410656"/>
                  <a:gd name="connsiteX114" fmla="*/ 660598 w 5260975"/>
                  <a:gd name="connsiteY114" fmla="*/ 1249159 h 1410656"/>
                  <a:gd name="connsiteX115" fmla="*/ 603662 w 5260975"/>
                  <a:gd name="connsiteY115" fmla="*/ 1242054 h 1410656"/>
                  <a:gd name="connsiteX116" fmla="*/ 546821 w 5260975"/>
                  <a:gd name="connsiteY116" fmla="*/ 1221314 h 1410656"/>
                  <a:gd name="connsiteX117" fmla="*/ 522721 w 5260975"/>
                  <a:gd name="connsiteY117" fmla="*/ 1223330 h 1410656"/>
                  <a:gd name="connsiteX118" fmla="*/ 514080 w 5260975"/>
                  <a:gd name="connsiteY118" fmla="*/ 1222851 h 1410656"/>
                  <a:gd name="connsiteX119" fmla="*/ 436404 w 5260975"/>
                  <a:gd name="connsiteY119" fmla="*/ 1211424 h 1410656"/>
                  <a:gd name="connsiteX120" fmla="*/ 428626 w 5260975"/>
                  <a:gd name="connsiteY120" fmla="*/ 1210177 h 1410656"/>
                  <a:gd name="connsiteX121" fmla="*/ 392141 w 5260975"/>
                  <a:gd name="connsiteY121" fmla="*/ 1199999 h 1410656"/>
                  <a:gd name="connsiteX122" fmla="*/ 300157 w 5260975"/>
                  <a:gd name="connsiteY122" fmla="*/ 1193662 h 1410656"/>
                  <a:gd name="connsiteX123" fmla="*/ 294493 w 5260975"/>
                  <a:gd name="connsiteY123" fmla="*/ 1192894 h 1410656"/>
                  <a:gd name="connsiteX124" fmla="*/ 263671 w 5260975"/>
                  <a:gd name="connsiteY124" fmla="*/ 1197982 h 1410656"/>
                  <a:gd name="connsiteX125" fmla="*/ 248406 w 5260975"/>
                  <a:gd name="connsiteY125" fmla="*/ 1205184 h 1410656"/>
                  <a:gd name="connsiteX126" fmla="*/ 224594 w 5260975"/>
                  <a:gd name="connsiteY126" fmla="*/ 1212673 h 1410656"/>
                  <a:gd name="connsiteX127" fmla="*/ 200398 w 5260975"/>
                  <a:gd name="connsiteY127" fmla="*/ 1215458 h 1410656"/>
                  <a:gd name="connsiteX128" fmla="*/ 159783 w 5260975"/>
                  <a:gd name="connsiteY128" fmla="*/ 1204127 h 1410656"/>
                  <a:gd name="connsiteX129" fmla="*/ 144997 w 5260975"/>
                  <a:gd name="connsiteY129" fmla="*/ 1202975 h 1410656"/>
                  <a:gd name="connsiteX130" fmla="*/ 112064 w 5260975"/>
                  <a:gd name="connsiteY130" fmla="*/ 1197503 h 1410656"/>
                  <a:gd name="connsiteX131" fmla="*/ 83259 w 5260975"/>
                  <a:gd name="connsiteY131" fmla="*/ 1197887 h 1410656"/>
                  <a:gd name="connsiteX132" fmla="*/ 60120 w 5260975"/>
                  <a:gd name="connsiteY132" fmla="*/ 1206624 h 1410656"/>
                  <a:gd name="connsiteX133" fmla="*/ 26514 w 5260975"/>
                  <a:gd name="connsiteY133" fmla="*/ 1208352 h 1410656"/>
                  <a:gd name="connsiteX134" fmla="*/ 4814 w 5260975"/>
                  <a:gd name="connsiteY134" fmla="*/ 1202015 h 1410656"/>
                  <a:gd name="connsiteX135" fmla="*/ 398 w 5260975"/>
                  <a:gd name="connsiteY135" fmla="*/ 1201152 h 1410656"/>
                  <a:gd name="connsiteX136" fmla="*/ 0 w 5260975"/>
                  <a:gd name="connsiteY136" fmla="*/ 1201150 h 1410656"/>
                  <a:gd name="connsiteX137" fmla="*/ 0 w 5260975"/>
                  <a:gd name="connsiteY137" fmla="*/ 1004512 h 1410656"/>
                  <a:gd name="connsiteX138" fmla="*/ 30355 w 5260975"/>
                  <a:gd name="connsiteY138" fmla="*/ 1002784 h 1410656"/>
                  <a:gd name="connsiteX139" fmla="*/ 52151 w 5260975"/>
                  <a:gd name="connsiteY139" fmla="*/ 997695 h 1410656"/>
                  <a:gd name="connsiteX140" fmla="*/ 64248 w 5260975"/>
                  <a:gd name="connsiteY140" fmla="*/ 994430 h 1410656"/>
                  <a:gd name="connsiteX141" fmla="*/ 126370 w 5260975"/>
                  <a:gd name="connsiteY141" fmla="*/ 985405 h 1410656"/>
                  <a:gd name="connsiteX142" fmla="*/ 154022 w 5260975"/>
                  <a:gd name="connsiteY142" fmla="*/ 975708 h 1410656"/>
                  <a:gd name="connsiteX143" fmla="*/ 161512 w 5260975"/>
                  <a:gd name="connsiteY143" fmla="*/ 974268 h 1410656"/>
                  <a:gd name="connsiteX144" fmla="*/ 202510 w 5260975"/>
                  <a:gd name="connsiteY144" fmla="*/ 978300 h 1410656"/>
                  <a:gd name="connsiteX145" fmla="*/ 233235 w 5260975"/>
                  <a:gd name="connsiteY145" fmla="*/ 993950 h 1410656"/>
                  <a:gd name="connsiteX146" fmla="*/ 239188 w 5260975"/>
                  <a:gd name="connsiteY146" fmla="*/ 999231 h 1410656"/>
                  <a:gd name="connsiteX147" fmla="*/ 324834 w 5260975"/>
                  <a:gd name="connsiteY147" fmla="*/ 997407 h 1410656"/>
                  <a:gd name="connsiteX148" fmla="*/ 337987 w 5260975"/>
                  <a:gd name="connsiteY148" fmla="*/ 995198 h 1410656"/>
                  <a:gd name="connsiteX149" fmla="*/ 401550 w 5260975"/>
                  <a:gd name="connsiteY149" fmla="*/ 1004416 h 1410656"/>
                  <a:gd name="connsiteX150" fmla="*/ 420081 w 5260975"/>
                  <a:gd name="connsiteY150" fmla="*/ 1006240 h 1410656"/>
                  <a:gd name="connsiteX151" fmla="*/ 486523 w 5260975"/>
                  <a:gd name="connsiteY151" fmla="*/ 1014498 h 1410656"/>
                  <a:gd name="connsiteX152" fmla="*/ 495932 w 5260975"/>
                  <a:gd name="connsiteY152" fmla="*/ 1006817 h 1410656"/>
                  <a:gd name="connsiteX153" fmla="*/ 523009 w 5260975"/>
                  <a:gd name="connsiteY153" fmla="*/ 987517 h 1410656"/>
                  <a:gd name="connsiteX154" fmla="*/ 576393 w 5260975"/>
                  <a:gd name="connsiteY154" fmla="*/ 970427 h 1410656"/>
                  <a:gd name="connsiteX155" fmla="*/ 590892 w 5260975"/>
                  <a:gd name="connsiteY155" fmla="*/ 971387 h 1410656"/>
                  <a:gd name="connsiteX156" fmla="*/ 627569 w 5260975"/>
                  <a:gd name="connsiteY156" fmla="*/ 999904 h 1410656"/>
                  <a:gd name="connsiteX157" fmla="*/ 645429 w 5260975"/>
                  <a:gd name="connsiteY157" fmla="*/ 1011329 h 1410656"/>
                  <a:gd name="connsiteX158" fmla="*/ 696125 w 5260975"/>
                  <a:gd name="connsiteY158" fmla="*/ 1032356 h 1410656"/>
                  <a:gd name="connsiteX159" fmla="*/ 700349 w 5260975"/>
                  <a:gd name="connsiteY159" fmla="*/ 1036197 h 1410656"/>
                  <a:gd name="connsiteX160" fmla="*/ 737795 w 5260975"/>
                  <a:gd name="connsiteY160" fmla="*/ 1081804 h 1410656"/>
                  <a:gd name="connsiteX161" fmla="*/ 746244 w 5260975"/>
                  <a:gd name="connsiteY161" fmla="*/ 1089581 h 1410656"/>
                  <a:gd name="connsiteX162" fmla="*/ 756422 w 5260975"/>
                  <a:gd name="connsiteY162" fmla="*/ 1101680 h 1410656"/>
                  <a:gd name="connsiteX163" fmla="*/ 788202 w 5260975"/>
                  <a:gd name="connsiteY163" fmla="*/ 1125108 h 1410656"/>
                  <a:gd name="connsiteX164" fmla="*/ 827569 w 5260975"/>
                  <a:gd name="connsiteY164" fmla="*/ 1132596 h 1410656"/>
                  <a:gd name="connsiteX165" fmla="*/ 875097 w 5260975"/>
                  <a:gd name="connsiteY165" fmla="*/ 1144022 h 1410656"/>
                  <a:gd name="connsiteX166" fmla="*/ 894972 w 5260975"/>
                  <a:gd name="connsiteY166" fmla="*/ 1151704 h 1410656"/>
                  <a:gd name="connsiteX167" fmla="*/ 948260 w 5260975"/>
                  <a:gd name="connsiteY167" fmla="*/ 1166298 h 1410656"/>
                  <a:gd name="connsiteX168" fmla="*/ 986282 w 5260975"/>
                  <a:gd name="connsiteY168" fmla="*/ 1178588 h 1410656"/>
                  <a:gd name="connsiteX169" fmla="*/ 1041107 w 5260975"/>
                  <a:gd name="connsiteY169" fmla="*/ 1185789 h 1410656"/>
                  <a:gd name="connsiteX170" fmla="*/ 1067703 w 5260975"/>
                  <a:gd name="connsiteY170" fmla="*/ 1186076 h 1410656"/>
                  <a:gd name="connsiteX171" fmla="*/ 1116574 w 5260975"/>
                  <a:gd name="connsiteY171" fmla="*/ 1222946 h 1410656"/>
                  <a:gd name="connsiteX172" fmla="*/ 1155557 w 5260975"/>
                  <a:gd name="connsiteY172" fmla="*/ 1247335 h 1410656"/>
                  <a:gd name="connsiteX173" fmla="*/ 1196556 w 5260975"/>
                  <a:gd name="connsiteY173" fmla="*/ 1235525 h 1410656"/>
                  <a:gd name="connsiteX174" fmla="*/ 1207693 w 5260975"/>
                  <a:gd name="connsiteY174" fmla="*/ 1224387 h 1410656"/>
                  <a:gd name="connsiteX175" fmla="*/ 1274904 w 5260975"/>
                  <a:gd name="connsiteY175" fmla="*/ 1213826 h 1410656"/>
                  <a:gd name="connsiteX176" fmla="*/ 1370919 w 5260975"/>
                  <a:gd name="connsiteY176" fmla="*/ 1213442 h 1410656"/>
                  <a:gd name="connsiteX177" fmla="*/ 1530593 w 5260975"/>
                  <a:gd name="connsiteY177" fmla="*/ 1189437 h 1410656"/>
                  <a:gd name="connsiteX178" fmla="*/ 1558436 w 5260975"/>
                  <a:gd name="connsiteY178" fmla="*/ 1178299 h 1410656"/>
                  <a:gd name="connsiteX179" fmla="*/ 1589737 w 5260975"/>
                  <a:gd name="connsiteY179" fmla="*/ 1175515 h 1410656"/>
                  <a:gd name="connsiteX180" fmla="*/ 1601740 w 5260975"/>
                  <a:gd name="connsiteY180" fmla="*/ 1182333 h 1410656"/>
                  <a:gd name="connsiteX181" fmla="*/ 1654259 w 5260975"/>
                  <a:gd name="connsiteY181" fmla="*/ 1192510 h 1410656"/>
                  <a:gd name="connsiteX182" fmla="*/ 1664246 w 5260975"/>
                  <a:gd name="connsiteY182" fmla="*/ 1192702 h 1410656"/>
                  <a:gd name="connsiteX183" fmla="*/ 1698427 w 5260975"/>
                  <a:gd name="connsiteY183" fmla="*/ 1188381 h 1410656"/>
                  <a:gd name="connsiteX184" fmla="*/ 1730112 w 5260975"/>
                  <a:gd name="connsiteY184" fmla="*/ 1185885 h 1410656"/>
                  <a:gd name="connsiteX185" fmla="*/ 1809996 w 5260975"/>
                  <a:gd name="connsiteY185" fmla="*/ 1194046 h 1410656"/>
                  <a:gd name="connsiteX186" fmla="*/ 1871254 w 5260975"/>
                  <a:gd name="connsiteY186" fmla="*/ 1192126 h 1410656"/>
                  <a:gd name="connsiteX187" fmla="*/ 1899482 w 5260975"/>
                  <a:gd name="connsiteY187" fmla="*/ 1194046 h 1410656"/>
                  <a:gd name="connsiteX188" fmla="*/ 1915420 w 5260975"/>
                  <a:gd name="connsiteY188" fmla="*/ 1196927 h 1410656"/>
                  <a:gd name="connsiteX189" fmla="*/ 1951522 w 5260975"/>
                  <a:gd name="connsiteY189" fmla="*/ 1216994 h 1410656"/>
                  <a:gd name="connsiteX190" fmla="*/ 1971302 w 5260975"/>
                  <a:gd name="connsiteY190" fmla="*/ 1221507 h 1410656"/>
                  <a:gd name="connsiteX191" fmla="*/ 2030831 w 5260975"/>
                  <a:gd name="connsiteY191" fmla="*/ 1221123 h 1410656"/>
                  <a:gd name="connsiteX192" fmla="*/ 2120125 w 5260975"/>
                  <a:gd name="connsiteY192" fmla="*/ 1190878 h 1410656"/>
                  <a:gd name="connsiteX193" fmla="*/ 2129439 w 5260975"/>
                  <a:gd name="connsiteY193" fmla="*/ 1186845 h 1410656"/>
                  <a:gd name="connsiteX194" fmla="*/ 2174854 w 5260975"/>
                  <a:gd name="connsiteY194" fmla="*/ 1181852 h 1410656"/>
                  <a:gd name="connsiteX195" fmla="*/ 2205674 w 5260975"/>
                  <a:gd name="connsiteY195" fmla="*/ 1188669 h 1410656"/>
                  <a:gd name="connsiteX196" fmla="*/ 2247634 w 5260975"/>
                  <a:gd name="connsiteY196" fmla="*/ 1202784 h 1410656"/>
                  <a:gd name="connsiteX197" fmla="*/ 2285367 w 5260975"/>
                  <a:gd name="connsiteY197" fmla="*/ 1214594 h 1410656"/>
                  <a:gd name="connsiteX198" fmla="*/ 2312827 w 5260975"/>
                  <a:gd name="connsiteY198" fmla="*/ 1227939 h 1410656"/>
                  <a:gd name="connsiteX199" fmla="*/ 2375622 w 5260975"/>
                  <a:gd name="connsiteY199" fmla="*/ 1237733 h 1410656"/>
                  <a:gd name="connsiteX200" fmla="*/ 2382151 w 5260975"/>
                  <a:gd name="connsiteY200" fmla="*/ 1239365 h 1410656"/>
                  <a:gd name="connsiteX201" fmla="*/ 2429390 w 5260975"/>
                  <a:gd name="connsiteY201" fmla="*/ 1227459 h 1410656"/>
                  <a:gd name="connsiteX202" fmla="*/ 2486134 w 5260975"/>
                  <a:gd name="connsiteY202" fmla="*/ 1215362 h 1410656"/>
                  <a:gd name="connsiteX203" fmla="*/ 2506394 w 5260975"/>
                  <a:gd name="connsiteY203" fmla="*/ 1219490 h 1410656"/>
                  <a:gd name="connsiteX204" fmla="*/ 2534142 w 5260975"/>
                  <a:gd name="connsiteY204" fmla="*/ 1225347 h 1410656"/>
                  <a:gd name="connsiteX205" fmla="*/ 2559874 w 5260975"/>
                  <a:gd name="connsiteY205" fmla="*/ 1222275 h 1410656"/>
                  <a:gd name="connsiteX206" fmla="*/ 2575525 w 5260975"/>
                  <a:gd name="connsiteY206" fmla="*/ 1221987 h 1410656"/>
                  <a:gd name="connsiteX207" fmla="*/ 2646960 w 5260975"/>
                  <a:gd name="connsiteY207" fmla="*/ 1257896 h 1410656"/>
                  <a:gd name="connsiteX208" fmla="*/ 2665107 w 5260975"/>
                  <a:gd name="connsiteY208" fmla="*/ 1260873 h 1410656"/>
                  <a:gd name="connsiteX209" fmla="*/ 2675381 w 5260975"/>
                  <a:gd name="connsiteY209" fmla="*/ 1265290 h 1410656"/>
                  <a:gd name="connsiteX210" fmla="*/ 2737311 w 5260975"/>
                  <a:gd name="connsiteY210" fmla="*/ 1309841 h 1410656"/>
                  <a:gd name="connsiteX211" fmla="*/ 2763619 w 5260975"/>
                  <a:gd name="connsiteY211" fmla="*/ 1318866 h 1410656"/>
                  <a:gd name="connsiteX212" fmla="*/ 2792519 w 5260975"/>
                  <a:gd name="connsiteY212" fmla="*/ 1317041 h 1410656"/>
                  <a:gd name="connsiteX213" fmla="*/ 2809226 w 5260975"/>
                  <a:gd name="connsiteY213" fmla="*/ 1313777 h 1410656"/>
                  <a:gd name="connsiteX214" fmla="*/ 2850705 w 5260975"/>
                  <a:gd name="connsiteY214" fmla="*/ 1285452 h 1410656"/>
                  <a:gd name="connsiteX215" fmla="*/ 2874324 w 5260975"/>
                  <a:gd name="connsiteY215" fmla="*/ 1286413 h 1410656"/>
                  <a:gd name="connsiteX216" fmla="*/ 2911194 w 5260975"/>
                  <a:gd name="connsiteY216" fmla="*/ 1305903 h 1410656"/>
                  <a:gd name="connsiteX217" fmla="*/ 2978116 w 5260975"/>
                  <a:gd name="connsiteY217" fmla="*/ 1314641 h 1410656"/>
                  <a:gd name="connsiteX218" fmla="*/ 3012106 w 5260975"/>
                  <a:gd name="connsiteY218" fmla="*/ 1287373 h 1410656"/>
                  <a:gd name="connsiteX219" fmla="*/ 3029676 w 5260975"/>
                  <a:gd name="connsiteY219" fmla="*/ 1261161 h 1410656"/>
                  <a:gd name="connsiteX220" fmla="*/ 3080469 w 5260975"/>
                  <a:gd name="connsiteY220" fmla="*/ 1230724 h 1410656"/>
                  <a:gd name="connsiteX221" fmla="*/ 3092567 w 5260975"/>
                  <a:gd name="connsiteY221" fmla="*/ 1242054 h 1410656"/>
                  <a:gd name="connsiteX222" fmla="*/ 3129821 w 5260975"/>
                  <a:gd name="connsiteY222" fmla="*/ 1246855 h 1410656"/>
                  <a:gd name="connsiteX223" fmla="*/ 3170147 w 5260975"/>
                  <a:gd name="connsiteY223" fmla="*/ 1246471 h 1410656"/>
                  <a:gd name="connsiteX224" fmla="*/ 3240429 w 5260975"/>
                  <a:gd name="connsiteY224" fmla="*/ 1251559 h 1410656"/>
                  <a:gd name="connsiteX225" fmla="*/ 3287189 w 5260975"/>
                  <a:gd name="connsiteY225" fmla="*/ 1222466 h 1410656"/>
                  <a:gd name="connsiteX226" fmla="*/ 3305049 w 5260975"/>
                  <a:gd name="connsiteY226" fmla="*/ 1210465 h 1410656"/>
                  <a:gd name="connsiteX227" fmla="*/ 3321755 w 5260975"/>
                  <a:gd name="connsiteY227" fmla="*/ 1202784 h 1410656"/>
                  <a:gd name="connsiteX228" fmla="*/ 3341055 w 5260975"/>
                  <a:gd name="connsiteY228" fmla="*/ 1198463 h 1410656"/>
                  <a:gd name="connsiteX229" fmla="*/ 3387621 w 5260975"/>
                  <a:gd name="connsiteY229" fmla="*/ 1182140 h 1410656"/>
                  <a:gd name="connsiteX230" fmla="*/ 3413161 w 5260975"/>
                  <a:gd name="connsiteY230" fmla="*/ 1166105 h 1410656"/>
                  <a:gd name="connsiteX231" fmla="*/ 3470579 w 5260975"/>
                  <a:gd name="connsiteY231" fmla="*/ 1150647 h 1410656"/>
                  <a:gd name="connsiteX232" fmla="*/ 3509657 w 5260975"/>
                  <a:gd name="connsiteY232" fmla="*/ 1136821 h 1410656"/>
                  <a:gd name="connsiteX233" fmla="*/ 3550847 w 5260975"/>
                  <a:gd name="connsiteY233" fmla="*/ 1113009 h 1410656"/>
                  <a:gd name="connsiteX234" fmla="*/ 3556608 w 5260975"/>
                  <a:gd name="connsiteY234" fmla="*/ 1109361 h 1410656"/>
                  <a:gd name="connsiteX235" fmla="*/ 3570435 w 5260975"/>
                  <a:gd name="connsiteY235" fmla="*/ 1093710 h 1410656"/>
                  <a:gd name="connsiteX236" fmla="*/ 3590501 w 5260975"/>
                  <a:gd name="connsiteY236" fmla="*/ 1039846 h 1410656"/>
                  <a:gd name="connsiteX237" fmla="*/ 3596263 w 5260975"/>
                  <a:gd name="connsiteY237" fmla="*/ 1028900 h 1410656"/>
                  <a:gd name="connsiteX238" fmla="*/ 3648591 w 5260975"/>
                  <a:gd name="connsiteY238" fmla="*/ 992030 h 1410656"/>
                  <a:gd name="connsiteX239" fmla="*/ 3667986 w 5260975"/>
                  <a:gd name="connsiteY239" fmla="*/ 995487 h 1410656"/>
                  <a:gd name="connsiteX240" fmla="*/ 3689397 w 5260975"/>
                  <a:gd name="connsiteY240" fmla="*/ 1007585 h 1410656"/>
                  <a:gd name="connsiteX241" fmla="*/ 3736349 w 5260975"/>
                  <a:gd name="connsiteY241" fmla="*/ 1010753 h 1410656"/>
                  <a:gd name="connsiteX242" fmla="*/ 3753919 w 5260975"/>
                  <a:gd name="connsiteY242" fmla="*/ 1004513 h 1410656"/>
                  <a:gd name="connsiteX243" fmla="*/ 3784643 w 5260975"/>
                  <a:gd name="connsiteY243" fmla="*/ 987710 h 1410656"/>
                  <a:gd name="connsiteX244" fmla="*/ 3808359 w 5260975"/>
                  <a:gd name="connsiteY244" fmla="*/ 961689 h 1410656"/>
                  <a:gd name="connsiteX245" fmla="*/ 3842829 w 5260975"/>
                  <a:gd name="connsiteY245" fmla="*/ 918674 h 1410656"/>
                  <a:gd name="connsiteX246" fmla="*/ 3908983 w 5260975"/>
                  <a:gd name="connsiteY246" fmla="*/ 902256 h 1410656"/>
                  <a:gd name="connsiteX247" fmla="*/ 3934428 w 5260975"/>
                  <a:gd name="connsiteY247" fmla="*/ 896783 h 1410656"/>
                  <a:gd name="connsiteX248" fmla="*/ 4026987 w 5260975"/>
                  <a:gd name="connsiteY248" fmla="*/ 873835 h 1410656"/>
                  <a:gd name="connsiteX249" fmla="*/ 4035051 w 5260975"/>
                  <a:gd name="connsiteY249" fmla="*/ 873067 h 1410656"/>
                  <a:gd name="connsiteX250" fmla="*/ 4099189 w 5260975"/>
                  <a:gd name="connsiteY250" fmla="*/ 846664 h 1410656"/>
                  <a:gd name="connsiteX251" fmla="*/ 4114647 w 5260975"/>
                  <a:gd name="connsiteY251" fmla="*/ 840134 h 1410656"/>
                  <a:gd name="connsiteX252" fmla="*/ 4133563 w 5260975"/>
                  <a:gd name="connsiteY252" fmla="*/ 823427 h 1410656"/>
                  <a:gd name="connsiteX253" fmla="*/ 4151039 w 5260975"/>
                  <a:gd name="connsiteY253" fmla="*/ 776284 h 1410656"/>
                  <a:gd name="connsiteX254" fmla="*/ 4171489 w 5260975"/>
                  <a:gd name="connsiteY254" fmla="*/ 754776 h 1410656"/>
                  <a:gd name="connsiteX255" fmla="*/ 4186372 w 5260975"/>
                  <a:gd name="connsiteY255" fmla="*/ 741718 h 1410656"/>
                  <a:gd name="connsiteX256" fmla="*/ 4199429 w 5260975"/>
                  <a:gd name="connsiteY256" fmla="*/ 721940 h 1410656"/>
                  <a:gd name="connsiteX257" fmla="*/ 4212487 w 5260975"/>
                  <a:gd name="connsiteY257" fmla="*/ 674604 h 1410656"/>
                  <a:gd name="connsiteX258" fmla="*/ 4232555 w 5260975"/>
                  <a:gd name="connsiteY258" fmla="*/ 632645 h 1410656"/>
                  <a:gd name="connsiteX259" fmla="*/ 4268657 w 5260975"/>
                  <a:gd name="connsiteY259" fmla="*/ 609410 h 1410656"/>
                  <a:gd name="connsiteX260" fmla="*/ 4291028 w 5260975"/>
                  <a:gd name="connsiteY260" fmla="*/ 597216 h 1410656"/>
                  <a:gd name="connsiteX261" fmla="*/ 4379651 w 5260975"/>
                  <a:gd name="connsiteY261" fmla="*/ 609506 h 1410656"/>
                  <a:gd name="connsiteX262" fmla="*/ 4440139 w 5260975"/>
                  <a:gd name="connsiteY262" fmla="*/ 621507 h 1410656"/>
                  <a:gd name="connsiteX263" fmla="*/ 4460015 w 5260975"/>
                  <a:gd name="connsiteY263" fmla="*/ 616899 h 1410656"/>
                  <a:gd name="connsiteX264" fmla="*/ 4516183 w 5260975"/>
                  <a:gd name="connsiteY264" fmla="*/ 577724 h 1410656"/>
                  <a:gd name="connsiteX265" fmla="*/ 4571681 w 5260975"/>
                  <a:gd name="connsiteY265" fmla="*/ 560250 h 1410656"/>
                  <a:gd name="connsiteX266" fmla="*/ 4613447 w 5260975"/>
                  <a:gd name="connsiteY266" fmla="*/ 555257 h 1410656"/>
                  <a:gd name="connsiteX267" fmla="*/ 4649355 w 5260975"/>
                  <a:gd name="connsiteY267" fmla="*/ 551417 h 1410656"/>
                  <a:gd name="connsiteX268" fmla="*/ 4692467 w 5260975"/>
                  <a:gd name="connsiteY268" fmla="*/ 540663 h 1410656"/>
                  <a:gd name="connsiteX269" fmla="*/ 4716855 w 5260975"/>
                  <a:gd name="connsiteY269" fmla="*/ 528949 h 1410656"/>
                  <a:gd name="connsiteX270" fmla="*/ 4755645 w 5260975"/>
                  <a:gd name="connsiteY270" fmla="*/ 512147 h 1410656"/>
                  <a:gd name="connsiteX271" fmla="*/ 4795395 w 5260975"/>
                  <a:gd name="connsiteY271" fmla="*/ 490351 h 1410656"/>
                  <a:gd name="connsiteX272" fmla="*/ 4825928 w 5260975"/>
                  <a:gd name="connsiteY272" fmla="*/ 459818 h 1410656"/>
                  <a:gd name="connsiteX273" fmla="*/ 4842347 w 5260975"/>
                  <a:gd name="connsiteY273" fmla="*/ 434086 h 1410656"/>
                  <a:gd name="connsiteX274" fmla="*/ 4890451 w 5260975"/>
                  <a:gd name="connsiteY274" fmla="*/ 397216 h 1410656"/>
                  <a:gd name="connsiteX275" fmla="*/ 4933945 w 5260975"/>
                  <a:gd name="connsiteY275" fmla="*/ 327701 h 1410656"/>
                  <a:gd name="connsiteX276" fmla="*/ 4961214 w 5260975"/>
                  <a:gd name="connsiteY276" fmla="*/ 298801 h 1410656"/>
                  <a:gd name="connsiteX277" fmla="*/ 4976672 w 5260975"/>
                  <a:gd name="connsiteY277" fmla="*/ 290639 h 1410656"/>
                  <a:gd name="connsiteX278" fmla="*/ 5002979 w 5260975"/>
                  <a:gd name="connsiteY278" fmla="*/ 270573 h 1410656"/>
                  <a:gd name="connsiteX279" fmla="*/ 5018535 w 5260975"/>
                  <a:gd name="connsiteY279" fmla="*/ 255690 h 1410656"/>
                  <a:gd name="connsiteX280" fmla="*/ 5061069 w 5260975"/>
                  <a:gd name="connsiteY280" fmla="*/ 200961 h 1410656"/>
                  <a:gd name="connsiteX281" fmla="*/ 5074127 w 5260975"/>
                  <a:gd name="connsiteY281" fmla="*/ 184735 h 1410656"/>
                  <a:gd name="connsiteX282" fmla="*/ 5101108 w 5260975"/>
                  <a:gd name="connsiteY282" fmla="*/ 156891 h 1410656"/>
                  <a:gd name="connsiteX283" fmla="*/ 5112918 w 5260975"/>
                  <a:gd name="connsiteY283" fmla="*/ 148441 h 1410656"/>
                  <a:gd name="connsiteX284" fmla="*/ 5133753 w 5260975"/>
                  <a:gd name="connsiteY284" fmla="*/ 125782 h 1410656"/>
                  <a:gd name="connsiteX285" fmla="*/ 5183393 w 5260975"/>
                  <a:gd name="connsiteY285" fmla="*/ 66348 h 1410656"/>
                  <a:gd name="connsiteX286" fmla="*/ 5204709 w 5260975"/>
                  <a:gd name="connsiteY286" fmla="*/ 33030 h 1410656"/>
                  <a:gd name="connsiteX287" fmla="*/ 5247243 w 5260975"/>
                  <a:gd name="connsiteY287" fmla="*/ 8451 h 14106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</a:cxnLst>
                <a:rect l="l" t="t" r="r" b="b"/>
                <a:pathLst>
                  <a:path w="5260975" h="1410656">
                    <a:moveTo>
                      <a:pt x="5260975" y="0"/>
                    </a:moveTo>
                    <a:lnTo>
                      <a:pt x="5260975" y="221634"/>
                    </a:lnTo>
                    <a:lnTo>
                      <a:pt x="5226503" y="237063"/>
                    </a:lnTo>
                    <a:cubicBezTo>
                      <a:pt x="5219783" y="239848"/>
                      <a:pt x="5212389" y="241384"/>
                      <a:pt x="5206341" y="245128"/>
                    </a:cubicBezTo>
                    <a:cubicBezTo>
                      <a:pt x="5178495" y="262219"/>
                      <a:pt x="5151515" y="280654"/>
                      <a:pt x="5123287" y="297073"/>
                    </a:cubicBezTo>
                    <a:cubicBezTo>
                      <a:pt x="5094195" y="314067"/>
                      <a:pt x="5068175" y="334134"/>
                      <a:pt x="5048107" y="361307"/>
                    </a:cubicBezTo>
                    <a:cubicBezTo>
                      <a:pt x="5029480" y="386559"/>
                      <a:pt x="5011429" y="412194"/>
                      <a:pt x="4992899" y="437542"/>
                    </a:cubicBezTo>
                    <a:cubicBezTo>
                      <a:pt x="4988194" y="443975"/>
                      <a:pt x="4983873" y="451561"/>
                      <a:pt x="4977440" y="455690"/>
                    </a:cubicBezTo>
                    <a:cubicBezTo>
                      <a:pt x="4964094" y="464331"/>
                      <a:pt x="4949499" y="471340"/>
                      <a:pt x="4935193" y="478445"/>
                    </a:cubicBezTo>
                    <a:cubicBezTo>
                      <a:pt x="4922903" y="484494"/>
                      <a:pt x="4909845" y="489006"/>
                      <a:pt x="4897844" y="495535"/>
                    </a:cubicBezTo>
                    <a:cubicBezTo>
                      <a:pt x="4888243" y="500721"/>
                      <a:pt x="4879697" y="507922"/>
                      <a:pt x="4870767" y="514451"/>
                    </a:cubicBezTo>
                    <a:cubicBezTo>
                      <a:pt x="4862990" y="520115"/>
                      <a:pt x="4854445" y="525012"/>
                      <a:pt x="4847916" y="531830"/>
                    </a:cubicBezTo>
                    <a:cubicBezTo>
                      <a:pt x="4831977" y="548344"/>
                      <a:pt x="4815942" y="564571"/>
                      <a:pt x="4796163" y="576765"/>
                    </a:cubicBezTo>
                    <a:cubicBezTo>
                      <a:pt x="4776672" y="588862"/>
                      <a:pt x="4758237" y="602401"/>
                      <a:pt x="4738843" y="614691"/>
                    </a:cubicBezTo>
                    <a:cubicBezTo>
                      <a:pt x="4719831" y="626693"/>
                      <a:pt x="4702645" y="639846"/>
                      <a:pt x="4692755" y="661162"/>
                    </a:cubicBezTo>
                    <a:cubicBezTo>
                      <a:pt x="4688339" y="670571"/>
                      <a:pt x="4682097" y="680845"/>
                      <a:pt x="4673744" y="686318"/>
                    </a:cubicBezTo>
                    <a:cubicBezTo>
                      <a:pt x="4661838" y="694095"/>
                      <a:pt x="4646764" y="696880"/>
                      <a:pt x="4633801" y="703505"/>
                    </a:cubicBezTo>
                    <a:cubicBezTo>
                      <a:pt x="4618535" y="711282"/>
                      <a:pt x="4600869" y="718003"/>
                      <a:pt x="4590499" y="730389"/>
                    </a:cubicBezTo>
                    <a:cubicBezTo>
                      <a:pt x="4581281" y="741431"/>
                      <a:pt x="4571968" y="750072"/>
                      <a:pt x="4559773" y="757081"/>
                    </a:cubicBezTo>
                    <a:cubicBezTo>
                      <a:pt x="4551229" y="761978"/>
                      <a:pt x="4544892" y="770907"/>
                      <a:pt x="4536059" y="774940"/>
                    </a:cubicBezTo>
                    <a:cubicBezTo>
                      <a:pt x="4524441" y="780317"/>
                      <a:pt x="4512727" y="784542"/>
                      <a:pt x="4502549" y="792895"/>
                    </a:cubicBezTo>
                    <a:cubicBezTo>
                      <a:pt x="4491987" y="801536"/>
                      <a:pt x="4479986" y="808353"/>
                      <a:pt x="4468944" y="816419"/>
                    </a:cubicBezTo>
                    <a:cubicBezTo>
                      <a:pt x="4463087" y="820739"/>
                      <a:pt x="4458286" y="826404"/>
                      <a:pt x="4452622" y="830917"/>
                    </a:cubicBezTo>
                    <a:cubicBezTo>
                      <a:pt x="4442252" y="839174"/>
                      <a:pt x="4431690" y="847239"/>
                      <a:pt x="4421032" y="855016"/>
                    </a:cubicBezTo>
                    <a:cubicBezTo>
                      <a:pt x="4410375" y="862794"/>
                      <a:pt x="4400197" y="871819"/>
                      <a:pt x="4388483" y="877484"/>
                    </a:cubicBezTo>
                    <a:cubicBezTo>
                      <a:pt x="4368513" y="887086"/>
                      <a:pt x="4346717" y="892847"/>
                      <a:pt x="4327321" y="903216"/>
                    </a:cubicBezTo>
                    <a:cubicBezTo>
                      <a:pt x="4307639" y="913777"/>
                      <a:pt x="4289107" y="927028"/>
                      <a:pt x="4271633" y="941046"/>
                    </a:cubicBezTo>
                    <a:cubicBezTo>
                      <a:pt x="4257807" y="952088"/>
                      <a:pt x="4244845" y="963034"/>
                      <a:pt x="4227465" y="968698"/>
                    </a:cubicBezTo>
                    <a:cubicBezTo>
                      <a:pt x="4217768" y="971867"/>
                      <a:pt x="4207591" y="978780"/>
                      <a:pt x="4201733" y="986846"/>
                    </a:cubicBezTo>
                    <a:cubicBezTo>
                      <a:pt x="4189059" y="1004416"/>
                      <a:pt x="4172833" y="1016802"/>
                      <a:pt x="4154494" y="1027364"/>
                    </a:cubicBezTo>
                    <a:cubicBezTo>
                      <a:pt x="4130010" y="1041574"/>
                      <a:pt x="4105814" y="1056072"/>
                      <a:pt x="4081234" y="1069994"/>
                    </a:cubicBezTo>
                    <a:cubicBezTo>
                      <a:pt x="4066737" y="1078252"/>
                      <a:pt x="4052335" y="1086989"/>
                      <a:pt x="4036971" y="1093038"/>
                    </a:cubicBezTo>
                    <a:cubicBezTo>
                      <a:pt x="4005575" y="1105520"/>
                      <a:pt x="3973410" y="1116177"/>
                      <a:pt x="3941725" y="1127796"/>
                    </a:cubicBezTo>
                    <a:cubicBezTo>
                      <a:pt x="3931355" y="1131540"/>
                      <a:pt x="3921561" y="1136917"/>
                      <a:pt x="3910999" y="1140182"/>
                    </a:cubicBezTo>
                    <a:cubicBezTo>
                      <a:pt x="3899573" y="1143734"/>
                      <a:pt x="3887285" y="1144790"/>
                      <a:pt x="3875859" y="1148343"/>
                    </a:cubicBezTo>
                    <a:cubicBezTo>
                      <a:pt x="3856847" y="1154199"/>
                      <a:pt x="3838412" y="1161689"/>
                      <a:pt x="3819401" y="1167642"/>
                    </a:cubicBezTo>
                    <a:cubicBezTo>
                      <a:pt x="3782723" y="1179068"/>
                      <a:pt x="3745949" y="1190014"/>
                      <a:pt x="3709176" y="1200863"/>
                    </a:cubicBezTo>
                    <a:cubicBezTo>
                      <a:pt x="3701303" y="1203168"/>
                      <a:pt x="3692757" y="1203456"/>
                      <a:pt x="3684981" y="1205952"/>
                    </a:cubicBezTo>
                    <a:cubicBezTo>
                      <a:pt x="3664337" y="1212673"/>
                      <a:pt x="3643789" y="1219970"/>
                      <a:pt x="3623338" y="1227363"/>
                    </a:cubicBezTo>
                    <a:cubicBezTo>
                      <a:pt x="3610953" y="1231876"/>
                      <a:pt x="3598854" y="1237445"/>
                      <a:pt x="3586373" y="1241765"/>
                    </a:cubicBezTo>
                    <a:cubicBezTo>
                      <a:pt x="3576387" y="1245222"/>
                      <a:pt x="3566113" y="1247910"/>
                      <a:pt x="3555743" y="1250023"/>
                    </a:cubicBezTo>
                    <a:cubicBezTo>
                      <a:pt x="3546814" y="1251848"/>
                      <a:pt x="3537501" y="1251655"/>
                      <a:pt x="3528667" y="1253864"/>
                    </a:cubicBezTo>
                    <a:cubicBezTo>
                      <a:pt x="3504759" y="1259816"/>
                      <a:pt x="3481140" y="1266538"/>
                      <a:pt x="3457424" y="1272874"/>
                    </a:cubicBezTo>
                    <a:cubicBezTo>
                      <a:pt x="3447919" y="1275371"/>
                      <a:pt x="3438221" y="1277196"/>
                      <a:pt x="3429003" y="1280364"/>
                    </a:cubicBezTo>
                    <a:cubicBezTo>
                      <a:pt x="3404327" y="1288717"/>
                      <a:pt x="3380036" y="1298222"/>
                      <a:pt x="3355264" y="1306096"/>
                    </a:cubicBezTo>
                    <a:cubicBezTo>
                      <a:pt x="3334717" y="1312625"/>
                      <a:pt x="3313593" y="1317329"/>
                      <a:pt x="3292757" y="1323090"/>
                    </a:cubicBezTo>
                    <a:cubicBezTo>
                      <a:pt x="3283924" y="1325587"/>
                      <a:pt x="3275475" y="1329140"/>
                      <a:pt x="3266643" y="1331251"/>
                    </a:cubicBezTo>
                    <a:cubicBezTo>
                      <a:pt x="3246863" y="1336053"/>
                      <a:pt x="3226796" y="1340085"/>
                      <a:pt x="3206921" y="1344886"/>
                    </a:cubicBezTo>
                    <a:cubicBezTo>
                      <a:pt x="3195590" y="1347670"/>
                      <a:pt x="3184645" y="1352663"/>
                      <a:pt x="3173123" y="1354488"/>
                    </a:cubicBezTo>
                    <a:cubicBezTo>
                      <a:pt x="3145759" y="1358808"/>
                      <a:pt x="3118203" y="1361880"/>
                      <a:pt x="3090646" y="1365337"/>
                    </a:cubicBezTo>
                    <a:cubicBezTo>
                      <a:pt x="3062227" y="1368889"/>
                      <a:pt x="3033902" y="1372634"/>
                      <a:pt x="3005480" y="1375802"/>
                    </a:cubicBezTo>
                    <a:cubicBezTo>
                      <a:pt x="2989926" y="1377435"/>
                      <a:pt x="2974275" y="1377723"/>
                      <a:pt x="2958721" y="1379259"/>
                    </a:cubicBezTo>
                    <a:cubicBezTo>
                      <a:pt x="2945087" y="1380604"/>
                      <a:pt x="2931549" y="1383100"/>
                      <a:pt x="2917915" y="1384733"/>
                    </a:cubicBezTo>
                    <a:cubicBezTo>
                      <a:pt x="2906105" y="1386076"/>
                      <a:pt x="2894199" y="1386844"/>
                      <a:pt x="2882389" y="1388189"/>
                    </a:cubicBezTo>
                    <a:cubicBezTo>
                      <a:pt x="2863475" y="1390397"/>
                      <a:pt x="2844655" y="1392894"/>
                      <a:pt x="2825837" y="1395198"/>
                    </a:cubicBezTo>
                    <a:cubicBezTo>
                      <a:pt x="2817964" y="1396062"/>
                      <a:pt x="2809706" y="1398462"/>
                      <a:pt x="2802313" y="1397023"/>
                    </a:cubicBezTo>
                    <a:cubicBezTo>
                      <a:pt x="2783686" y="1393373"/>
                      <a:pt x="2765347" y="1394430"/>
                      <a:pt x="2746816" y="1396926"/>
                    </a:cubicBezTo>
                    <a:cubicBezTo>
                      <a:pt x="2740479" y="1397791"/>
                      <a:pt x="2733662" y="1397598"/>
                      <a:pt x="2727517" y="1395966"/>
                    </a:cubicBezTo>
                    <a:cubicBezTo>
                      <a:pt x="2714939" y="1392701"/>
                      <a:pt x="2702745" y="1388092"/>
                      <a:pt x="2690359" y="1384060"/>
                    </a:cubicBezTo>
                    <a:cubicBezTo>
                      <a:pt x="2689014" y="1383580"/>
                      <a:pt x="2687382" y="1383484"/>
                      <a:pt x="2685943" y="1383196"/>
                    </a:cubicBezTo>
                    <a:cubicBezTo>
                      <a:pt x="2677781" y="1381563"/>
                      <a:pt x="2669717" y="1379931"/>
                      <a:pt x="2661554" y="1378491"/>
                    </a:cubicBezTo>
                    <a:cubicBezTo>
                      <a:pt x="2657138" y="1377723"/>
                      <a:pt x="2652625" y="1377627"/>
                      <a:pt x="2648208" y="1376955"/>
                    </a:cubicBezTo>
                    <a:cubicBezTo>
                      <a:pt x="2631118" y="1374266"/>
                      <a:pt x="2612299" y="1378779"/>
                      <a:pt x="2597512" y="1367162"/>
                    </a:cubicBezTo>
                    <a:cubicBezTo>
                      <a:pt x="2587911" y="1359672"/>
                      <a:pt x="2578597" y="1361401"/>
                      <a:pt x="2568324" y="1362553"/>
                    </a:cubicBezTo>
                    <a:cubicBezTo>
                      <a:pt x="2560547" y="1363417"/>
                      <a:pt x="2552577" y="1363128"/>
                      <a:pt x="2544704" y="1363225"/>
                    </a:cubicBezTo>
                    <a:cubicBezTo>
                      <a:pt x="2530878" y="1363512"/>
                      <a:pt x="2517052" y="1363609"/>
                      <a:pt x="2503225" y="1364089"/>
                    </a:cubicBezTo>
                    <a:cubicBezTo>
                      <a:pt x="2498808" y="1364281"/>
                      <a:pt x="2494297" y="1366682"/>
                      <a:pt x="2489975" y="1366298"/>
                    </a:cubicBezTo>
                    <a:cubicBezTo>
                      <a:pt x="2470004" y="1364473"/>
                      <a:pt x="2450033" y="1361592"/>
                      <a:pt x="2430061" y="1359960"/>
                    </a:cubicBezTo>
                    <a:cubicBezTo>
                      <a:pt x="2418732" y="1359001"/>
                      <a:pt x="2407114" y="1360824"/>
                      <a:pt x="2395880" y="1359480"/>
                    </a:cubicBezTo>
                    <a:cubicBezTo>
                      <a:pt x="2382919" y="1357944"/>
                      <a:pt x="2370245" y="1354008"/>
                      <a:pt x="2357378" y="1351607"/>
                    </a:cubicBezTo>
                    <a:cubicBezTo>
                      <a:pt x="2353826" y="1350935"/>
                      <a:pt x="2349889" y="1351799"/>
                      <a:pt x="2346145" y="1351991"/>
                    </a:cubicBezTo>
                    <a:cubicBezTo>
                      <a:pt x="2341920" y="1352183"/>
                      <a:pt x="2337791" y="1352567"/>
                      <a:pt x="2333567" y="1352663"/>
                    </a:cubicBezTo>
                    <a:cubicBezTo>
                      <a:pt x="2320700" y="1352856"/>
                      <a:pt x="2307835" y="1352567"/>
                      <a:pt x="2294968" y="1353240"/>
                    </a:cubicBezTo>
                    <a:cubicBezTo>
                      <a:pt x="2287095" y="1353624"/>
                      <a:pt x="2278839" y="1357560"/>
                      <a:pt x="2271540" y="1356120"/>
                    </a:cubicBezTo>
                    <a:cubicBezTo>
                      <a:pt x="2256659" y="1353335"/>
                      <a:pt x="2241776" y="1359576"/>
                      <a:pt x="2226895" y="1354392"/>
                    </a:cubicBezTo>
                    <a:cubicBezTo>
                      <a:pt x="2222285" y="1352856"/>
                      <a:pt x="2215948" y="1356696"/>
                      <a:pt x="2210379" y="1356888"/>
                    </a:cubicBezTo>
                    <a:cubicBezTo>
                      <a:pt x="2196457" y="1357368"/>
                      <a:pt x="2182535" y="1357272"/>
                      <a:pt x="2168613" y="1357176"/>
                    </a:cubicBezTo>
                    <a:cubicBezTo>
                      <a:pt x="2156131" y="1357080"/>
                      <a:pt x="2143168" y="1358424"/>
                      <a:pt x="2131167" y="1355736"/>
                    </a:cubicBezTo>
                    <a:cubicBezTo>
                      <a:pt x="2118588" y="1352856"/>
                      <a:pt x="2107259" y="1353240"/>
                      <a:pt x="2095065" y="1356504"/>
                    </a:cubicBezTo>
                    <a:cubicBezTo>
                      <a:pt x="2086711" y="1358712"/>
                      <a:pt x="2077878" y="1359001"/>
                      <a:pt x="2069237" y="1359672"/>
                    </a:cubicBezTo>
                    <a:cubicBezTo>
                      <a:pt x="2059924" y="1360440"/>
                      <a:pt x="2049650" y="1358424"/>
                      <a:pt x="2041201" y="1361592"/>
                    </a:cubicBezTo>
                    <a:cubicBezTo>
                      <a:pt x="2016044" y="1371002"/>
                      <a:pt x="1990216" y="1373018"/>
                      <a:pt x="1963909" y="1373018"/>
                    </a:cubicBezTo>
                    <a:cubicBezTo>
                      <a:pt x="1959107" y="1373018"/>
                      <a:pt x="1954210" y="1371675"/>
                      <a:pt x="1949603" y="1370234"/>
                    </a:cubicBezTo>
                    <a:cubicBezTo>
                      <a:pt x="1922717" y="1361592"/>
                      <a:pt x="1895737" y="1362360"/>
                      <a:pt x="1868373" y="1367641"/>
                    </a:cubicBezTo>
                    <a:cubicBezTo>
                      <a:pt x="1862708" y="1368794"/>
                      <a:pt x="1856372" y="1368986"/>
                      <a:pt x="1850707" y="1367834"/>
                    </a:cubicBezTo>
                    <a:cubicBezTo>
                      <a:pt x="1834768" y="1364473"/>
                      <a:pt x="1819309" y="1358904"/>
                      <a:pt x="1803275" y="1356504"/>
                    </a:cubicBezTo>
                    <a:cubicBezTo>
                      <a:pt x="1776775" y="1352567"/>
                      <a:pt x="1753828" y="1365817"/>
                      <a:pt x="1730112" y="1374459"/>
                    </a:cubicBezTo>
                    <a:cubicBezTo>
                      <a:pt x="1707548" y="1382620"/>
                      <a:pt x="1688345" y="1401055"/>
                      <a:pt x="1661652" y="1396926"/>
                    </a:cubicBezTo>
                    <a:cubicBezTo>
                      <a:pt x="1658965" y="1396542"/>
                      <a:pt x="1655988" y="1399134"/>
                      <a:pt x="1653011" y="1399807"/>
                    </a:cubicBezTo>
                    <a:cubicBezTo>
                      <a:pt x="1644850" y="1401631"/>
                      <a:pt x="1636689" y="1403839"/>
                      <a:pt x="1628431" y="1404704"/>
                    </a:cubicBezTo>
                    <a:cubicBezTo>
                      <a:pt x="1618350" y="1405856"/>
                      <a:pt x="1608076" y="1405472"/>
                      <a:pt x="1597995" y="1406432"/>
                    </a:cubicBezTo>
                    <a:cubicBezTo>
                      <a:pt x="1585032" y="1407584"/>
                      <a:pt x="1572263" y="1410656"/>
                      <a:pt x="1559396" y="1410656"/>
                    </a:cubicBezTo>
                    <a:cubicBezTo>
                      <a:pt x="1549026" y="1410656"/>
                      <a:pt x="1538753" y="1407104"/>
                      <a:pt x="1528480" y="1405375"/>
                    </a:cubicBezTo>
                    <a:cubicBezTo>
                      <a:pt x="1513981" y="1402975"/>
                      <a:pt x="1498042" y="1403647"/>
                      <a:pt x="1485272" y="1397502"/>
                    </a:cubicBezTo>
                    <a:cubicBezTo>
                      <a:pt x="1471639" y="1390973"/>
                      <a:pt x="1458676" y="1387997"/>
                      <a:pt x="1444562" y="1390013"/>
                    </a:cubicBezTo>
                    <a:cubicBezTo>
                      <a:pt x="1439857" y="1390685"/>
                      <a:pt x="1433808" y="1394718"/>
                      <a:pt x="1431696" y="1398846"/>
                    </a:cubicBezTo>
                    <a:cubicBezTo>
                      <a:pt x="1426991" y="1408064"/>
                      <a:pt x="1420559" y="1409697"/>
                      <a:pt x="1411821" y="1406527"/>
                    </a:cubicBezTo>
                    <a:cubicBezTo>
                      <a:pt x="1404236" y="1403839"/>
                      <a:pt x="1394922" y="1402495"/>
                      <a:pt x="1389738" y="1397310"/>
                    </a:cubicBezTo>
                    <a:cubicBezTo>
                      <a:pt x="1375047" y="1382620"/>
                      <a:pt x="1356324" y="1382140"/>
                      <a:pt x="1338081" y="1378204"/>
                    </a:cubicBezTo>
                    <a:cubicBezTo>
                      <a:pt x="1326945" y="1375802"/>
                      <a:pt x="1316574" y="1375707"/>
                      <a:pt x="1305436" y="1377339"/>
                    </a:cubicBezTo>
                    <a:cubicBezTo>
                      <a:pt x="1281241" y="1380988"/>
                      <a:pt x="1257717" y="1375802"/>
                      <a:pt x="1234481" y="1369178"/>
                    </a:cubicBezTo>
                    <a:cubicBezTo>
                      <a:pt x="1219118" y="1364761"/>
                      <a:pt x="1203372" y="1362073"/>
                      <a:pt x="1188106" y="1357560"/>
                    </a:cubicBezTo>
                    <a:cubicBezTo>
                      <a:pt x="1176680" y="1354104"/>
                      <a:pt x="1165255" y="1349975"/>
                      <a:pt x="1154790" y="1344406"/>
                    </a:cubicBezTo>
                    <a:cubicBezTo>
                      <a:pt x="1139618" y="1336244"/>
                      <a:pt x="1126369" y="1323954"/>
                      <a:pt x="1107069" y="1327219"/>
                    </a:cubicBezTo>
                    <a:cubicBezTo>
                      <a:pt x="1090074" y="1330099"/>
                      <a:pt x="1074713" y="1324051"/>
                      <a:pt x="1059158" y="1318290"/>
                    </a:cubicBezTo>
                    <a:cubicBezTo>
                      <a:pt x="1047732" y="1314065"/>
                      <a:pt x="1036308" y="1309744"/>
                      <a:pt x="1024496" y="1307056"/>
                    </a:cubicBezTo>
                    <a:cubicBezTo>
                      <a:pt x="1010478" y="1303887"/>
                      <a:pt x="994635" y="1305232"/>
                      <a:pt x="982153" y="1299374"/>
                    </a:cubicBezTo>
                    <a:cubicBezTo>
                      <a:pt x="969095" y="1293229"/>
                      <a:pt x="958246" y="1297358"/>
                      <a:pt x="946628" y="1299087"/>
                    </a:cubicBezTo>
                    <a:cubicBezTo>
                      <a:pt x="928097" y="1301775"/>
                      <a:pt x="909661" y="1306768"/>
                      <a:pt x="890939" y="1300431"/>
                    </a:cubicBezTo>
                    <a:cubicBezTo>
                      <a:pt x="868184" y="1292750"/>
                      <a:pt x="845620" y="1284493"/>
                      <a:pt x="822769" y="1277196"/>
                    </a:cubicBezTo>
                    <a:cubicBezTo>
                      <a:pt x="813934" y="1274410"/>
                      <a:pt x="804431" y="1273258"/>
                      <a:pt x="795212" y="1272010"/>
                    </a:cubicBezTo>
                    <a:cubicBezTo>
                      <a:pt x="786476" y="1270954"/>
                      <a:pt x="776010" y="1273642"/>
                      <a:pt x="769288" y="1269610"/>
                    </a:cubicBezTo>
                    <a:cubicBezTo>
                      <a:pt x="752005" y="1259241"/>
                      <a:pt x="734243" y="1254152"/>
                      <a:pt x="714271" y="1254152"/>
                    </a:cubicBezTo>
                    <a:cubicBezTo>
                      <a:pt x="706781" y="1254152"/>
                      <a:pt x="699484" y="1249831"/>
                      <a:pt x="691900" y="1249062"/>
                    </a:cubicBezTo>
                    <a:cubicBezTo>
                      <a:pt x="681529" y="1248103"/>
                      <a:pt x="669623" y="1245510"/>
                      <a:pt x="660598" y="1249159"/>
                    </a:cubicBezTo>
                    <a:cubicBezTo>
                      <a:pt x="639379" y="1257800"/>
                      <a:pt x="622193" y="1250599"/>
                      <a:pt x="603662" y="1242054"/>
                    </a:cubicBezTo>
                    <a:cubicBezTo>
                      <a:pt x="585418" y="1233604"/>
                      <a:pt x="566215" y="1226884"/>
                      <a:pt x="546821" y="1221314"/>
                    </a:cubicBezTo>
                    <a:cubicBezTo>
                      <a:pt x="539524" y="1219298"/>
                      <a:pt x="530787" y="1222659"/>
                      <a:pt x="522721" y="1223330"/>
                    </a:cubicBezTo>
                    <a:cubicBezTo>
                      <a:pt x="519840" y="1223523"/>
                      <a:pt x="516671" y="1223811"/>
                      <a:pt x="514080" y="1222851"/>
                    </a:cubicBezTo>
                    <a:cubicBezTo>
                      <a:pt x="489020" y="1213633"/>
                      <a:pt x="463575" y="1206624"/>
                      <a:pt x="436404" y="1211424"/>
                    </a:cubicBezTo>
                    <a:cubicBezTo>
                      <a:pt x="433908" y="1211905"/>
                      <a:pt x="431123" y="1210849"/>
                      <a:pt x="428626" y="1210177"/>
                    </a:cubicBezTo>
                    <a:cubicBezTo>
                      <a:pt x="416432" y="1206720"/>
                      <a:pt x="404526" y="1201247"/>
                      <a:pt x="392141" y="1199999"/>
                    </a:cubicBezTo>
                    <a:cubicBezTo>
                      <a:pt x="361608" y="1196927"/>
                      <a:pt x="330884" y="1195678"/>
                      <a:pt x="300157" y="1193662"/>
                    </a:cubicBezTo>
                    <a:cubicBezTo>
                      <a:pt x="298237" y="1193566"/>
                      <a:pt x="296221" y="1193566"/>
                      <a:pt x="294493" y="1192894"/>
                    </a:cubicBezTo>
                    <a:cubicBezTo>
                      <a:pt x="283163" y="1188765"/>
                      <a:pt x="273274" y="1190110"/>
                      <a:pt x="263671" y="1197982"/>
                    </a:cubicBezTo>
                    <a:cubicBezTo>
                      <a:pt x="259447" y="1201439"/>
                      <a:pt x="253686" y="1203263"/>
                      <a:pt x="248406" y="1205184"/>
                    </a:cubicBezTo>
                    <a:cubicBezTo>
                      <a:pt x="240628" y="1208065"/>
                      <a:pt x="232659" y="1210849"/>
                      <a:pt x="224594" y="1212673"/>
                    </a:cubicBezTo>
                    <a:cubicBezTo>
                      <a:pt x="216624" y="1214401"/>
                      <a:pt x="208079" y="1216801"/>
                      <a:pt x="200398" y="1215458"/>
                    </a:cubicBezTo>
                    <a:cubicBezTo>
                      <a:pt x="186572" y="1213057"/>
                      <a:pt x="173417" y="1207681"/>
                      <a:pt x="159783" y="1204127"/>
                    </a:cubicBezTo>
                    <a:cubicBezTo>
                      <a:pt x="155079" y="1202879"/>
                      <a:pt x="149893" y="1203072"/>
                      <a:pt x="144997" y="1202975"/>
                    </a:cubicBezTo>
                    <a:cubicBezTo>
                      <a:pt x="133763" y="1202688"/>
                      <a:pt x="122241" y="1205472"/>
                      <a:pt x="112064" y="1197503"/>
                    </a:cubicBezTo>
                    <a:cubicBezTo>
                      <a:pt x="102655" y="1190014"/>
                      <a:pt x="93148" y="1192221"/>
                      <a:pt x="83259" y="1197887"/>
                    </a:cubicBezTo>
                    <a:cubicBezTo>
                      <a:pt x="76154" y="1201920"/>
                      <a:pt x="68090" y="1205088"/>
                      <a:pt x="60120" y="1206624"/>
                    </a:cubicBezTo>
                    <a:cubicBezTo>
                      <a:pt x="49174" y="1208736"/>
                      <a:pt x="38324" y="1209601"/>
                      <a:pt x="26514" y="1208352"/>
                    </a:cubicBezTo>
                    <a:cubicBezTo>
                      <a:pt x="18161" y="1207488"/>
                      <a:pt x="11343" y="1207104"/>
                      <a:pt x="4814" y="1202015"/>
                    </a:cubicBezTo>
                    <a:cubicBezTo>
                      <a:pt x="3759" y="1201247"/>
                      <a:pt x="1839" y="1201055"/>
                      <a:pt x="398" y="1201152"/>
                    </a:cubicBezTo>
                    <a:lnTo>
                      <a:pt x="0" y="1201150"/>
                    </a:lnTo>
                    <a:lnTo>
                      <a:pt x="0" y="1004512"/>
                    </a:lnTo>
                    <a:lnTo>
                      <a:pt x="30355" y="1002784"/>
                    </a:lnTo>
                    <a:cubicBezTo>
                      <a:pt x="37748" y="1002111"/>
                      <a:pt x="44853" y="999520"/>
                      <a:pt x="52151" y="997695"/>
                    </a:cubicBezTo>
                    <a:cubicBezTo>
                      <a:pt x="56183" y="996639"/>
                      <a:pt x="60504" y="993855"/>
                      <a:pt x="64248" y="994430"/>
                    </a:cubicBezTo>
                    <a:cubicBezTo>
                      <a:pt x="85948" y="997791"/>
                      <a:pt x="105823" y="989534"/>
                      <a:pt x="126370" y="985405"/>
                    </a:cubicBezTo>
                    <a:cubicBezTo>
                      <a:pt x="135876" y="983485"/>
                      <a:pt x="144805" y="978876"/>
                      <a:pt x="154022" y="975708"/>
                    </a:cubicBezTo>
                    <a:cubicBezTo>
                      <a:pt x="156423" y="974843"/>
                      <a:pt x="159111" y="974075"/>
                      <a:pt x="161512" y="974268"/>
                    </a:cubicBezTo>
                    <a:cubicBezTo>
                      <a:pt x="175242" y="975420"/>
                      <a:pt x="188876" y="977052"/>
                      <a:pt x="202510" y="978300"/>
                    </a:cubicBezTo>
                    <a:cubicBezTo>
                      <a:pt x="214896" y="979452"/>
                      <a:pt x="227378" y="979836"/>
                      <a:pt x="233235" y="993950"/>
                    </a:cubicBezTo>
                    <a:cubicBezTo>
                      <a:pt x="234100" y="996159"/>
                      <a:pt x="236979" y="997791"/>
                      <a:pt x="239188" y="999231"/>
                    </a:cubicBezTo>
                    <a:cubicBezTo>
                      <a:pt x="273274" y="1021411"/>
                      <a:pt x="291516" y="1020835"/>
                      <a:pt x="324834" y="997407"/>
                    </a:cubicBezTo>
                    <a:cubicBezTo>
                      <a:pt x="328290" y="995007"/>
                      <a:pt x="335683" y="993278"/>
                      <a:pt x="337987" y="995198"/>
                    </a:cubicBezTo>
                    <a:cubicBezTo>
                      <a:pt x="357575" y="1011137"/>
                      <a:pt x="378986" y="1009409"/>
                      <a:pt x="401550" y="1004416"/>
                    </a:cubicBezTo>
                    <a:cubicBezTo>
                      <a:pt x="407407" y="1003072"/>
                      <a:pt x="415664" y="1003072"/>
                      <a:pt x="420081" y="1006240"/>
                    </a:cubicBezTo>
                    <a:cubicBezTo>
                      <a:pt x="441108" y="1020930"/>
                      <a:pt x="463672" y="1018819"/>
                      <a:pt x="486523" y="1014498"/>
                    </a:cubicBezTo>
                    <a:cubicBezTo>
                      <a:pt x="490075" y="1013826"/>
                      <a:pt x="494397" y="1010177"/>
                      <a:pt x="495932" y="1006817"/>
                    </a:cubicBezTo>
                    <a:cubicBezTo>
                      <a:pt x="501406" y="994911"/>
                      <a:pt x="511680" y="990878"/>
                      <a:pt x="523009" y="987517"/>
                    </a:cubicBezTo>
                    <a:cubicBezTo>
                      <a:pt x="540868" y="982044"/>
                      <a:pt x="558438" y="975611"/>
                      <a:pt x="576393" y="970427"/>
                    </a:cubicBezTo>
                    <a:cubicBezTo>
                      <a:pt x="580811" y="969179"/>
                      <a:pt x="586283" y="969947"/>
                      <a:pt x="590892" y="971387"/>
                    </a:cubicBezTo>
                    <a:cubicBezTo>
                      <a:pt x="606638" y="976284"/>
                      <a:pt x="616624" y="988574"/>
                      <a:pt x="627569" y="999904"/>
                    </a:cubicBezTo>
                    <a:cubicBezTo>
                      <a:pt x="632370" y="1004897"/>
                      <a:pt x="638995" y="1008449"/>
                      <a:pt x="645429" y="1011329"/>
                    </a:cubicBezTo>
                    <a:cubicBezTo>
                      <a:pt x="662135" y="1018723"/>
                      <a:pt x="679226" y="1025348"/>
                      <a:pt x="696125" y="1032356"/>
                    </a:cubicBezTo>
                    <a:cubicBezTo>
                      <a:pt x="697757" y="1033029"/>
                      <a:pt x="699100" y="1034757"/>
                      <a:pt x="700349" y="1036197"/>
                    </a:cubicBezTo>
                    <a:cubicBezTo>
                      <a:pt x="712831" y="1051368"/>
                      <a:pt x="725216" y="1066634"/>
                      <a:pt x="737795" y="1081804"/>
                    </a:cubicBezTo>
                    <a:cubicBezTo>
                      <a:pt x="740195" y="1084684"/>
                      <a:pt x="743652" y="1086797"/>
                      <a:pt x="746244" y="1089581"/>
                    </a:cubicBezTo>
                    <a:cubicBezTo>
                      <a:pt x="749893" y="1093422"/>
                      <a:pt x="754502" y="1097071"/>
                      <a:pt x="756422" y="1101680"/>
                    </a:cubicBezTo>
                    <a:cubicBezTo>
                      <a:pt x="762374" y="1116177"/>
                      <a:pt x="773801" y="1122419"/>
                      <a:pt x="788202" y="1125108"/>
                    </a:cubicBezTo>
                    <a:cubicBezTo>
                      <a:pt x="801357" y="1127603"/>
                      <a:pt x="814511" y="1129716"/>
                      <a:pt x="827569" y="1132596"/>
                    </a:cubicBezTo>
                    <a:cubicBezTo>
                      <a:pt x="843507" y="1136053"/>
                      <a:pt x="859350" y="1139798"/>
                      <a:pt x="875097" y="1144022"/>
                    </a:cubicBezTo>
                    <a:cubicBezTo>
                      <a:pt x="881913" y="1145847"/>
                      <a:pt x="889115" y="1147959"/>
                      <a:pt x="894972" y="1151704"/>
                    </a:cubicBezTo>
                    <a:cubicBezTo>
                      <a:pt x="911390" y="1162073"/>
                      <a:pt x="928961" y="1169082"/>
                      <a:pt x="948260" y="1166298"/>
                    </a:cubicBezTo>
                    <a:cubicBezTo>
                      <a:pt x="963718" y="1164089"/>
                      <a:pt x="976680" y="1169754"/>
                      <a:pt x="986282" y="1178588"/>
                    </a:cubicBezTo>
                    <a:cubicBezTo>
                      <a:pt x="1003757" y="1194623"/>
                      <a:pt x="1022479" y="1190973"/>
                      <a:pt x="1041107" y="1185789"/>
                    </a:cubicBezTo>
                    <a:cubicBezTo>
                      <a:pt x="1050708" y="1183101"/>
                      <a:pt x="1058581" y="1183485"/>
                      <a:pt x="1067703" y="1186076"/>
                    </a:cubicBezTo>
                    <a:cubicBezTo>
                      <a:pt x="1088826" y="1192126"/>
                      <a:pt x="1102941" y="1208544"/>
                      <a:pt x="1116574" y="1222946"/>
                    </a:cubicBezTo>
                    <a:cubicBezTo>
                      <a:pt x="1128193" y="1235236"/>
                      <a:pt x="1141251" y="1242149"/>
                      <a:pt x="1155557" y="1247335"/>
                    </a:cubicBezTo>
                    <a:cubicBezTo>
                      <a:pt x="1173608" y="1253959"/>
                      <a:pt x="1187914" y="1251464"/>
                      <a:pt x="1196556" y="1235525"/>
                    </a:cubicBezTo>
                    <a:cubicBezTo>
                      <a:pt x="1198956" y="1231012"/>
                      <a:pt x="1203180" y="1225730"/>
                      <a:pt x="1207693" y="1224387"/>
                    </a:cubicBezTo>
                    <a:cubicBezTo>
                      <a:pt x="1229488" y="1217666"/>
                      <a:pt x="1251572" y="1207872"/>
                      <a:pt x="1274904" y="1213826"/>
                    </a:cubicBezTo>
                    <a:cubicBezTo>
                      <a:pt x="1307165" y="1221987"/>
                      <a:pt x="1338658" y="1221507"/>
                      <a:pt x="1370919" y="1213442"/>
                    </a:cubicBezTo>
                    <a:cubicBezTo>
                      <a:pt x="1423247" y="1200383"/>
                      <a:pt x="1475575" y="1186557"/>
                      <a:pt x="1530593" y="1189437"/>
                    </a:cubicBezTo>
                    <a:cubicBezTo>
                      <a:pt x="1539713" y="1189917"/>
                      <a:pt x="1550563" y="1184060"/>
                      <a:pt x="1558436" y="1178299"/>
                    </a:cubicBezTo>
                    <a:cubicBezTo>
                      <a:pt x="1573511" y="1167354"/>
                      <a:pt x="1572838" y="1166489"/>
                      <a:pt x="1589737" y="1175515"/>
                    </a:cubicBezTo>
                    <a:cubicBezTo>
                      <a:pt x="1593770" y="1177724"/>
                      <a:pt x="1598763" y="1179068"/>
                      <a:pt x="1601740" y="1182333"/>
                    </a:cubicBezTo>
                    <a:cubicBezTo>
                      <a:pt x="1616909" y="1198943"/>
                      <a:pt x="1635633" y="1194910"/>
                      <a:pt x="1654259" y="1192510"/>
                    </a:cubicBezTo>
                    <a:cubicBezTo>
                      <a:pt x="1657524" y="1192030"/>
                      <a:pt x="1661460" y="1191358"/>
                      <a:pt x="1664246" y="1192702"/>
                    </a:cubicBezTo>
                    <a:cubicBezTo>
                      <a:pt x="1676823" y="1198750"/>
                      <a:pt x="1687481" y="1196639"/>
                      <a:pt x="1698427" y="1188381"/>
                    </a:cubicBezTo>
                    <a:cubicBezTo>
                      <a:pt x="1707932" y="1181276"/>
                      <a:pt x="1718878" y="1177052"/>
                      <a:pt x="1730112" y="1185885"/>
                    </a:cubicBezTo>
                    <a:cubicBezTo>
                      <a:pt x="1755076" y="1205472"/>
                      <a:pt x="1781767" y="1206432"/>
                      <a:pt x="1809996" y="1194046"/>
                    </a:cubicBezTo>
                    <a:cubicBezTo>
                      <a:pt x="1830159" y="1185213"/>
                      <a:pt x="1850034" y="1183196"/>
                      <a:pt x="1871254" y="1192126"/>
                    </a:cubicBezTo>
                    <a:cubicBezTo>
                      <a:pt x="1879415" y="1195582"/>
                      <a:pt x="1889977" y="1193278"/>
                      <a:pt x="1899482" y="1194046"/>
                    </a:cubicBezTo>
                    <a:cubicBezTo>
                      <a:pt x="1904859" y="1194430"/>
                      <a:pt x="1910813" y="1194526"/>
                      <a:pt x="1915420" y="1196927"/>
                    </a:cubicBezTo>
                    <a:cubicBezTo>
                      <a:pt x="1927711" y="1203072"/>
                      <a:pt x="1939136" y="1210945"/>
                      <a:pt x="1951522" y="1216994"/>
                    </a:cubicBezTo>
                    <a:cubicBezTo>
                      <a:pt x="1957475" y="1219874"/>
                      <a:pt x="1964580" y="1221410"/>
                      <a:pt x="1971302" y="1221507"/>
                    </a:cubicBezTo>
                    <a:cubicBezTo>
                      <a:pt x="1991177" y="1221987"/>
                      <a:pt x="2011052" y="1221987"/>
                      <a:pt x="2030831" y="1221123"/>
                    </a:cubicBezTo>
                    <a:cubicBezTo>
                      <a:pt x="2063476" y="1219778"/>
                      <a:pt x="2096601" y="1219490"/>
                      <a:pt x="2120125" y="1190878"/>
                    </a:cubicBezTo>
                    <a:cubicBezTo>
                      <a:pt x="2122046" y="1188573"/>
                      <a:pt x="2126174" y="1187229"/>
                      <a:pt x="2129439" y="1186845"/>
                    </a:cubicBezTo>
                    <a:cubicBezTo>
                      <a:pt x="2144513" y="1185021"/>
                      <a:pt x="2159971" y="1184828"/>
                      <a:pt x="2174854" y="1181852"/>
                    </a:cubicBezTo>
                    <a:cubicBezTo>
                      <a:pt x="2186760" y="1179452"/>
                      <a:pt x="2196650" y="1180220"/>
                      <a:pt x="2205674" y="1188669"/>
                    </a:cubicBezTo>
                    <a:cubicBezTo>
                      <a:pt x="2217485" y="1199807"/>
                      <a:pt x="2231887" y="1206336"/>
                      <a:pt x="2247634" y="1202784"/>
                    </a:cubicBezTo>
                    <a:cubicBezTo>
                      <a:pt x="2263379" y="1199327"/>
                      <a:pt x="2273749" y="1206816"/>
                      <a:pt x="2285367" y="1214594"/>
                    </a:cubicBezTo>
                    <a:cubicBezTo>
                      <a:pt x="2293817" y="1220258"/>
                      <a:pt x="2303418" y="1227363"/>
                      <a:pt x="2312827" y="1227939"/>
                    </a:cubicBezTo>
                    <a:cubicBezTo>
                      <a:pt x="2334143" y="1229187"/>
                      <a:pt x="2352482" y="1248967"/>
                      <a:pt x="2375622" y="1237733"/>
                    </a:cubicBezTo>
                    <a:cubicBezTo>
                      <a:pt x="2377158" y="1236965"/>
                      <a:pt x="2379942" y="1238885"/>
                      <a:pt x="2382151" y="1239365"/>
                    </a:cubicBezTo>
                    <a:cubicBezTo>
                      <a:pt x="2399817" y="1243014"/>
                      <a:pt x="2416428" y="1239461"/>
                      <a:pt x="2429390" y="1227459"/>
                    </a:cubicBezTo>
                    <a:cubicBezTo>
                      <a:pt x="2446385" y="1211809"/>
                      <a:pt x="2465203" y="1210272"/>
                      <a:pt x="2486134" y="1215362"/>
                    </a:cubicBezTo>
                    <a:cubicBezTo>
                      <a:pt x="2492856" y="1216994"/>
                      <a:pt x="2499577" y="1218146"/>
                      <a:pt x="2506394" y="1219490"/>
                    </a:cubicBezTo>
                    <a:cubicBezTo>
                      <a:pt x="2515611" y="1221410"/>
                      <a:pt x="2524925" y="1223427"/>
                      <a:pt x="2534142" y="1225347"/>
                    </a:cubicBezTo>
                    <a:cubicBezTo>
                      <a:pt x="2543072" y="1227268"/>
                      <a:pt x="2552962" y="1230532"/>
                      <a:pt x="2559874" y="1222275"/>
                    </a:cubicBezTo>
                    <a:cubicBezTo>
                      <a:pt x="2565827" y="1215169"/>
                      <a:pt x="2570052" y="1215842"/>
                      <a:pt x="2575525" y="1221987"/>
                    </a:cubicBezTo>
                    <a:cubicBezTo>
                      <a:pt x="2594536" y="1243494"/>
                      <a:pt x="2617580" y="1256936"/>
                      <a:pt x="2646960" y="1257896"/>
                    </a:cubicBezTo>
                    <a:cubicBezTo>
                      <a:pt x="2653009" y="1258088"/>
                      <a:pt x="2659154" y="1259432"/>
                      <a:pt x="2665107" y="1260873"/>
                    </a:cubicBezTo>
                    <a:cubicBezTo>
                      <a:pt x="2668756" y="1261736"/>
                      <a:pt x="2673173" y="1262697"/>
                      <a:pt x="2675381" y="1265290"/>
                    </a:cubicBezTo>
                    <a:cubicBezTo>
                      <a:pt x="2692567" y="1285068"/>
                      <a:pt x="2713979" y="1298799"/>
                      <a:pt x="2737311" y="1309841"/>
                    </a:cubicBezTo>
                    <a:cubicBezTo>
                      <a:pt x="2745664" y="1313777"/>
                      <a:pt x="2754594" y="1317713"/>
                      <a:pt x="2763619" y="1318866"/>
                    </a:cubicBezTo>
                    <a:cubicBezTo>
                      <a:pt x="2773028" y="1320018"/>
                      <a:pt x="2782917" y="1318098"/>
                      <a:pt x="2792519" y="1317041"/>
                    </a:cubicBezTo>
                    <a:cubicBezTo>
                      <a:pt x="2798184" y="1316466"/>
                      <a:pt x="2804713" y="1316561"/>
                      <a:pt x="2809226" y="1313777"/>
                    </a:cubicBezTo>
                    <a:cubicBezTo>
                      <a:pt x="2823532" y="1305039"/>
                      <a:pt x="2837358" y="1295631"/>
                      <a:pt x="2850705" y="1285452"/>
                    </a:cubicBezTo>
                    <a:cubicBezTo>
                      <a:pt x="2862131" y="1276715"/>
                      <a:pt x="2864435" y="1275467"/>
                      <a:pt x="2874324" y="1286413"/>
                    </a:cubicBezTo>
                    <a:cubicBezTo>
                      <a:pt x="2884502" y="1297647"/>
                      <a:pt x="2897176" y="1303503"/>
                      <a:pt x="2911194" y="1305903"/>
                    </a:cubicBezTo>
                    <a:cubicBezTo>
                      <a:pt x="2933373" y="1309648"/>
                      <a:pt x="2955745" y="1312816"/>
                      <a:pt x="2978116" y="1314641"/>
                    </a:cubicBezTo>
                    <a:cubicBezTo>
                      <a:pt x="2998375" y="1316273"/>
                      <a:pt x="3008073" y="1307440"/>
                      <a:pt x="3012106" y="1287373"/>
                    </a:cubicBezTo>
                    <a:cubicBezTo>
                      <a:pt x="3014410" y="1276235"/>
                      <a:pt x="3017387" y="1264137"/>
                      <a:pt x="3029676" y="1261161"/>
                    </a:cubicBezTo>
                    <a:cubicBezTo>
                      <a:pt x="3049744" y="1256360"/>
                      <a:pt x="3070579" y="1254248"/>
                      <a:pt x="3080469" y="1230724"/>
                    </a:cubicBezTo>
                    <a:cubicBezTo>
                      <a:pt x="3085941" y="1235909"/>
                      <a:pt x="3089302" y="1238981"/>
                      <a:pt x="3092567" y="1242054"/>
                    </a:cubicBezTo>
                    <a:cubicBezTo>
                      <a:pt x="3101592" y="1250599"/>
                      <a:pt x="3120314" y="1254248"/>
                      <a:pt x="3129821" y="1246855"/>
                    </a:cubicBezTo>
                    <a:cubicBezTo>
                      <a:pt x="3143839" y="1236101"/>
                      <a:pt x="3156705" y="1238117"/>
                      <a:pt x="3170147" y="1246471"/>
                    </a:cubicBezTo>
                    <a:cubicBezTo>
                      <a:pt x="3192615" y="1260297"/>
                      <a:pt x="3217674" y="1257128"/>
                      <a:pt x="3240429" y="1251559"/>
                    </a:cubicBezTo>
                    <a:cubicBezTo>
                      <a:pt x="3257617" y="1247430"/>
                      <a:pt x="3275956" y="1239845"/>
                      <a:pt x="3287189" y="1222466"/>
                    </a:cubicBezTo>
                    <a:cubicBezTo>
                      <a:pt x="3290741" y="1216898"/>
                      <a:pt x="3298711" y="1214113"/>
                      <a:pt x="3305049" y="1210465"/>
                    </a:cubicBezTo>
                    <a:cubicBezTo>
                      <a:pt x="3310329" y="1207488"/>
                      <a:pt x="3315898" y="1204704"/>
                      <a:pt x="3321755" y="1202784"/>
                    </a:cubicBezTo>
                    <a:cubicBezTo>
                      <a:pt x="3327995" y="1200671"/>
                      <a:pt x="3334909" y="1197598"/>
                      <a:pt x="3341055" y="1198463"/>
                    </a:cubicBezTo>
                    <a:cubicBezTo>
                      <a:pt x="3359681" y="1200959"/>
                      <a:pt x="3374467" y="1196062"/>
                      <a:pt x="3387621" y="1182140"/>
                    </a:cubicBezTo>
                    <a:cubicBezTo>
                      <a:pt x="3394439" y="1174939"/>
                      <a:pt x="3404520" y="1166202"/>
                      <a:pt x="3413161" y="1166105"/>
                    </a:cubicBezTo>
                    <a:cubicBezTo>
                      <a:pt x="3434189" y="1165818"/>
                      <a:pt x="3451663" y="1158905"/>
                      <a:pt x="3470579" y="1150647"/>
                    </a:cubicBezTo>
                    <a:cubicBezTo>
                      <a:pt x="3482772" y="1145366"/>
                      <a:pt x="3496598" y="1141718"/>
                      <a:pt x="3509657" y="1136821"/>
                    </a:cubicBezTo>
                    <a:cubicBezTo>
                      <a:pt x="3524923" y="1131060"/>
                      <a:pt x="3541534" y="1128948"/>
                      <a:pt x="3550847" y="1113009"/>
                    </a:cubicBezTo>
                    <a:cubicBezTo>
                      <a:pt x="3551903" y="1111281"/>
                      <a:pt x="3555072" y="1110993"/>
                      <a:pt x="3556608" y="1109361"/>
                    </a:cubicBezTo>
                    <a:cubicBezTo>
                      <a:pt x="3561505" y="1104368"/>
                      <a:pt x="3567842" y="1099760"/>
                      <a:pt x="3570435" y="1093710"/>
                    </a:cubicBezTo>
                    <a:cubicBezTo>
                      <a:pt x="3577923" y="1076044"/>
                      <a:pt x="3583780" y="1057800"/>
                      <a:pt x="3590501" y="1039846"/>
                    </a:cubicBezTo>
                    <a:cubicBezTo>
                      <a:pt x="3591942" y="1036005"/>
                      <a:pt x="3593285" y="1031108"/>
                      <a:pt x="3596263" y="1028900"/>
                    </a:cubicBezTo>
                    <a:cubicBezTo>
                      <a:pt x="3613449" y="1016226"/>
                      <a:pt x="3630925" y="1004032"/>
                      <a:pt x="3648591" y="992030"/>
                    </a:cubicBezTo>
                    <a:cubicBezTo>
                      <a:pt x="3655696" y="987229"/>
                      <a:pt x="3661649" y="989918"/>
                      <a:pt x="3667986" y="995487"/>
                    </a:cubicBezTo>
                    <a:cubicBezTo>
                      <a:pt x="3674131" y="1000768"/>
                      <a:pt x="3681717" y="1006240"/>
                      <a:pt x="3689397" y="1007585"/>
                    </a:cubicBezTo>
                    <a:cubicBezTo>
                      <a:pt x="3704760" y="1010177"/>
                      <a:pt x="3720698" y="1010753"/>
                      <a:pt x="3736349" y="1010753"/>
                    </a:cubicBezTo>
                    <a:cubicBezTo>
                      <a:pt x="3742205" y="1010753"/>
                      <a:pt x="3748446" y="1007297"/>
                      <a:pt x="3753919" y="1004513"/>
                    </a:cubicBezTo>
                    <a:cubicBezTo>
                      <a:pt x="3764289" y="999231"/>
                      <a:pt x="3773890" y="992126"/>
                      <a:pt x="3784643" y="987710"/>
                    </a:cubicBezTo>
                    <a:cubicBezTo>
                      <a:pt x="3797126" y="982621"/>
                      <a:pt x="3804615" y="974459"/>
                      <a:pt x="3808359" y="961689"/>
                    </a:cubicBezTo>
                    <a:cubicBezTo>
                      <a:pt x="3813929" y="942679"/>
                      <a:pt x="3827179" y="929428"/>
                      <a:pt x="3842829" y="918674"/>
                    </a:cubicBezTo>
                    <a:cubicBezTo>
                      <a:pt x="3862705" y="904944"/>
                      <a:pt x="3886421" y="905616"/>
                      <a:pt x="3908983" y="902256"/>
                    </a:cubicBezTo>
                    <a:cubicBezTo>
                      <a:pt x="3917625" y="901008"/>
                      <a:pt x="3926555" y="899951"/>
                      <a:pt x="3934428" y="896783"/>
                    </a:cubicBezTo>
                    <a:cubicBezTo>
                      <a:pt x="3964288" y="884877"/>
                      <a:pt x="3994149" y="873548"/>
                      <a:pt x="4026987" y="873835"/>
                    </a:cubicBezTo>
                    <a:cubicBezTo>
                      <a:pt x="4029674" y="873835"/>
                      <a:pt x="4032363" y="873548"/>
                      <a:pt x="4035051" y="873067"/>
                    </a:cubicBezTo>
                    <a:cubicBezTo>
                      <a:pt x="4058383" y="869131"/>
                      <a:pt x="4082483" y="867594"/>
                      <a:pt x="4099189" y="846664"/>
                    </a:cubicBezTo>
                    <a:cubicBezTo>
                      <a:pt x="4102261" y="842823"/>
                      <a:pt x="4109271" y="841671"/>
                      <a:pt x="4114647" y="840134"/>
                    </a:cubicBezTo>
                    <a:cubicBezTo>
                      <a:pt x="4123961" y="837638"/>
                      <a:pt x="4130203" y="832549"/>
                      <a:pt x="4133563" y="823427"/>
                    </a:cubicBezTo>
                    <a:cubicBezTo>
                      <a:pt x="4139229" y="807681"/>
                      <a:pt x="4145949" y="792223"/>
                      <a:pt x="4151039" y="776284"/>
                    </a:cubicBezTo>
                    <a:cubicBezTo>
                      <a:pt x="4154591" y="765338"/>
                      <a:pt x="4161215" y="759289"/>
                      <a:pt x="4171489" y="754776"/>
                    </a:cubicBezTo>
                    <a:cubicBezTo>
                      <a:pt x="4177251" y="752280"/>
                      <a:pt x="4182243" y="746808"/>
                      <a:pt x="4186372" y="741718"/>
                    </a:cubicBezTo>
                    <a:cubicBezTo>
                      <a:pt x="4191365" y="735573"/>
                      <a:pt x="4193957" y="727412"/>
                      <a:pt x="4199429" y="721940"/>
                    </a:cubicBezTo>
                    <a:cubicBezTo>
                      <a:pt x="4212775" y="708305"/>
                      <a:pt x="4216905" y="693231"/>
                      <a:pt x="4212487" y="674604"/>
                    </a:cubicBezTo>
                    <a:cubicBezTo>
                      <a:pt x="4208551" y="658090"/>
                      <a:pt x="4218921" y="636006"/>
                      <a:pt x="4232555" y="632645"/>
                    </a:cubicBezTo>
                    <a:cubicBezTo>
                      <a:pt x="4247629" y="628900"/>
                      <a:pt x="4257999" y="619684"/>
                      <a:pt x="4268657" y="609410"/>
                    </a:cubicBezTo>
                    <a:cubicBezTo>
                      <a:pt x="4274609" y="603649"/>
                      <a:pt x="4282963" y="598656"/>
                      <a:pt x="4291028" y="597216"/>
                    </a:cubicBezTo>
                    <a:cubicBezTo>
                      <a:pt x="4321657" y="591647"/>
                      <a:pt x="4350557" y="598464"/>
                      <a:pt x="4379651" y="609506"/>
                    </a:cubicBezTo>
                    <a:cubicBezTo>
                      <a:pt x="4398661" y="616707"/>
                      <a:pt x="4419784" y="618627"/>
                      <a:pt x="4440139" y="621507"/>
                    </a:cubicBezTo>
                    <a:cubicBezTo>
                      <a:pt x="4446477" y="622371"/>
                      <a:pt x="4454542" y="620452"/>
                      <a:pt x="4460015" y="616899"/>
                    </a:cubicBezTo>
                    <a:cubicBezTo>
                      <a:pt x="4479218" y="604609"/>
                      <a:pt x="4498325" y="591935"/>
                      <a:pt x="4516183" y="577724"/>
                    </a:cubicBezTo>
                    <a:cubicBezTo>
                      <a:pt x="4532795" y="564379"/>
                      <a:pt x="4551517" y="558810"/>
                      <a:pt x="4571681" y="560250"/>
                    </a:cubicBezTo>
                    <a:cubicBezTo>
                      <a:pt x="4586371" y="561306"/>
                      <a:pt x="4599621" y="558905"/>
                      <a:pt x="4613447" y="555257"/>
                    </a:cubicBezTo>
                    <a:cubicBezTo>
                      <a:pt x="4624969" y="552185"/>
                      <a:pt x="4637643" y="550072"/>
                      <a:pt x="4649355" y="551417"/>
                    </a:cubicBezTo>
                    <a:cubicBezTo>
                      <a:pt x="4665775" y="553337"/>
                      <a:pt x="4679313" y="550553"/>
                      <a:pt x="4692467" y="540663"/>
                    </a:cubicBezTo>
                    <a:cubicBezTo>
                      <a:pt x="4699476" y="535382"/>
                      <a:pt x="4708502" y="532598"/>
                      <a:pt x="4716855" y="528949"/>
                    </a:cubicBezTo>
                    <a:cubicBezTo>
                      <a:pt x="4729721" y="523284"/>
                      <a:pt x="4743067" y="518483"/>
                      <a:pt x="4755645" y="512147"/>
                    </a:cubicBezTo>
                    <a:cubicBezTo>
                      <a:pt x="4769183" y="505425"/>
                      <a:pt x="4781569" y="496112"/>
                      <a:pt x="4795395" y="490351"/>
                    </a:cubicBezTo>
                    <a:cubicBezTo>
                      <a:pt x="4810278" y="484110"/>
                      <a:pt x="4819879" y="474605"/>
                      <a:pt x="4825928" y="459818"/>
                    </a:cubicBezTo>
                    <a:cubicBezTo>
                      <a:pt x="4829769" y="450504"/>
                      <a:pt x="4835049" y="440615"/>
                      <a:pt x="4842347" y="434086"/>
                    </a:cubicBezTo>
                    <a:cubicBezTo>
                      <a:pt x="4857422" y="420740"/>
                      <a:pt x="4875087" y="410370"/>
                      <a:pt x="4890451" y="397216"/>
                    </a:cubicBezTo>
                    <a:cubicBezTo>
                      <a:pt x="4912054" y="378781"/>
                      <a:pt x="4932025" y="359194"/>
                      <a:pt x="4933945" y="327701"/>
                    </a:cubicBezTo>
                    <a:cubicBezTo>
                      <a:pt x="4935001" y="310322"/>
                      <a:pt x="4944219" y="302929"/>
                      <a:pt x="4961214" y="298801"/>
                    </a:cubicBezTo>
                    <a:cubicBezTo>
                      <a:pt x="4966878" y="297457"/>
                      <a:pt x="4974945" y="294864"/>
                      <a:pt x="4976672" y="290639"/>
                    </a:cubicBezTo>
                    <a:cubicBezTo>
                      <a:pt x="4981857" y="278061"/>
                      <a:pt x="4992610" y="275565"/>
                      <a:pt x="5002979" y="270573"/>
                    </a:cubicBezTo>
                    <a:cubicBezTo>
                      <a:pt x="5009221" y="267596"/>
                      <a:pt x="5016903" y="261739"/>
                      <a:pt x="5018535" y="255690"/>
                    </a:cubicBezTo>
                    <a:cubicBezTo>
                      <a:pt x="5025255" y="231206"/>
                      <a:pt x="5043690" y="216804"/>
                      <a:pt x="5061069" y="200961"/>
                    </a:cubicBezTo>
                    <a:cubicBezTo>
                      <a:pt x="5066158" y="196256"/>
                      <a:pt x="5071631" y="190879"/>
                      <a:pt x="5074127" y="184735"/>
                    </a:cubicBezTo>
                    <a:cubicBezTo>
                      <a:pt x="5079409" y="171484"/>
                      <a:pt x="5087281" y="161882"/>
                      <a:pt x="5101108" y="156891"/>
                    </a:cubicBezTo>
                    <a:cubicBezTo>
                      <a:pt x="5105524" y="155354"/>
                      <a:pt x="5109557" y="151801"/>
                      <a:pt x="5112918" y="148441"/>
                    </a:cubicBezTo>
                    <a:cubicBezTo>
                      <a:pt x="5120119" y="141144"/>
                      <a:pt x="5126167" y="132598"/>
                      <a:pt x="5133753" y="125782"/>
                    </a:cubicBezTo>
                    <a:cubicBezTo>
                      <a:pt x="5153051" y="108211"/>
                      <a:pt x="5172159" y="90928"/>
                      <a:pt x="5183393" y="66348"/>
                    </a:cubicBezTo>
                    <a:cubicBezTo>
                      <a:pt x="5188865" y="54346"/>
                      <a:pt x="5195107" y="41288"/>
                      <a:pt x="5204709" y="33030"/>
                    </a:cubicBezTo>
                    <a:cubicBezTo>
                      <a:pt x="5216903" y="22565"/>
                      <a:pt x="5232937" y="16612"/>
                      <a:pt x="5247243" y="845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44" name="Freeform: Shape 43">
                <a:extLst>
                  <a:ext uri="{FF2B5EF4-FFF2-40B4-BE49-F238E27FC236}">
                    <a16:creationId xmlns:a16="http://schemas.microsoft.com/office/drawing/2014/main" id="{7B2886F6-DE07-47C7-840F-22CD86C0D1D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96000" y="4138312"/>
                <a:ext cx="5260975" cy="1410656"/>
              </a:xfrm>
              <a:custGeom>
                <a:avLst/>
                <a:gdLst>
                  <a:gd name="connsiteX0" fmla="*/ 5260975 w 5260975"/>
                  <a:gd name="connsiteY0" fmla="*/ 0 h 1410656"/>
                  <a:gd name="connsiteX1" fmla="*/ 5260975 w 5260975"/>
                  <a:gd name="connsiteY1" fmla="*/ 221634 h 1410656"/>
                  <a:gd name="connsiteX2" fmla="*/ 5226503 w 5260975"/>
                  <a:gd name="connsiteY2" fmla="*/ 237063 h 1410656"/>
                  <a:gd name="connsiteX3" fmla="*/ 5206341 w 5260975"/>
                  <a:gd name="connsiteY3" fmla="*/ 245128 h 1410656"/>
                  <a:gd name="connsiteX4" fmla="*/ 5123287 w 5260975"/>
                  <a:gd name="connsiteY4" fmla="*/ 297073 h 1410656"/>
                  <a:gd name="connsiteX5" fmla="*/ 5048107 w 5260975"/>
                  <a:gd name="connsiteY5" fmla="*/ 361307 h 1410656"/>
                  <a:gd name="connsiteX6" fmla="*/ 4992899 w 5260975"/>
                  <a:gd name="connsiteY6" fmla="*/ 437542 h 1410656"/>
                  <a:gd name="connsiteX7" fmla="*/ 4977440 w 5260975"/>
                  <a:gd name="connsiteY7" fmla="*/ 455690 h 1410656"/>
                  <a:gd name="connsiteX8" fmla="*/ 4935193 w 5260975"/>
                  <a:gd name="connsiteY8" fmla="*/ 478445 h 1410656"/>
                  <a:gd name="connsiteX9" fmla="*/ 4897844 w 5260975"/>
                  <a:gd name="connsiteY9" fmla="*/ 495535 h 1410656"/>
                  <a:gd name="connsiteX10" fmla="*/ 4870767 w 5260975"/>
                  <a:gd name="connsiteY10" fmla="*/ 514451 h 1410656"/>
                  <a:gd name="connsiteX11" fmla="*/ 4847916 w 5260975"/>
                  <a:gd name="connsiteY11" fmla="*/ 531830 h 1410656"/>
                  <a:gd name="connsiteX12" fmla="*/ 4796163 w 5260975"/>
                  <a:gd name="connsiteY12" fmla="*/ 576765 h 1410656"/>
                  <a:gd name="connsiteX13" fmla="*/ 4738843 w 5260975"/>
                  <a:gd name="connsiteY13" fmla="*/ 614691 h 1410656"/>
                  <a:gd name="connsiteX14" fmla="*/ 4692755 w 5260975"/>
                  <a:gd name="connsiteY14" fmla="*/ 661162 h 1410656"/>
                  <a:gd name="connsiteX15" fmla="*/ 4673744 w 5260975"/>
                  <a:gd name="connsiteY15" fmla="*/ 686318 h 1410656"/>
                  <a:gd name="connsiteX16" fmla="*/ 4633801 w 5260975"/>
                  <a:gd name="connsiteY16" fmla="*/ 703505 h 1410656"/>
                  <a:gd name="connsiteX17" fmla="*/ 4590499 w 5260975"/>
                  <a:gd name="connsiteY17" fmla="*/ 730389 h 1410656"/>
                  <a:gd name="connsiteX18" fmla="*/ 4559773 w 5260975"/>
                  <a:gd name="connsiteY18" fmla="*/ 757081 h 1410656"/>
                  <a:gd name="connsiteX19" fmla="*/ 4536059 w 5260975"/>
                  <a:gd name="connsiteY19" fmla="*/ 774940 h 1410656"/>
                  <a:gd name="connsiteX20" fmla="*/ 4502549 w 5260975"/>
                  <a:gd name="connsiteY20" fmla="*/ 792895 h 1410656"/>
                  <a:gd name="connsiteX21" fmla="*/ 4468944 w 5260975"/>
                  <a:gd name="connsiteY21" fmla="*/ 816419 h 1410656"/>
                  <a:gd name="connsiteX22" fmla="*/ 4452622 w 5260975"/>
                  <a:gd name="connsiteY22" fmla="*/ 830917 h 1410656"/>
                  <a:gd name="connsiteX23" fmla="*/ 4421032 w 5260975"/>
                  <a:gd name="connsiteY23" fmla="*/ 855016 h 1410656"/>
                  <a:gd name="connsiteX24" fmla="*/ 4388483 w 5260975"/>
                  <a:gd name="connsiteY24" fmla="*/ 877484 h 1410656"/>
                  <a:gd name="connsiteX25" fmla="*/ 4327321 w 5260975"/>
                  <a:gd name="connsiteY25" fmla="*/ 903216 h 1410656"/>
                  <a:gd name="connsiteX26" fmla="*/ 4271633 w 5260975"/>
                  <a:gd name="connsiteY26" fmla="*/ 941046 h 1410656"/>
                  <a:gd name="connsiteX27" fmla="*/ 4227465 w 5260975"/>
                  <a:gd name="connsiteY27" fmla="*/ 968698 h 1410656"/>
                  <a:gd name="connsiteX28" fmla="*/ 4201733 w 5260975"/>
                  <a:gd name="connsiteY28" fmla="*/ 986846 h 1410656"/>
                  <a:gd name="connsiteX29" fmla="*/ 4154494 w 5260975"/>
                  <a:gd name="connsiteY29" fmla="*/ 1027364 h 1410656"/>
                  <a:gd name="connsiteX30" fmla="*/ 4081234 w 5260975"/>
                  <a:gd name="connsiteY30" fmla="*/ 1069994 h 1410656"/>
                  <a:gd name="connsiteX31" fmla="*/ 4036971 w 5260975"/>
                  <a:gd name="connsiteY31" fmla="*/ 1093038 h 1410656"/>
                  <a:gd name="connsiteX32" fmla="*/ 3941725 w 5260975"/>
                  <a:gd name="connsiteY32" fmla="*/ 1127796 h 1410656"/>
                  <a:gd name="connsiteX33" fmla="*/ 3910999 w 5260975"/>
                  <a:gd name="connsiteY33" fmla="*/ 1140182 h 1410656"/>
                  <a:gd name="connsiteX34" fmla="*/ 3875859 w 5260975"/>
                  <a:gd name="connsiteY34" fmla="*/ 1148343 h 1410656"/>
                  <a:gd name="connsiteX35" fmla="*/ 3819401 w 5260975"/>
                  <a:gd name="connsiteY35" fmla="*/ 1167642 h 1410656"/>
                  <a:gd name="connsiteX36" fmla="*/ 3709176 w 5260975"/>
                  <a:gd name="connsiteY36" fmla="*/ 1200863 h 1410656"/>
                  <a:gd name="connsiteX37" fmla="*/ 3684981 w 5260975"/>
                  <a:gd name="connsiteY37" fmla="*/ 1205952 h 1410656"/>
                  <a:gd name="connsiteX38" fmla="*/ 3623338 w 5260975"/>
                  <a:gd name="connsiteY38" fmla="*/ 1227363 h 1410656"/>
                  <a:gd name="connsiteX39" fmla="*/ 3586373 w 5260975"/>
                  <a:gd name="connsiteY39" fmla="*/ 1241765 h 1410656"/>
                  <a:gd name="connsiteX40" fmla="*/ 3555743 w 5260975"/>
                  <a:gd name="connsiteY40" fmla="*/ 1250023 h 1410656"/>
                  <a:gd name="connsiteX41" fmla="*/ 3528667 w 5260975"/>
                  <a:gd name="connsiteY41" fmla="*/ 1253864 h 1410656"/>
                  <a:gd name="connsiteX42" fmla="*/ 3457424 w 5260975"/>
                  <a:gd name="connsiteY42" fmla="*/ 1272874 h 1410656"/>
                  <a:gd name="connsiteX43" fmla="*/ 3429003 w 5260975"/>
                  <a:gd name="connsiteY43" fmla="*/ 1280364 h 1410656"/>
                  <a:gd name="connsiteX44" fmla="*/ 3355264 w 5260975"/>
                  <a:gd name="connsiteY44" fmla="*/ 1306096 h 1410656"/>
                  <a:gd name="connsiteX45" fmla="*/ 3292757 w 5260975"/>
                  <a:gd name="connsiteY45" fmla="*/ 1323090 h 1410656"/>
                  <a:gd name="connsiteX46" fmla="*/ 3266643 w 5260975"/>
                  <a:gd name="connsiteY46" fmla="*/ 1331251 h 1410656"/>
                  <a:gd name="connsiteX47" fmla="*/ 3206921 w 5260975"/>
                  <a:gd name="connsiteY47" fmla="*/ 1344886 h 1410656"/>
                  <a:gd name="connsiteX48" fmla="*/ 3173123 w 5260975"/>
                  <a:gd name="connsiteY48" fmla="*/ 1354488 h 1410656"/>
                  <a:gd name="connsiteX49" fmla="*/ 3090646 w 5260975"/>
                  <a:gd name="connsiteY49" fmla="*/ 1365337 h 1410656"/>
                  <a:gd name="connsiteX50" fmla="*/ 3005480 w 5260975"/>
                  <a:gd name="connsiteY50" fmla="*/ 1375802 h 1410656"/>
                  <a:gd name="connsiteX51" fmla="*/ 2958721 w 5260975"/>
                  <a:gd name="connsiteY51" fmla="*/ 1379259 h 1410656"/>
                  <a:gd name="connsiteX52" fmla="*/ 2917915 w 5260975"/>
                  <a:gd name="connsiteY52" fmla="*/ 1384733 h 1410656"/>
                  <a:gd name="connsiteX53" fmla="*/ 2882389 w 5260975"/>
                  <a:gd name="connsiteY53" fmla="*/ 1388189 h 1410656"/>
                  <a:gd name="connsiteX54" fmla="*/ 2825837 w 5260975"/>
                  <a:gd name="connsiteY54" fmla="*/ 1395198 h 1410656"/>
                  <a:gd name="connsiteX55" fmla="*/ 2802313 w 5260975"/>
                  <a:gd name="connsiteY55" fmla="*/ 1397023 h 1410656"/>
                  <a:gd name="connsiteX56" fmla="*/ 2746816 w 5260975"/>
                  <a:gd name="connsiteY56" fmla="*/ 1396926 h 1410656"/>
                  <a:gd name="connsiteX57" fmla="*/ 2727517 w 5260975"/>
                  <a:gd name="connsiteY57" fmla="*/ 1395966 h 1410656"/>
                  <a:gd name="connsiteX58" fmla="*/ 2690359 w 5260975"/>
                  <a:gd name="connsiteY58" fmla="*/ 1384060 h 1410656"/>
                  <a:gd name="connsiteX59" fmla="*/ 2685943 w 5260975"/>
                  <a:gd name="connsiteY59" fmla="*/ 1383196 h 1410656"/>
                  <a:gd name="connsiteX60" fmla="*/ 2661554 w 5260975"/>
                  <a:gd name="connsiteY60" fmla="*/ 1378491 h 1410656"/>
                  <a:gd name="connsiteX61" fmla="*/ 2648208 w 5260975"/>
                  <a:gd name="connsiteY61" fmla="*/ 1376955 h 1410656"/>
                  <a:gd name="connsiteX62" fmla="*/ 2597512 w 5260975"/>
                  <a:gd name="connsiteY62" fmla="*/ 1367162 h 1410656"/>
                  <a:gd name="connsiteX63" fmla="*/ 2568324 w 5260975"/>
                  <a:gd name="connsiteY63" fmla="*/ 1362553 h 1410656"/>
                  <a:gd name="connsiteX64" fmla="*/ 2544704 w 5260975"/>
                  <a:gd name="connsiteY64" fmla="*/ 1363225 h 1410656"/>
                  <a:gd name="connsiteX65" fmla="*/ 2503225 w 5260975"/>
                  <a:gd name="connsiteY65" fmla="*/ 1364089 h 1410656"/>
                  <a:gd name="connsiteX66" fmla="*/ 2489975 w 5260975"/>
                  <a:gd name="connsiteY66" fmla="*/ 1366298 h 1410656"/>
                  <a:gd name="connsiteX67" fmla="*/ 2430061 w 5260975"/>
                  <a:gd name="connsiteY67" fmla="*/ 1359960 h 1410656"/>
                  <a:gd name="connsiteX68" fmla="*/ 2395880 w 5260975"/>
                  <a:gd name="connsiteY68" fmla="*/ 1359480 h 1410656"/>
                  <a:gd name="connsiteX69" fmla="*/ 2357378 w 5260975"/>
                  <a:gd name="connsiteY69" fmla="*/ 1351607 h 1410656"/>
                  <a:gd name="connsiteX70" fmla="*/ 2346145 w 5260975"/>
                  <a:gd name="connsiteY70" fmla="*/ 1351991 h 1410656"/>
                  <a:gd name="connsiteX71" fmla="*/ 2333567 w 5260975"/>
                  <a:gd name="connsiteY71" fmla="*/ 1352663 h 1410656"/>
                  <a:gd name="connsiteX72" fmla="*/ 2294968 w 5260975"/>
                  <a:gd name="connsiteY72" fmla="*/ 1353240 h 1410656"/>
                  <a:gd name="connsiteX73" fmla="*/ 2271540 w 5260975"/>
                  <a:gd name="connsiteY73" fmla="*/ 1356120 h 1410656"/>
                  <a:gd name="connsiteX74" fmla="*/ 2226895 w 5260975"/>
                  <a:gd name="connsiteY74" fmla="*/ 1354392 h 1410656"/>
                  <a:gd name="connsiteX75" fmla="*/ 2210379 w 5260975"/>
                  <a:gd name="connsiteY75" fmla="*/ 1356888 h 1410656"/>
                  <a:gd name="connsiteX76" fmla="*/ 2168613 w 5260975"/>
                  <a:gd name="connsiteY76" fmla="*/ 1357176 h 1410656"/>
                  <a:gd name="connsiteX77" fmla="*/ 2131167 w 5260975"/>
                  <a:gd name="connsiteY77" fmla="*/ 1355736 h 1410656"/>
                  <a:gd name="connsiteX78" fmla="*/ 2095065 w 5260975"/>
                  <a:gd name="connsiteY78" fmla="*/ 1356504 h 1410656"/>
                  <a:gd name="connsiteX79" fmla="*/ 2069237 w 5260975"/>
                  <a:gd name="connsiteY79" fmla="*/ 1359672 h 1410656"/>
                  <a:gd name="connsiteX80" fmla="*/ 2041201 w 5260975"/>
                  <a:gd name="connsiteY80" fmla="*/ 1361592 h 1410656"/>
                  <a:gd name="connsiteX81" fmla="*/ 1963909 w 5260975"/>
                  <a:gd name="connsiteY81" fmla="*/ 1373018 h 1410656"/>
                  <a:gd name="connsiteX82" fmla="*/ 1949603 w 5260975"/>
                  <a:gd name="connsiteY82" fmla="*/ 1370234 h 1410656"/>
                  <a:gd name="connsiteX83" fmla="*/ 1868373 w 5260975"/>
                  <a:gd name="connsiteY83" fmla="*/ 1367641 h 1410656"/>
                  <a:gd name="connsiteX84" fmla="*/ 1850707 w 5260975"/>
                  <a:gd name="connsiteY84" fmla="*/ 1367834 h 1410656"/>
                  <a:gd name="connsiteX85" fmla="*/ 1803275 w 5260975"/>
                  <a:gd name="connsiteY85" fmla="*/ 1356504 h 1410656"/>
                  <a:gd name="connsiteX86" fmla="*/ 1730112 w 5260975"/>
                  <a:gd name="connsiteY86" fmla="*/ 1374459 h 1410656"/>
                  <a:gd name="connsiteX87" fmla="*/ 1661652 w 5260975"/>
                  <a:gd name="connsiteY87" fmla="*/ 1396926 h 1410656"/>
                  <a:gd name="connsiteX88" fmla="*/ 1653011 w 5260975"/>
                  <a:gd name="connsiteY88" fmla="*/ 1399807 h 1410656"/>
                  <a:gd name="connsiteX89" fmla="*/ 1628431 w 5260975"/>
                  <a:gd name="connsiteY89" fmla="*/ 1404704 h 1410656"/>
                  <a:gd name="connsiteX90" fmla="*/ 1597995 w 5260975"/>
                  <a:gd name="connsiteY90" fmla="*/ 1406432 h 1410656"/>
                  <a:gd name="connsiteX91" fmla="*/ 1559396 w 5260975"/>
                  <a:gd name="connsiteY91" fmla="*/ 1410656 h 1410656"/>
                  <a:gd name="connsiteX92" fmla="*/ 1528480 w 5260975"/>
                  <a:gd name="connsiteY92" fmla="*/ 1405375 h 1410656"/>
                  <a:gd name="connsiteX93" fmla="*/ 1485272 w 5260975"/>
                  <a:gd name="connsiteY93" fmla="*/ 1397502 h 1410656"/>
                  <a:gd name="connsiteX94" fmla="*/ 1444562 w 5260975"/>
                  <a:gd name="connsiteY94" fmla="*/ 1390013 h 1410656"/>
                  <a:gd name="connsiteX95" fmla="*/ 1431696 w 5260975"/>
                  <a:gd name="connsiteY95" fmla="*/ 1398846 h 1410656"/>
                  <a:gd name="connsiteX96" fmla="*/ 1411821 w 5260975"/>
                  <a:gd name="connsiteY96" fmla="*/ 1406527 h 1410656"/>
                  <a:gd name="connsiteX97" fmla="*/ 1389738 w 5260975"/>
                  <a:gd name="connsiteY97" fmla="*/ 1397310 h 1410656"/>
                  <a:gd name="connsiteX98" fmla="*/ 1338081 w 5260975"/>
                  <a:gd name="connsiteY98" fmla="*/ 1378204 h 1410656"/>
                  <a:gd name="connsiteX99" fmla="*/ 1305436 w 5260975"/>
                  <a:gd name="connsiteY99" fmla="*/ 1377339 h 1410656"/>
                  <a:gd name="connsiteX100" fmla="*/ 1234481 w 5260975"/>
                  <a:gd name="connsiteY100" fmla="*/ 1369178 h 1410656"/>
                  <a:gd name="connsiteX101" fmla="*/ 1188106 w 5260975"/>
                  <a:gd name="connsiteY101" fmla="*/ 1357560 h 1410656"/>
                  <a:gd name="connsiteX102" fmla="*/ 1154790 w 5260975"/>
                  <a:gd name="connsiteY102" fmla="*/ 1344406 h 1410656"/>
                  <a:gd name="connsiteX103" fmla="*/ 1107069 w 5260975"/>
                  <a:gd name="connsiteY103" fmla="*/ 1327219 h 1410656"/>
                  <a:gd name="connsiteX104" fmla="*/ 1059158 w 5260975"/>
                  <a:gd name="connsiteY104" fmla="*/ 1318290 h 1410656"/>
                  <a:gd name="connsiteX105" fmla="*/ 1024496 w 5260975"/>
                  <a:gd name="connsiteY105" fmla="*/ 1307056 h 1410656"/>
                  <a:gd name="connsiteX106" fmla="*/ 982153 w 5260975"/>
                  <a:gd name="connsiteY106" fmla="*/ 1299374 h 1410656"/>
                  <a:gd name="connsiteX107" fmla="*/ 946628 w 5260975"/>
                  <a:gd name="connsiteY107" fmla="*/ 1299087 h 1410656"/>
                  <a:gd name="connsiteX108" fmla="*/ 890939 w 5260975"/>
                  <a:gd name="connsiteY108" fmla="*/ 1300431 h 1410656"/>
                  <a:gd name="connsiteX109" fmla="*/ 822769 w 5260975"/>
                  <a:gd name="connsiteY109" fmla="*/ 1277196 h 1410656"/>
                  <a:gd name="connsiteX110" fmla="*/ 795212 w 5260975"/>
                  <a:gd name="connsiteY110" fmla="*/ 1272010 h 1410656"/>
                  <a:gd name="connsiteX111" fmla="*/ 769288 w 5260975"/>
                  <a:gd name="connsiteY111" fmla="*/ 1269610 h 1410656"/>
                  <a:gd name="connsiteX112" fmla="*/ 714271 w 5260975"/>
                  <a:gd name="connsiteY112" fmla="*/ 1254152 h 1410656"/>
                  <a:gd name="connsiteX113" fmla="*/ 691900 w 5260975"/>
                  <a:gd name="connsiteY113" fmla="*/ 1249062 h 1410656"/>
                  <a:gd name="connsiteX114" fmla="*/ 660598 w 5260975"/>
                  <a:gd name="connsiteY114" fmla="*/ 1249159 h 1410656"/>
                  <a:gd name="connsiteX115" fmla="*/ 603662 w 5260975"/>
                  <a:gd name="connsiteY115" fmla="*/ 1242054 h 1410656"/>
                  <a:gd name="connsiteX116" fmla="*/ 546821 w 5260975"/>
                  <a:gd name="connsiteY116" fmla="*/ 1221314 h 1410656"/>
                  <a:gd name="connsiteX117" fmla="*/ 522721 w 5260975"/>
                  <a:gd name="connsiteY117" fmla="*/ 1223330 h 1410656"/>
                  <a:gd name="connsiteX118" fmla="*/ 514080 w 5260975"/>
                  <a:gd name="connsiteY118" fmla="*/ 1222851 h 1410656"/>
                  <a:gd name="connsiteX119" fmla="*/ 436404 w 5260975"/>
                  <a:gd name="connsiteY119" fmla="*/ 1211424 h 1410656"/>
                  <a:gd name="connsiteX120" fmla="*/ 428626 w 5260975"/>
                  <a:gd name="connsiteY120" fmla="*/ 1210177 h 1410656"/>
                  <a:gd name="connsiteX121" fmla="*/ 392141 w 5260975"/>
                  <a:gd name="connsiteY121" fmla="*/ 1199999 h 1410656"/>
                  <a:gd name="connsiteX122" fmla="*/ 300157 w 5260975"/>
                  <a:gd name="connsiteY122" fmla="*/ 1193662 h 1410656"/>
                  <a:gd name="connsiteX123" fmla="*/ 294493 w 5260975"/>
                  <a:gd name="connsiteY123" fmla="*/ 1192894 h 1410656"/>
                  <a:gd name="connsiteX124" fmla="*/ 263671 w 5260975"/>
                  <a:gd name="connsiteY124" fmla="*/ 1197982 h 1410656"/>
                  <a:gd name="connsiteX125" fmla="*/ 248406 w 5260975"/>
                  <a:gd name="connsiteY125" fmla="*/ 1205184 h 1410656"/>
                  <a:gd name="connsiteX126" fmla="*/ 224594 w 5260975"/>
                  <a:gd name="connsiteY126" fmla="*/ 1212673 h 1410656"/>
                  <a:gd name="connsiteX127" fmla="*/ 200398 w 5260975"/>
                  <a:gd name="connsiteY127" fmla="*/ 1215458 h 1410656"/>
                  <a:gd name="connsiteX128" fmla="*/ 159783 w 5260975"/>
                  <a:gd name="connsiteY128" fmla="*/ 1204127 h 1410656"/>
                  <a:gd name="connsiteX129" fmla="*/ 144997 w 5260975"/>
                  <a:gd name="connsiteY129" fmla="*/ 1202975 h 1410656"/>
                  <a:gd name="connsiteX130" fmla="*/ 112064 w 5260975"/>
                  <a:gd name="connsiteY130" fmla="*/ 1197503 h 1410656"/>
                  <a:gd name="connsiteX131" fmla="*/ 83259 w 5260975"/>
                  <a:gd name="connsiteY131" fmla="*/ 1197887 h 1410656"/>
                  <a:gd name="connsiteX132" fmla="*/ 60120 w 5260975"/>
                  <a:gd name="connsiteY132" fmla="*/ 1206624 h 1410656"/>
                  <a:gd name="connsiteX133" fmla="*/ 26514 w 5260975"/>
                  <a:gd name="connsiteY133" fmla="*/ 1208352 h 1410656"/>
                  <a:gd name="connsiteX134" fmla="*/ 4814 w 5260975"/>
                  <a:gd name="connsiteY134" fmla="*/ 1202015 h 1410656"/>
                  <a:gd name="connsiteX135" fmla="*/ 398 w 5260975"/>
                  <a:gd name="connsiteY135" fmla="*/ 1201152 h 1410656"/>
                  <a:gd name="connsiteX136" fmla="*/ 0 w 5260975"/>
                  <a:gd name="connsiteY136" fmla="*/ 1201150 h 1410656"/>
                  <a:gd name="connsiteX137" fmla="*/ 0 w 5260975"/>
                  <a:gd name="connsiteY137" fmla="*/ 1004512 h 1410656"/>
                  <a:gd name="connsiteX138" fmla="*/ 30355 w 5260975"/>
                  <a:gd name="connsiteY138" fmla="*/ 1002784 h 1410656"/>
                  <a:gd name="connsiteX139" fmla="*/ 52151 w 5260975"/>
                  <a:gd name="connsiteY139" fmla="*/ 997695 h 1410656"/>
                  <a:gd name="connsiteX140" fmla="*/ 64248 w 5260975"/>
                  <a:gd name="connsiteY140" fmla="*/ 994430 h 1410656"/>
                  <a:gd name="connsiteX141" fmla="*/ 126370 w 5260975"/>
                  <a:gd name="connsiteY141" fmla="*/ 985405 h 1410656"/>
                  <a:gd name="connsiteX142" fmla="*/ 154022 w 5260975"/>
                  <a:gd name="connsiteY142" fmla="*/ 975708 h 1410656"/>
                  <a:gd name="connsiteX143" fmla="*/ 161512 w 5260975"/>
                  <a:gd name="connsiteY143" fmla="*/ 974268 h 1410656"/>
                  <a:gd name="connsiteX144" fmla="*/ 202510 w 5260975"/>
                  <a:gd name="connsiteY144" fmla="*/ 978300 h 1410656"/>
                  <a:gd name="connsiteX145" fmla="*/ 233235 w 5260975"/>
                  <a:gd name="connsiteY145" fmla="*/ 993950 h 1410656"/>
                  <a:gd name="connsiteX146" fmla="*/ 239188 w 5260975"/>
                  <a:gd name="connsiteY146" fmla="*/ 999231 h 1410656"/>
                  <a:gd name="connsiteX147" fmla="*/ 324834 w 5260975"/>
                  <a:gd name="connsiteY147" fmla="*/ 997407 h 1410656"/>
                  <a:gd name="connsiteX148" fmla="*/ 337987 w 5260975"/>
                  <a:gd name="connsiteY148" fmla="*/ 995198 h 1410656"/>
                  <a:gd name="connsiteX149" fmla="*/ 401550 w 5260975"/>
                  <a:gd name="connsiteY149" fmla="*/ 1004416 h 1410656"/>
                  <a:gd name="connsiteX150" fmla="*/ 420081 w 5260975"/>
                  <a:gd name="connsiteY150" fmla="*/ 1006240 h 1410656"/>
                  <a:gd name="connsiteX151" fmla="*/ 486523 w 5260975"/>
                  <a:gd name="connsiteY151" fmla="*/ 1014498 h 1410656"/>
                  <a:gd name="connsiteX152" fmla="*/ 495932 w 5260975"/>
                  <a:gd name="connsiteY152" fmla="*/ 1006817 h 1410656"/>
                  <a:gd name="connsiteX153" fmla="*/ 523009 w 5260975"/>
                  <a:gd name="connsiteY153" fmla="*/ 987517 h 1410656"/>
                  <a:gd name="connsiteX154" fmla="*/ 576393 w 5260975"/>
                  <a:gd name="connsiteY154" fmla="*/ 970427 h 1410656"/>
                  <a:gd name="connsiteX155" fmla="*/ 590892 w 5260975"/>
                  <a:gd name="connsiteY155" fmla="*/ 971387 h 1410656"/>
                  <a:gd name="connsiteX156" fmla="*/ 627569 w 5260975"/>
                  <a:gd name="connsiteY156" fmla="*/ 999904 h 1410656"/>
                  <a:gd name="connsiteX157" fmla="*/ 645429 w 5260975"/>
                  <a:gd name="connsiteY157" fmla="*/ 1011329 h 1410656"/>
                  <a:gd name="connsiteX158" fmla="*/ 696125 w 5260975"/>
                  <a:gd name="connsiteY158" fmla="*/ 1032356 h 1410656"/>
                  <a:gd name="connsiteX159" fmla="*/ 700349 w 5260975"/>
                  <a:gd name="connsiteY159" fmla="*/ 1036197 h 1410656"/>
                  <a:gd name="connsiteX160" fmla="*/ 737795 w 5260975"/>
                  <a:gd name="connsiteY160" fmla="*/ 1081804 h 1410656"/>
                  <a:gd name="connsiteX161" fmla="*/ 746244 w 5260975"/>
                  <a:gd name="connsiteY161" fmla="*/ 1089581 h 1410656"/>
                  <a:gd name="connsiteX162" fmla="*/ 756422 w 5260975"/>
                  <a:gd name="connsiteY162" fmla="*/ 1101680 h 1410656"/>
                  <a:gd name="connsiteX163" fmla="*/ 788202 w 5260975"/>
                  <a:gd name="connsiteY163" fmla="*/ 1125108 h 1410656"/>
                  <a:gd name="connsiteX164" fmla="*/ 827569 w 5260975"/>
                  <a:gd name="connsiteY164" fmla="*/ 1132596 h 1410656"/>
                  <a:gd name="connsiteX165" fmla="*/ 875097 w 5260975"/>
                  <a:gd name="connsiteY165" fmla="*/ 1144022 h 1410656"/>
                  <a:gd name="connsiteX166" fmla="*/ 894972 w 5260975"/>
                  <a:gd name="connsiteY166" fmla="*/ 1151704 h 1410656"/>
                  <a:gd name="connsiteX167" fmla="*/ 948260 w 5260975"/>
                  <a:gd name="connsiteY167" fmla="*/ 1166298 h 1410656"/>
                  <a:gd name="connsiteX168" fmla="*/ 986282 w 5260975"/>
                  <a:gd name="connsiteY168" fmla="*/ 1178588 h 1410656"/>
                  <a:gd name="connsiteX169" fmla="*/ 1041107 w 5260975"/>
                  <a:gd name="connsiteY169" fmla="*/ 1185789 h 1410656"/>
                  <a:gd name="connsiteX170" fmla="*/ 1067703 w 5260975"/>
                  <a:gd name="connsiteY170" fmla="*/ 1186076 h 1410656"/>
                  <a:gd name="connsiteX171" fmla="*/ 1116574 w 5260975"/>
                  <a:gd name="connsiteY171" fmla="*/ 1222946 h 1410656"/>
                  <a:gd name="connsiteX172" fmla="*/ 1155557 w 5260975"/>
                  <a:gd name="connsiteY172" fmla="*/ 1247335 h 1410656"/>
                  <a:gd name="connsiteX173" fmla="*/ 1196556 w 5260975"/>
                  <a:gd name="connsiteY173" fmla="*/ 1235525 h 1410656"/>
                  <a:gd name="connsiteX174" fmla="*/ 1207693 w 5260975"/>
                  <a:gd name="connsiteY174" fmla="*/ 1224387 h 1410656"/>
                  <a:gd name="connsiteX175" fmla="*/ 1274904 w 5260975"/>
                  <a:gd name="connsiteY175" fmla="*/ 1213826 h 1410656"/>
                  <a:gd name="connsiteX176" fmla="*/ 1370919 w 5260975"/>
                  <a:gd name="connsiteY176" fmla="*/ 1213442 h 1410656"/>
                  <a:gd name="connsiteX177" fmla="*/ 1530593 w 5260975"/>
                  <a:gd name="connsiteY177" fmla="*/ 1189437 h 1410656"/>
                  <a:gd name="connsiteX178" fmla="*/ 1558436 w 5260975"/>
                  <a:gd name="connsiteY178" fmla="*/ 1178299 h 1410656"/>
                  <a:gd name="connsiteX179" fmla="*/ 1589737 w 5260975"/>
                  <a:gd name="connsiteY179" fmla="*/ 1175515 h 1410656"/>
                  <a:gd name="connsiteX180" fmla="*/ 1601740 w 5260975"/>
                  <a:gd name="connsiteY180" fmla="*/ 1182333 h 1410656"/>
                  <a:gd name="connsiteX181" fmla="*/ 1654259 w 5260975"/>
                  <a:gd name="connsiteY181" fmla="*/ 1192510 h 1410656"/>
                  <a:gd name="connsiteX182" fmla="*/ 1664246 w 5260975"/>
                  <a:gd name="connsiteY182" fmla="*/ 1192702 h 1410656"/>
                  <a:gd name="connsiteX183" fmla="*/ 1698427 w 5260975"/>
                  <a:gd name="connsiteY183" fmla="*/ 1188381 h 1410656"/>
                  <a:gd name="connsiteX184" fmla="*/ 1730112 w 5260975"/>
                  <a:gd name="connsiteY184" fmla="*/ 1185885 h 1410656"/>
                  <a:gd name="connsiteX185" fmla="*/ 1809996 w 5260975"/>
                  <a:gd name="connsiteY185" fmla="*/ 1194046 h 1410656"/>
                  <a:gd name="connsiteX186" fmla="*/ 1871254 w 5260975"/>
                  <a:gd name="connsiteY186" fmla="*/ 1192126 h 1410656"/>
                  <a:gd name="connsiteX187" fmla="*/ 1899482 w 5260975"/>
                  <a:gd name="connsiteY187" fmla="*/ 1194046 h 1410656"/>
                  <a:gd name="connsiteX188" fmla="*/ 1915420 w 5260975"/>
                  <a:gd name="connsiteY188" fmla="*/ 1196927 h 1410656"/>
                  <a:gd name="connsiteX189" fmla="*/ 1951522 w 5260975"/>
                  <a:gd name="connsiteY189" fmla="*/ 1216994 h 1410656"/>
                  <a:gd name="connsiteX190" fmla="*/ 1971302 w 5260975"/>
                  <a:gd name="connsiteY190" fmla="*/ 1221507 h 1410656"/>
                  <a:gd name="connsiteX191" fmla="*/ 2030831 w 5260975"/>
                  <a:gd name="connsiteY191" fmla="*/ 1221123 h 1410656"/>
                  <a:gd name="connsiteX192" fmla="*/ 2120125 w 5260975"/>
                  <a:gd name="connsiteY192" fmla="*/ 1190878 h 1410656"/>
                  <a:gd name="connsiteX193" fmla="*/ 2129439 w 5260975"/>
                  <a:gd name="connsiteY193" fmla="*/ 1186845 h 1410656"/>
                  <a:gd name="connsiteX194" fmla="*/ 2174854 w 5260975"/>
                  <a:gd name="connsiteY194" fmla="*/ 1181852 h 1410656"/>
                  <a:gd name="connsiteX195" fmla="*/ 2205674 w 5260975"/>
                  <a:gd name="connsiteY195" fmla="*/ 1188669 h 1410656"/>
                  <a:gd name="connsiteX196" fmla="*/ 2247634 w 5260975"/>
                  <a:gd name="connsiteY196" fmla="*/ 1202784 h 1410656"/>
                  <a:gd name="connsiteX197" fmla="*/ 2285367 w 5260975"/>
                  <a:gd name="connsiteY197" fmla="*/ 1214594 h 1410656"/>
                  <a:gd name="connsiteX198" fmla="*/ 2312827 w 5260975"/>
                  <a:gd name="connsiteY198" fmla="*/ 1227939 h 1410656"/>
                  <a:gd name="connsiteX199" fmla="*/ 2375622 w 5260975"/>
                  <a:gd name="connsiteY199" fmla="*/ 1237733 h 1410656"/>
                  <a:gd name="connsiteX200" fmla="*/ 2382151 w 5260975"/>
                  <a:gd name="connsiteY200" fmla="*/ 1239365 h 1410656"/>
                  <a:gd name="connsiteX201" fmla="*/ 2429390 w 5260975"/>
                  <a:gd name="connsiteY201" fmla="*/ 1227459 h 1410656"/>
                  <a:gd name="connsiteX202" fmla="*/ 2486134 w 5260975"/>
                  <a:gd name="connsiteY202" fmla="*/ 1215362 h 1410656"/>
                  <a:gd name="connsiteX203" fmla="*/ 2506394 w 5260975"/>
                  <a:gd name="connsiteY203" fmla="*/ 1219490 h 1410656"/>
                  <a:gd name="connsiteX204" fmla="*/ 2534142 w 5260975"/>
                  <a:gd name="connsiteY204" fmla="*/ 1225347 h 1410656"/>
                  <a:gd name="connsiteX205" fmla="*/ 2559874 w 5260975"/>
                  <a:gd name="connsiteY205" fmla="*/ 1222275 h 1410656"/>
                  <a:gd name="connsiteX206" fmla="*/ 2575525 w 5260975"/>
                  <a:gd name="connsiteY206" fmla="*/ 1221987 h 1410656"/>
                  <a:gd name="connsiteX207" fmla="*/ 2646960 w 5260975"/>
                  <a:gd name="connsiteY207" fmla="*/ 1257896 h 1410656"/>
                  <a:gd name="connsiteX208" fmla="*/ 2665107 w 5260975"/>
                  <a:gd name="connsiteY208" fmla="*/ 1260873 h 1410656"/>
                  <a:gd name="connsiteX209" fmla="*/ 2675381 w 5260975"/>
                  <a:gd name="connsiteY209" fmla="*/ 1265290 h 1410656"/>
                  <a:gd name="connsiteX210" fmla="*/ 2737311 w 5260975"/>
                  <a:gd name="connsiteY210" fmla="*/ 1309841 h 1410656"/>
                  <a:gd name="connsiteX211" fmla="*/ 2763619 w 5260975"/>
                  <a:gd name="connsiteY211" fmla="*/ 1318866 h 1410656"/>
                  <a:gd name="connsiteX212" fmla="*/ 2792519 w 5260975"/>
                  <a:gd name="connsiteY212" fmla="*/ 1317041 h 1410656"/>
                  <a:gd name="connsiteX213" fmla="*/ 2809226 w 5260975"/>
                  <a:gd name="connsiteY213" fmla="*/ 1313777 h 1410656"/>
                  <a:gd name="connsiteX214" fmla="*/ 2850705 w 5260975"/>
                  <a:gd name="connsiteY214" fmla="*/ 1285452 h 1410656"/>
                  <a:gd name="connsiteX215" fmla="*/ 2874324 w 5260975"/>
                  <a:gd name="connsiteY215" fmla="*/ 1286413 h 1410656"/>
                  <a:gd name="connsiteX216" fmla="*/ 2911194 w 5260975"/>
                  <a:gd name="connsiteY216" fmla="*/ 1305903 h 1410656"/>
                  <a:gd name="connsiteX217" fmla="*/ 2978116 w 5260975"/>
                  <a:gd name="connsiteY217" fmla="*/ 1314641 h 1410656"/>
                  <a:gd name="connsiteX218" fmla="*/ 3012106 w 5260975"/>
                  <a:gd name="connsiteY218" fmla="*/ 1287373 h 1410656"/>
                  <a:gd name="connsiteX219" fmla="*/ 3029676 w 5260975"/>
                  <a:gd name="connsiteY219" fmla="*/ 1261161 h 1410656"/>
                  <a:gd name="connsiteX220" fmla="*/ 3080469 w 5260975"/>
                  <a:gd name="connsiteY220" fmla="*/ 1230724 h 1410656"/>
                  <a:gd name="connsiteX221" fmla="*/ 3092567 w 5260975"/>
                  <a:gd name="connsiteY221" fmla="*/ 1242054 h 1410656"/>
                  <a:gd name="connsiteX222" fmla="*/ 3129821 w 5260975"/>
                  <a:gd name="connsiteY222" fmla="*/ 1246855 h 1410656"/>
                  <a:gd name="connsiteX223" fmla="*/ 3170147 w 5260975"/>
                  <a:gd name="connsiteY223" fmla="*/ 1246471 h 1410656"/>
                  <a:gd name="connsiteX224" fmla="*/ 3240429 w 5260975"/>
                  <a:gd name="connsiteY224" fmla="*/ 1251559 h 1410656"/>
                  <a:gd name="connsiteX225" fmla="*/ 3287189 w 5260975"/>
                  <a:gd name="connsiteY225" fmla="*/ 1222466 h 1410656"/>
                  <a:gd name="connsiteX226" fmla="*/ 3305049 w 5260975"/>
                  <a:gd name="connsiteY226" fmla="*/ 1210465 h 1410656"/>
                  <a:gd name="connsiteX227" fmla="*/ 3321755 w 5260975"/>
                  <a:gd name="connsiteY227" fmla="*/ 1202784 h 1410656"/>
                  <a:gd name="connsiteX228" fmla="*/ 3341055 w 5260975"/>
                  <a:gd name="connsiteY228" fmla="*/ 1198463 h 1410656"/>
                  <a:gd name="connsiteX229" fmla="*/ 3387621 w 5260975"/>
                  <a:gd name="connsiteY229" fmla="*/ 1182140 h 1410656"/>
                  <a:gd name="connsiteX230" fmla="*/ 3413161 w 5260975"/>
                  <a:gd name="connsiteY230" fmla="*/ 1166105 h 1410656"/>
                  <a:gd name="connsiteX231" fmla="*/ 3470579 w 5260975"/>
                  <a:gd name="connsiteY231" fmla="*/ 1150647 h 1410656"/>
                  <a:gd name="connsiteX232" fmla="*/ 3509657 w 5260975"/>
                  <a:gd name="connsiteY232" fmla="*/ 1136821 h 1410656"/>
                  <a:gd name="connsiteX233" fmla="*/ 3550847 w 5260975"/>
                  <a:gd name="connsiteY233" fmla="*/ 1113009 h 1410656"/>
                  <a:gd name="connsiteX234" fmla="*/ 3556608 w 5260975"/>
                  <a:gd name="connsiteY234" fmla="*/ 1109361 h 1410656"/>
                  <a:gd name="connsiteX235" fmla="*/ 3570435 w 5260975"/>
                  <a:gd name="connsiteY235" fmla="*/ 1093710 h 1410656"/>
                  <a:gd name="connsiteX236" fmla="*/ 3590501 w 5260975"/>
                  <a:gd name="connsiteY236" fmla="*/ 1039846 h 1410656"/>
                  <a:gd name="connsiteX237" fmla="*/ 3596263 w 5260975"/>
                  <a:gd name="connsiteY237" fmla="*/ 1028900 h 1410656"/>
                  <a:gd name="connsiteX238" fmla="*/ 3648591 w 5260975"/>
                  <a:gd name="connsiteY238" fmla="*/ 992030 h 1410656"/>
                  <a:gd name="connsiteX239" fmla="*/ 3667986 w 5260975"/>
                  <a:gd name="connsiteY239" fmla="*/ 995487 h 1410656"/>
                  <a:gd name="connsiteX240" fmla="*/ 3689397 w 5260975"/>
                  <a:gd name="connsiteY240" fmla="*/ 1007585 h 1410656"/>
                  <a:gd name="connsiteX241" fmla="*/ 3736349 w 5260975"/>
                  <a:gd name="connsiteY241" fmla="*/ 1010753 h 1410656"/>
                  <a:gd name="connsiteX242" fmla="*/ 3753919 w 5260975"/>
                  <a:gd name="connsiteY242" fmla="*/ 1004513 h 1410656"/>
                  <a:gd name="connsiteX243" fmla="*/ 3784643 w 5260975"/>
                  <a:gd name="connsiteY243" fmla="*/ 987710 h 1410656"/>
                  <a:gd name="connsiteX244" fmla="*/ 3808359 w 5260975"/>
                  <a:gd name="connsiteY244" fmla="*/ 961689 h 1410656"/>
                  <a:gd name="connsiteX245" fmla="*/ 3842829 w 5260975"/>
                  <a:gd name="connsiteY245" fmla="*/ 918674 h 1410656"/>
                  <a:gd name="connsiteX246" fmla="*/ 3908983 w 5260975"/>
                  <a:gd name="connsiteY246" fmla="*/ 902256 h 1410656"/>
                  <a:gd name="connsiteX247" fmla="*/ 3934428 w 5260975"/>
                  <a:gd name="connsiteY247" fmla="*/ 896783 h 1410656"/>
                  <a:gd name="connsiteX248" fmla="*/ 4026987 w 5260975"/>
                  <a:gd name="connsiteY248" fmla="*/ 873835 h 1410656"/>
                  <a:gd name="connsiteX249" fmla="*/ 4035051 w 5260975"/>
                  <a:gd name="connsiteY249" fmla="*/ 873067 h 1410656"/>
                  <a:gd name="connsiteX250" fmla="*/ 4099189 w 5260975"/>
                  <a:gd name="connsiteY250" fmla="*/ 846664 h 1410656"/>
                  <a:gd name="connsiteX251" fmla="*/ 4114647 w 5260975"/>
                  <a:gd name="connsiteY251" fmla="*/ 840134 h 1410656"/>
                  <a:gd name="connsiteX252" fmla="*/ 4133563 w 5260975"/>
                  <a:gd name="connsiteY252" fmla="*/ 823427 h 1410656"/>
                  <a:gd name="connsiteX253" fmla="*/ 4151039 w 5260975"/>
                  <a:gd name="connsiteY253" fmla="*/ 776284 h 1410656"/>
                  <a:gd name="connsiteX254" fmla="*/ 4171489 w 5260975"/>
                  <a:gd name="connsiteY254" fmla="*/ 754776 h 1410656"/>
                  <a:gd name="connsiteX255" fmla="*/ 4186372 w 5260975"/>
                  <a:gd name="connsiteY255" fmla="*/ 741718 h 1410656"/>
                  <a:gd name="connsiteX256" fmla="*/ 4199429 w 5260975"/>
                  <a:gd name="connsiteY256" fmla="*/ 721940 h 1410656"/>
                  <a:gd name="connsiteX257" fmla="*/ 4212487 w 5260975"/>
                  <a:gd name="connsiteY257" fmla="*/ 674604 h 1410656"/>
                  <a:gd name="connsiteX258" fmla="*/ 4232555 w 5260975"/>
                  <a:gd name="connsiteY258" fmla="*/ 632645 h 1410656"/>
                  <a:gd name="connsiteX259" fmla="*/ 4268657 w 5260975"/>
                  <a:gd name="connsiteY259" fmla="*/ 609410 h 1410656"/>
                  <a:gd name="connsiteX260" fmla="*/ 4291028 w 5260975"/>
                  <a:gd name="connsiteY260" fmla="*/ 597216 h 1410656"/>
                  <a:gd name="connsiteX261" fmla="*/ 4379651 w 5260975"/>
                  <a:gd name="connsiteY261" fmla="*/ 609506 h 1410656"/>
                  <a:gd name="connsiteX262" fmla="*/ 4440139 w 5260975"/>
                  <a:gd name="connsiteY262" fmla="*/ 621507 h 1410656"/>
                  <a:gd name="connsiteX263" fmla="*/ 4460015 w 5260975"/>
                  <a:gd name="connsiteY263" fmla="*/ 616899 h 1410656"/>
                  <a:gd name="connsiteX264" fmla="*/ 4516183 w 5260975"/>
                  <a:gd name="connsiteY264" fmla="*/ 577724 h 1410656"/>
                  <a:gd name="connsiteX265" fmla="*/ 4571681 w 5260975"/>
                  <a:gd name="connsiteY265" fmla="*/ 560250 h 1410656"/>
                  <a:gd name="connsiteX266" fmla="*/ 4613447 w 5260975"/>
                  <a:gd name="connsiteY266" fmla="*/ 555257 h 1410656"/>
                  <a:gd name="connsiteX267" fmla="*/ 4649355 w 5260975"/>
                  <a:gd name="connsiteY267" fmla="*/ 551417 h 1410656"/>
                  <a:gd name="connsiteX268" fmla="*/ 4692467 w 5260975"/>
                  <a:gd name="connsiteY268" fmla="*/ 540663 h 1410656"/>
                  <a:gd name="connsiteX269" fmla="*/ 4716855 w 5260975"/>
                  <a:gd name="connsiteY269" fmla="*/ 528949 h 1410656"/>
                  <a:gd name="connsiteX270" fmla="*/ 4755645 w 5260975"/>
                  <a:gd name="connsiteY270" fmla="*/ 512147 h 1410656"/>
                  <a:gd name="connsiteX271" fmla="*/ 4795395 w 5260975"/>
                  <a:gd name="connsiteY271" fmla="*/ 490351 h 1410656"/>
                  <a:gd name="connsiteX272" fmla="*/ 4825928 w 5260975"/>
                  <a:gd name="connsiteY272" fmla="*/ 459818 h 1410656"/>
                  <a:gd name="connsiteX273" fmla="*/ 4842347 w 5260975"/>
                  <a:gd name="connsiteY273" fmla="*/ 434086 h 1410656"/>
                  <a:gd name="connsiteX274" fmla="*/ 4890451 w 5260975"/>
                  <a:gd name="connsiteY274" fmla="*/ 397216 h 1410656"/>
                  <a:gd name="connsiteX275" fmla="*/ 4933945 w 5260975"/>
                  <a:gd name="connsiteY275" fmla="*/ 327701 h 1410656"/>
                  <a:gd name="connsiteX276" fmla="*/ 4961214 w 5260975"/>
                  <a:gd name="connsiteY276" fmla="*/ 298801 h 1410656"/>
                  <a:gd name="connsiteX277" fmla="*/ 4976672 w 5260975"/>
                  <a:gd name="connsiteY277" fmla="*/ 290639 h 1410656"/>
                  <a:gd name="connsiteX278" fmla="*/ 5002979 w 5260975"/>
                  <a:gd name="connsiteY278" fmla="*/ 270573 h 1410656"/>
                  <a:gd name="connsiteX279" fmla="*/ 5018535 w 5260975"/>
                  <a:gd name="connsiteY279" fmla="*/ 255690 h 1410656"/>
                  <a:gd name="connsiteX280" fmla="*/ 5061069 w 5260975"/>
                  <a:gd name="connsiteY280" fmla="*/ 200961 h 1410656"/>
                  <a:gd name="connsiteX281" fmla="*/ 5074127 w 5260975"/>
                  <a:gd name="connsiteY281" fmla="*/ 184735 h 1410656"/>
                  <a:gd name="connsiteX282" fmla="*/ 5101108 w 5260975"/>
                  <a:gd name="connsiteY282" fmla="*/ 156891 h 1410656"/>
                  <a:gd name="connsiteX283" fmla="*/ 5112918 w 5260975"/>
                  <a:gd name="connsiteY283" fmla="*/ 148441 h 1410656"/>
                  <a:gd name="connsiteX284" fmla="*/ 5133753 w 5260975"/>
                  <a:gd name="connsiteY284" fmla="*/ 125782 h 1410656"/>
                  <a:gd name="connsiteX285" fmla="*/ 5183393 w 5260975"/>
                  <a:gd name="connsiteY285" fmla="*/ 66348 h 1410656"/>
                  <a:gd name="connsiteX286" fmla="*/ 5204709 w 5260975"/>
                  <a:gd name="connsiteY286" fmla="*/ 33030 h 1410656"/>
                  <a:gd name="connsiteX287" fmla="*/ 5247243 w 5260975"/>
                  <a:gd name="connsiteY287" fmla="*/ 8451 h 14106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</a:cxnLst>
                <a:rect l="l" t="t" r="r" b="b"/>
                <a:pathLst>
                  <a:path w="5260975" h="1410656">
                    <a:moveTo>
                      <a:pt x="5260975" y="0"/>
                    </a:moveTo>
                    <a:lnTo>
                      <a:pt x="5260975" y="221634"/>
                    </a:lnTo>
                    <a:lnTo>
                      <a:pt x="5226503" y="237063"/>
                    </a:lnTo>
                    <a:cubicBezTo>
                      <a:pt x="5219783" y="239848"/>
                      <a:pt x="5212389" y="241384"/>
                      <a:pt x="5206341" y="245128"/>
                    </a:cubicBezTo>
                    <a:cubicBezTo>
                      <a:pt x="5178495" y="262219"/>
                      <a:pt x="5151515" y="280654"/>
                      <a:pt x="5123287" y="297073"/>
                    </a:cubicBezTo>
                    <a:cubicBezTo>
                      <a:pt x="5094195" y="314067"/>
                      <a:pt x="5068175" y="334134"/>
                      <a:pt x="5048107" y="361307"/>
                    </a:cubicBezTo>
                    <a:cubicBezTo>
                      <a:pt x="5029480" y="386559"/>
                      <a:pt x="5011429" y="412194"/>
                      <a:pt x="4992899" y="437542"/>
                    </a:cubicBezTo>
                    <a:cubicBezTo>
                      <a:pt x="4988194" y="443975"/>
                      <a:pt x="4983873" y="451561"/>
                      <a:pt x="4977440" y="455690"/>
                    </a:cubicBezTo>
                    <a:cubicBezTo>
                      <a:pt x="4964094" y="464331"/>
                      <a:pt x="4949499" y="471340"/>
                      <a:pt x="4935193" y="478445"/>
                    </a:cubicBezTo>
                    <a:cubicBezTo>
                      <a:pt x="4922903" y="484494"/>
                      <a:pt x="4909845" y="489006"/>
                      <a:pt x="4897844" y="495535"/>
                    </a:cubicBezTo>
                    <a:cubicBezTo>
                      <a:pt x="4888243" y="500721"/>
                      <a:pt x="4879697" y="507922"/>
                      <a:pt x="4870767" y="514451"/>
                    </a:cubicBezTo>
                    <a:cubicBezTo>
                      <a:pt x="4862990" y="520115"/>
                      <a:pt x="4854445" y="525012"/>
                      <a:pt x="4847916" y="531830"/>
                    </a:cubicBezTo>
                    <a:cubicBezTo>
                      <a:pt x="4831977" y="548344"/>
                      <a:pt x="4815942" y="564571"/>
                      <a:pt x="4796163" y="576765"/>
                    </a:cubicBezTo>
                    <a:cubicBezTo>
                      <a:pt x="4776672" y="588862"/>
                      <a:pt x="4758237" y="602401"/>
                      <a:pt x="4738843" y="614691"/>
                    </a:cubicBezTo>
                    <a:cubicBezTo>
                      <a:pt x="4719831" y="626693"/>
                      <a:pt x="4702645" y="639846"/>
                      <a:pt x="4692755" y="661162"/>
                    </a:cubicBezTo>
                    <a:cubicBezTo>
                      <a:pt x="4688339" y="670571"/>
                      <a:pt x="4682097" y="680845"/>
                      <a:pt x="4673744" y="686318"/>
                    </a:cubicBezTo>
                    <a:cubicBezTo>
                      <a:pt x="4661838" y="694095"/>
                      <a:pt x="4646764" y="696880"/>
                      <a:pt x="4633801" y="703505"/>
                    </a:cubicBezTo>
                    <a:cubicBezTo>
                      <a:pt x="4618535" y="711282"/>
                      <a:pt x="4600869" y="718003"/>
                      <a:pt x="4590499" y="730389"/>
                    </a:cubicBezTo>
                    <a:cubicBezTo>
                      <a:pt x="4581281" y="741431"/>
                      <a:pt x="4571968" y="750072"/>
                      <a:pt x="4559773" y="757081"/>
                    </a:cubicBezTo>
                    <a:cubicBezTo>
                      <a:pt x="4551229" y="761978"/>
                      <a:pt x="4544892" y="770907"/>
                      <a:pt x="4536059" y="774940"/>
                    </a:cubicBezTo>
                    <a:cubicBezTo>
                      <a:pt x="4524441" y="780317"/>
                      <a:pt x="4512727" y="784542"/>
                      <a:pt x="4502549" y="792895"/>
                    </a:cubicBezTo>
                    <a:cubicBezTo>
                      <a:pt x="4491987" y="801536"/>
                      <a:pt x="4479986" y="808353"/>
                      <a:pt x="4468944" y="816419"/>
                    </a:cubicBezTo>
                    <a:cubicBezTo>
                      <a:pt x="4463087" y="820739"/>
                      <a:pt x="4458286" y="826404"/>
                      <a:pt x="4452622" y="830917"/>
                    </a:cubicBezTo>
                    <a:cubicBezTo>
                      <a:pt x="4442252" y="839174"/>
                      <a:pt x="4431690" y="847239"/>
                      <a:pt x="4421032" y="855016"/>
                    </a:cubicBezTo>
                    <a:cubicBezTo>
                      <a:pt x="4410375" y="862794"/>
                      <a:pt x="4400197" y="871819"/>
                      <a:pt x="4388483" y="877484"/>
                    </a:cubicBezTo>
                    <a:cubicBezTo>
                      <a:pt x="4368513" y="887086"/>
                      <a:pt x="4346717" y="892847"/>
                      <a:pt x="4327321" y="903216"/>
                    </a:cubicBezTo>
                    <a:cubicBezTo>
                      <a:pt x="4307639" y="913777"/>
                      <a:pt x="4289107" y="927028"/>
                      <a:pt x="4271633" y="941046"/>
                    </a:cubicBezTo>
                    <a:cubicBezTo>
                      <a:pt x="4257807" y="952088"/>
                      <a:pt x="4244845" y="963034"/>
                      <a:pt x="4227465" y="968698"/>
                    </a:cubicBezTo>
                    <a:cubicBezTo>
                      <a:pt x="4217768" y="971867"/>
                      <a:pt x="4207591" y="978780"/>
                      <a:pt x="4201733" y="986846"/>
                    </a:cubicBezTo>
                    <a:cubicBezTo>
                      <a:pt x="4189059" y="1004416"/>
                      <a:pt x="4172833" y="1016802"/>
                      <a:pt x="4154494" y="1027364"/>
                    </a:cubicBezTo>
                    <a:cubicBezTo>
                      <a:pt x="4130010" y="1041574"/>
                      <a:pt x="4105814" y="1056072"/>
                      <a:pt x="4081234" y="1069994"/>
                    </a:cubicBezTo>
                    <a:cubicBezTo>
                      <a:pt x="4066737" y="1078252"/>
                      <a:pt x="4052335" y="1086989"/>
                      <a:pt x="4036971" y="1093038"/>
                    </a:cubicBezTo>
                    <a:cubicBezTo>
                      <a:pt x="4005575" y="1105520"/>
                      <a:pt x="3973410" y="1116177"/>
                      <a:pt x="3941725" y="1127796"/>
                    </a:cubicBezTo>
                    <a:cubicBezTo>
                      <a:pt x="3931355" y="1131540"/>
                      <a:pt x="3921561" y="1136917"/>
                      <a:pt x="3910999" y="1140182"/>
                    </a:cubicBezTo>
                    <a:cubicBezTo>
                      <a:pt x="3899573" y="1143734"/>
                      <a:pt x="3887285" y="1144790"/>
                      <a:pt x="3875859" y="1148343"/>
                    </a:cubicBezTo>
                    <a:cubicBezTo>
                      <a:pt x="3856847" y="1154199"/>
                      <a:pt x="3838412" y="1161689"/>
                      <a:pt x="3819401" y="1167642"/>
                    </a:cubicBezTo>
                    <a:cubicBezTo>
                      <a:pt x="3782723" y="1179068"/>
                      <a:pt x="3745949" y="1190014"/>
                      <a:pt x="3709176" y="1200863"/>
                    </a:cubicBezTo>
                    <a:cubicBezTo>
                      <a:pt x="3701303" y="1203168"/>
                      <a:pt x="3692757" y="1203456"/>
                      <a:pt x="3684981" y="1205952"/>
                    </a:cubicBezTo>
                    <a:cubicBezTo>
                      <a:pt x="3664337" y="1212673"/>
                      <a:pt x="3643789" y="1219970"/>
                      <a:pt x="3623338" y="1227363"/>
                    </a:cubicBezTo>
                    <a:cubicBezTo>
                      <a:pt x="3610953" y="1231876"/>
                      <a:pt x="3598854" y="1237445"/>
                      <a:pt x="3586373" y="1241765"/>
                    </a:cubicBezTo>
                    <a:cubicBezTo>
                      <a:pt x="3576387" y="1245222"/>
                      <a:pt x="3566113" y="1247910"/>
                      <a:pt x="3555743" y="1250023"/>
                    </a:cubicBezTo>
                    <a:cubicBezTo>
                      <a:pt x="3546814" y="1251848"/>
                      <a:pt x="3537501" y="1251655"/>
                      <a:pt x="3528667" y="1253864"/>
                    </a:cubicBezTo>
                    <a:cubicBezTo>
                      <a:pt x="3504759" y="1259816"/>
                      <a:pt x="3481140" y="1266538"/>
                      <a:pt x="3457424" y="1272874"/>
                    </a:cubicBezTo>
                    <a:cubicBezTo>
                      <a:pt x="3447919" y="1275371"/>
                      <a:pt x="3438221" y="1277196"/>
                      <a:pt x="3429003" y="1280364"/>
                    </a:cubicBezTo>
                    <a:cubicBezTo>
                      <a:pt x="3404327" y="1288717"/>
                      <a:pt x="3380036" y="1298222"/>
                      <a:pt x="3355264" y="1306096"/>
                    </a:cubicBezTo>
                    <a:cubicBezTo>
                      <a:pt x="3334717" y="1312625"/>
                      <a:pt x="3313593" y="1317329"/>
                      <a:pt x="3292757" y="1323090"/>
                    </a:cubicBezTo>
                    <a:cubicBezTo>
                      <a:pt x="3283924" y="1325587"/>
                      <a:pt x="3275475" y="1329140"/>
                      <a:pt x="3266643" y="1331251"/>
                    </a:cubicBezTo>
                    <a:cubicBezTo>
                      <a:pt x="3246863" y="1336053"/>
                      <a:pt x="3226796" y="1340085"/>
                      <a:pt x="3206921" y="1344886"/>
                    </a:cubicBezTo>
                    <a:cubicBezTo>
                      <a:pt x="3195590" y="1347670"/>
                      <a:pt x="3184645" y="1352663"/>
                      <a:pt x="3173123" y="1354488"/>
                    </a:cubicBezTo>
                    <a:cubicBezTo>
                      <a:pt x="3145759" y="1358808"/>
                      <a:pt x="3118203" y="1361880"/>
                      <a:pt x="3090646" y="1365337"/>
                    </a:cubicBezTo>
                    <a:cubicBezTo>
                      <a:pt x="3062227" y="1368889"/>
                      <a:pt x="3033902" y="1372634"/>
                      <a:pt x="3005480" y="1375802"/>
                    </a:cubicBezTo>
                    <a:cubicBezTo>
                      <a:pt x="2989926" y="1377435"/>
                      <a:pt x="2974275" y="1377723"/>
                      <a:pt x="2958721" y="1379259"/>
                    </a:cubicBezTo>
                    <a:cubicBezTo>
                      <a:pt x="2945087" y="1380604"/>
                      <a:pt x="2931549" y="1383100"/>
                      <a:pt x="2917915" y="1384733"/>
                    </a:cubicBezTo>
                    <a:cubicBezTo>
                      <a:pt x="2906105" y="1386076"/>
                      <a:pt x="2894199" y="1386844"/>
                      <a:pt x="2882389" y="1388189"/>
                    </a:cubicBezTo>
                    <a:cubicBezTo>
                      <a:pt x="2863475" y="1390397"/>
                      <a:pt x="2844655" y="1392894"/>
                      <a:pt x="2825837" y="1395198"/>
                    </a:cubicBezTo>
                    <a:cubicBezTo>
                      <a:pt x="2817964" y="1396062"/>
                      <a:pt x="2809706" y="1398462"/>
                      <a:pt x="2802313" y="1397023"/>
                    </a:cubicBezTo>
                    <a:cubicBezTo>
                      <a:pt x="2783686" y="1393373"/>
                      <a:pt x="2765347" y="1394430"/>
                      <a:pt x="2746816" y="1396926"/>
                    </a:cubicBezTo>
                    <a:cubicBezTo>
                      <a:pt x="2740479" y="1397791"/>
                      <a:pt x="2733662" y="1397598"/>
                      <a:pt x="2727517" y="1395966"/>
                    </a:cubicBezTo>
                    <a:cubicBezTo>
                      <a:pt x="2714939" y="1392701"/>
                      <a:pt x="2702745" y="1388092"/>
                      <a:pt x="2690359" y="1384060"/>
                    </a:cubicBezTo>
                    <a:cubicBezTo>
                      <a:pt x="2689014" y="1383580"/>
                      <a:pt x="2687382" y="1383484"/>
                      <a:pt x="2685943" y="1383196"/>
                    </a:cubicBezTo>
                    <a:cubicBezTo>
                      <a:pt x="2677781" y="1381563"/>
                      <a:pt x="2669717" y="1379931"/>
                      <a:pt x="2661554" y="1378491"/>
                    </a:cubicBezTo>
                    <a:cubicBezTo>
                      <a:pt x="2657138" y="1377723"/>
                      <a:pt x="2652625" y="1377627"/>
                      <a:pt x="2648208" y="1376955"/>
                    </a:cubicBezTo>
                    <a:cubicBezTo>
                      <a:pt x="2631118" y="1374266"/>
                      <a:pt x="2612299" y="1378779"/>
                      <a:pt x="2597512" y="1367162"/>
                    </a:cubicBezTo>
                    <a:cubicBezTo>
                      <a:pt x="2587911" y="1359672"/>
                      <a:pt x="2578597" y="1361401"/>
                      <a:pt x="2568324" y="1362553"/>
                    </a:cubicBezTo>
                    <a:cubicBezTo>
                      <a:pt x="2560547" y="1363417"/>
                      <a:pt x="2552577" y="1363128"/>
                      <a:pt x="2544704" y="1363225"/>
                    </a:cubicBezTo>
                    <a:cubicBezTo>
                      <a:pt x="2530878" y="1363512"/>
                      <a:pt x="2517052" y="1363609"/>
                      <a:pt x="2503225" y="1364089"/>
                    </a:cubicBezTo>
                    <a:cubicBezTo>
                      <a:pt x="2498808" y="1364281"/>
                      <a:pt x="2494297" y="1366682"/>
                      <a:pt x="2489975" y="1366298"/>
                    </a:cubicBezTo>
                    <a:cubicBezTo>
                      <a:pt x="2470004" y="1364473"/>
                      <a:pt x="2450033" y="1361592"/>
                      <a:pt x="2430061" y="1359960"/>
                    </a:cubicBezTo>
                    <a:cubicBezTo>
                      <a:pt x="2418732" y="1359001"/>
                      <a:pt x="2407114" y="1360824"/>
                      <a:pt x="2395880" y="1359480"/>
                    </a:cubicBezTo>
                    <a:cubicBezTo>
                      <a:pt x="2382919" y="1357944"/>
                      <a:pt x="2370245" y="1354008"/>
                      <a:pt x="2357378" y="1351607"/>
                    </a:cubicBezTo>
                    <a:cubicBezTo>
                      <a:pt x="2353826" y="1350935"/>
                      <a:pt x="2349889" y="1351799"/>
                      <a:pt x="2346145" y="1351991"/>
                    </a:cubicBezTo>
                    <a:cubicBezTo>
                      <a:pt x="2341920" y="1352183"/>
                      <a:pt x="2337791" y="1352567"/>
                      <a:pt x="2333567" y="1352663"/>
                    </a:cubicBezTo>
                    <a:cubicBezTo>
                      <a:pt x="2320700" y="1352856"/>
                      <a:pt x="2307835" y="1352567"/>
                      <a:pt x="2294968" y="1353240"/>
                    </a:cubicBezTo>
                    <a:cubicBezTo>
                      <a:pt x="2287095" y="1353624"/>
                      <a:pt x="2278839" y="1357560"/>
                      <a:pt x="2271540" y="1356120"/>
                    </a:cubicBezTo>
                    <a:cubicBezTo>
                      <a:pt x="2256659" y="1353335"/>
                      <a:pt x="2241776" y="1359576"/>
                      <a:pt x="2226895" y="1354392"/>
                    </a:cubicBezTo>
                    <a:cubicBezTo>
                      <a:pt x="2222285" y="1352856"/>
                      <a:pt x="2215948" y="1356696"/>
                      <a:pt x="2210379" y="1356888"/>
                    </a:cubicBezTo>
                    <a:cubicBezTo>
                      <a:pt x="2196457" y="1357368"/>
                      <a:pt x="2182535" y="1357272"/>
                      <a:pt x="2168613" y="1357176"/>
                    </a:cubicBezTo>
                    <a:cubicBezTo>
                      <a:pt x="2156131" y="1357080"/>
                      <a:pt x="2143168" y="1358424"/>
                      <a:pt x="2131167" y="1355736"/>
                    </a:cubicBezTo>
                    <a:cubicBezTo>
                      <a:pt x="2118588" y="1352856"/>
                      <a:pt x="2107259" y="1353240"/>
                      <a:pt x="2095065" y="1356504"/>
                    </a:cubicBezTo>
                    <a:cubicBezTo>
                      <a:pt x="2086711" y="1358712"/>
                      <a:pt x="2077878" y="1359001"/>
                      <a:pt x="2069237" y="1359672"/>
                    </a:cubicBezTo>
                    <a:cubicBezTo>
                      <a:pt x="2059924" y="1360440"/>
                      <a:pt x="2049650" y="1358424"/>
                      <a:pt x="2041201" y="1361592"/>
                    </a:cubicBezTo>
                    <a:cubicBezTo>
                      <a:pt x="2016044" y="1371002"/>
                      <a:pt x="1990216" y="1373018"/>
                      <a:pt x="1963909" y="1373018"/>
                    </a:cubicBezTo>
                    <a:cubicBezTo>
                      <a:pt x="1959107" y="1373018"/>
                      <a:pt x="1954210" y="1371675"/>
                      <a:pt x="1949603" y="1370234"/>
                    </a:cubicBezTo>
                    <a:cubicBezTo>
                      <a:pt x="1922717" y="1361592"/>
                      <a:pt x="1895737" y="1362360"/>
                      <a:pt x="1868373" y="1367641"/>
                    </a:cubicBezTo>
                    <a:cubicBezTo>
                      <a:pt x="1862708" y="1368794"/>
                      <a:pt x="1856372" y="1368986"/>
                      <a:pt x="1850707" y="1367834"/>
                    </a:cubicBezTo>
                    <a:cubicBezTo>
                      <a:pt x="1834768" y="1364473"/>
                      <a:pt x="1819309" y="1358904"/>
                      <a:pt x="1803275" y="1356504"/>
                    </a:cubicBezTo>
                    <a:cubicBezTo>
                      <a:pt x="1776775" y="1352567"/>
                      <a:pt x="1753828" y="1365817"/>
                      <a:pt x="1730112" y="1374459"/>
                    </a:cubicBezTo>
                    <a:cubicBezTo>
                      <a:pt x="1707548" y="1382620"/>
                      <a:pt x="1688345" y="1401055"/>
                      <a:pt x="1661652" y="1396926"/>
                    </a:cubicBezTo>
                    <a:cubicBezTo>
                      <a:pt x="1658965" y="1396542"/>
                      <a:pt x="1655988" y="1399134"/>
                      <a:pt x="1653011" y="1399807"/>
                    </a:cubicBezTo>
                    <a:cubicBezTo>
                      <a:pt x="1644850" y="1401631"/>
                      <a:pt x="1636689" y="1403839"/>
                      <a:pt x="1628431" y="1404704"/>
                    </a:cubicBezTo>
                    <a:cubicBezTo>
                      <a:pt x="1618350" y="1405856"/>
                      <a:pt x="1608076" y="1405472"/>
                      <a:pt x="1597995" y="1406432"/>
                    </a:cubicBezTo>
                    <a:cubicBezTo>
                      <a:pt x="1585032" y="1407584"/>
                      <a:pt x="1572263" y="1410656"/>
                      <a:pt x="1559396" y="1410656"/>
                    </a:cubicBezTo>
                    <a:cubicBezTo>
                      <a:pt x="1549026" y="1410656"/>
                      <a:pt x="1538753" y="1407104"/>
                      <a:pt x="1528480" y="1405375"/>
                    </a:cubicBezTo>
                    <a:cubicBezTo>
                      <a:pt x="1513981" y="1402975"/>
                      <a:pt x="1498042" y="1403647"/>
                      <a:pt x="1485272" y="1397502"/>
                    </a:cubicBezTo>
                    <a:cubicBezTo>
                      <a:pt x="1471639" y="1390973"/>
                      <a:pt x="1458676" y="1387997"/>
                      <a:pt x="1444562" y="1390013"/>
                    </a:cubicBezTo>
                    <a:cubicBezTo>
                      <a:pt x="1439857" y="1390685"/>
                      <a:pt x="1433808" y="1394718"/>
                      <a:pt x="1431696" y="1398846"/>
                    </a:cubicBezTo>
                    <a:cubicBezTo>
                      <a:pt x="1426991" y="1408064"/>
                      <a:pt x="1420559" y="1409697"/>
                      <a:pt x="1411821" y="1406527"/>
                    </a:cubicBezTo>
                    <a:cubicBezTo>
                      <a:pt x="1404236" y="1403839"/>
                      <a:pt x="1394922" y="1402495"/>
                      <a:pt x="1389738" y="1397310"/>
                    </a:cubicBezTo>
                    <a:cubicBezTo>
                      <a:pt x="1375047" y="1382620"/>
                      <a:pt x="1356324" y="1382140"/>
                      <a:pt x="1338081" y="1378204"/>
                    </a:cubicBezTo>
                    <a:cubicBezTo>
                      <a:pt x="1326945" y="1375802"/>
                      <a:pt x="1316574" y="1375707"/>
                      <a:pt x="1305436" y="1377339"/>
                    </a:cubicBezTo>
                    <a:cubicBezTo>
                      <a:pt x="1281241" y="1380988"/>
                      <a:pt x="1257717" y="1375802"/>
                      <a:pt x="1234481" y="1369178"/>
                    </a:cubicBezTo>
                    <a:cubicBezTo>
                      <a:pt x="1219118" y="1364761"/>
                      <a:pt x="1203372" y="1362073"/>
                      <a:pt x="1188106" y="1357560"/>
                    </a:cubicBezTo>
                    <a:cubicBezTo>
                      <a:pt x="1176680" y="1354104"/>
                      <a:pt x="1165255" y="1349975"/>
                      <a:pt x="1154790" y="1344406"/>
                    </a:cubicBezTo>
                    <a:cubicBezTo>
                      <a:pt x="1139618" y="1336244"/>
                      <a:pt x="1126369" y="1323954"/>
                      <a:pt x="1107069" y="1327219"/>
                    </a:cubicBezTo>
                    <a:cubicBezTo>
                      <a:pt x="1090074" y="1330099"/>
                      <a:pt x="1074713" y="1324051"/>
                      <a:pt x="1059158" y="1318290"/>
                    </a:cubicBezTo>
                    <a:cubicBezTo>
                      <a:pt x="1047732" y="1314065"/>
                      <a:pt x="1036308" y="1309744"/>
                      <a:pt x="1024496" y="1307056"/>
                    </a:cubicBezTo>
                    <a:cubicBezTo>
                      <a:pt x="1010478" y="1303887"/>
                      <a:pt x="994635" y="1305232"/>
                      <a:pt x="982153" y="1299374"/>
                    </a:cubicBezTo>
                    <a:cubicBezTo>
                      <a:pt x="969095" y="1293229"/>
                      <a:pt x="958246" y="1297358"/>
                      <a:pt x="946628" y="1299087"/>
                    </a:cubicBezTo>
                    <a:cubicBezTo>
                      <a:pt x="928097" y="1301775"/>
                      <a:pt x="909661" y="1306768"/>
                      <a:pt x="890939" y="1300431"/>
                    </a:cubicBezTo>
                    <a:cubicBezTo>
                      <a:pt x="868184" y="1292750"/>
                      <a:pt x="845620" y="1284493"/>
                      <a:pt x="822769" y="1277196"/>
                    </a:cubicBezTo>
                    <a:cubicBezTo>
                      <a:pt x="813934" y="1274410"/>
                      <a:pt x="804431" y="1273258"/>
                      <a:pt x="795212" y="1272010"/>
                    </a:cubicBezTo>
                    <a:cubicBezTo>
                      <a:pt x="786476" y="1270954"/>
                      <a:pt x="776010" y="1273642"/>
                      <a:pt x="769288" y="1269610"/>
                    </a:cubicBezTo>
                    <a:cubicBezTo>
                      <a:pt x="752005" y="1259241"/>
                      <a:pt x="734243" y="1254152"/>
                      <a:pt x="714271" y="1254152"/>
                    </a:cubicBezTo>
                    <a:cubicBezTo>
                      <a:pt x="706781" y="1254152"/>
                      <a:pt x="699484" y="1249831"/>
                      <a:pt x="691900" y="1249062"/>
                    </a:cubicBezTo>
                    <a:cubicBezTo>
                      <a:pt x="681529" y="1248103"/>
                      <a:pt x="669623" y="1245510"/>
                      <a:pt x="660598" y="1249159"/>
                    </a:cubicBezTo>
                    <a:cubicBezTo>
                      <a:pt x="639379" y="1257800"/>
                      <a:pt x="622193" y="1250599"/>
                      <a:pt x="603662" y="1242054"/>
                    </a:cubicBezTo>
                    <a:cubicBezTo>
                      <a:pt x="585418" y="1233604"/>
                      <a:pt x="566215" y="1226884"/>
                      <a:pt x="546821" y="1221314"/>
                    </a:cubicBezTo>
                    <a:cubicBezTo>
                      <a:pt x="539524" y="1219298"/>
                      <a:pt x="530787" y="1222659"/>
                      <a:pt x="522721" y="1223330"/>
                    </a:cubicBezTo>
                    <a:cubicBezTo>
                      <a:pt x="519840" y="1223523"/>
                      <a:pt x="516671" y="1223811"/>
                      <a:pt x="514080" y="1222851"/>
                    </a:cubicBezTo>
                    <a:cubicBezTo>
                      <a:pt x="489020" y="1213633"/>
                      <a:pt x="463575" y="1206624"/>
                      <a:pt x="436404" y="1211424"/>
                    </a:cubicBezTo>
                    <a:cubicBezTo>
                      <a:pt x="433908" y="1211905"/>
                      <a:pt x="431123" y="1210849"/>
                      <a:pt x="428626" y="1210177"/>
                    </a:cubicBezTo>
                    <a:cubicBezTo>
                      <a:pt x="416432" y="1206720"/>
                      <a:pt x="404526" y="1201247"/>
                      <a:pt x="392141" y="1199999"/>
                    </a:cubicBezTo>
                    <a:cubicBezTo>
                      <a:pt x="361608" y="1196927"/>
                      <a:pt x="330884" y="1195678"/>
                      <a:pt x="300157" y="1193662"/>
                    </a:cubicBezTo>
                    <a:cubicBezTo>
                      <a:pt x="298237" y="1193566"/>
                      <a:pt x="296221" y="1193566"/>
                      <a:pt x="294493" y="1192894"/>
                    </a:cubicBezTo>
                    <a:cubicBezTo>
                      <a:pt x="283163" y="1188765"/>
                      <a:pt x="273274" y="1190110"/>
                      <a:pt x="263671" y="1197982"/>
                    </a:cubicBezTo>
                    <a:cubicBezTo>
                      <a:pt x="259447" y="1201439"/>
                      <a:pt x="253686" y="1203263"/>
                      <a:pt x="248406" y="1205184"/>
                    </a:cubicBezTo>
                    <a:cubicBezTo>
                      <a:pt x="240628" y="1208065"/>
                      <a:pt x="232659" y="1210849"/>
                      <a:pt x="224594" y="1212673"/>
                    </a:cubicBezTo>
                    <a:cubicBezTo>
                      <a:pt x="216624" y="1214401"/>
                      <a:pt x="208079" y="1216801"/>
                      <a:pt x="200398" y="1215458"/>
                    </a:cubicBezTo>
                    <a:cubicBezTo>
                      <a:pt x="186572" y="1213057"/>
                      <a:pt x="173417" y="1207681"/>
                      <a:pt x="159783" y="1204127"/>
                    </a:cubicBezTo>
                    <a:cubicBezTo>
                      <a:pt x="155079" y="1202879"/>
                      <a:pt x="149893" y="1203072"/>
                      <a:pt x="144997" y="1202975"/>
                    </a:cubicBezTo>
                    <a:cubicBezTo>
                      <a:pt x="133763" y="1202688"/>
                      <a:pt x="122241" y="1205472"/>
                      <a:pt x="112064" y="1197503"/>
                    </a:cubicBezTo>
                    <a:cubicBezTo>
                      <a:pt x="102655" y="1190014"/>
                      <a:pt x="93148" y="1192221"/>
                      <a:pt x="83259" y="1197887"/>
                    </a:cubicBezTo>
                    <a:cubicBezTo>
                      <a:pt x="76154" y="1201920"/>
                      <a:pt x="68090" y="1205088"/>
                      <a:pt x="60120" y="1206624"/>
                    </a:cubicBezTo>
                    <a:cubicBezTo>
                      <a:pt x="49174" y="1208736"/>
                      <a:pt x="38324" y="1209601"/>
                      <a:pt x="26514" y="1208352"/>
                    </a:cubicBezTo>
                    <a:cubicBezTo>
                      <a:pt x="18161" y="1207488"/>
                      <a:pt x="11343" y="1207104"/>
                      <a:pt x="4814" y="1202015"/>
                    </a:cubicBezTo>
                    <a:cubicBezTo>
                      <a:pt x="3759" y="1201247"/>
                      <a:pt x="1839" y="1201055"/>
                      <a:pt x="398" y="1201152"/>
                    </a:cubicBezTo>
                    <a:lnTo>
                      <a:pt x="0" y="1201150"/>
                    </a:lnTo>
                    <a:lnTo>
                      <a:pt x="0" y="1004512"/>
                    </a:lnTo>
                    <a:lnTo>
                      <a:pt x="30355" y="1002784"/>
                    </a:lnTo>
                    <a:cubicBezTo>
                      <a:pt x="37748" y="1002111"/>
                      <a:pt x="44853" y="999520"/>
                      <a:pt x="52151" y="997695"/>
                    </a:cubicBezTo>
                    <a:cubicBezTo>
                      <a:pt x="56183" y="996639"/>
                      <a:pt x="60504" y="993855"/>
                      <a:pt x="64248" y="994430"/>
                    </a:cubicBezTo>
                    <a:cubicBezTo>
                      <a:pt x="85948" y="997791"/>
                      <a:pt x="105823" y="989534"/>
                      <a:pt x="126370" y="985405"/>
                    </a:cubicBezTo>
                    <a:cubicBezTo>
                      <a:pt x="135876" y="983485"/>
                      <a:pt x="144805" y="978876"/>
                      <a:pt x="154022" y="975708"/>
                    </a:cubicBezTo>
                    <a:cubicBezTo>
                      <a:pt x="156423" y="974843"/>
                      <a:pt x="159111" y="974075"/>
                      <a:pt x="161512" y="974268"/>
                    </a:cubicBezTo>
                    <a:cubicBezTo>
                      <a:pt x="175242" y="975420"/>
                      <a:pt x="188876" y="977052"/>
                      <a:pt x="202510" y="978300"/>
                    </a:cubicBezTo>
                    <a:cubicBezTo>
                      <a:pt x="214896" y="979452"/>
                      <a:pt x="227378" y="979836"/>
                      <a:pt x="233235" y="993950"/>
                    </a:cubicBezTo>
                    <a:cubicBezTo>
                      <a:pt x="234100" y="996159"/>
                      <a:pt x="236979" y="997791"/>
                      <a:pt x="239188" y="999231"/>
                    </a:cubicBezTo>
                    <a:cubicBezTo>
                      <a:pt x="273274" y="1021411"/>
                      <a:pt x="291516" y="1020835"/>
                      <a:pt x="324834" y="997407"/>
                    </a:cubicBezTo>
                    <a:cubicBezTo>
                      <a:pt x="328290" y="995007"/>
                      <a:pt x="335683" y="993278"/>
                      <a:pt x="337987" y="995198"/>
                    </a:cubicBezTo>
                    <a:cubicBezTo>
                      <a:pt x="357575" y="1011137"/>
                      <a:pt x="378986" y="1009409"/>
                      <a:pt x="401550" y="1004416"/>
                    </a:cubicBezTo>
                    <a:cubicBezTo>
                      <a:pt x="407407" y="1003072"/>
                      <a:pt x="415664" y="1003072"/>
                      <a:pt x="420081" y="1006240"/>
                    </a:cubicBezTo>
                    <a:cubicBezTo>
                      <a:pt x="441108" y="1020930"/>
                      <a:pt x="463672" y="1018819"/>
                      <a:pt x="486523" y="1014498"/>
                    </a:cubicBezTo>
                    <a:cubicBezTo>
                      <a:pt x="490075" y="1013826"/>
                      <a:pt x="494397" y="1010177"/>
                      <a:pt x="495932" y="1006817"/>
                    </a:cubicBezTo>
                    <a:cubicBezTo>
                      <a:pt x="501406" y="994911"/>
                      <a:pt x="511680" y="990878"/>
                      <a:pt x="523009" y="987517"/>
                    </a:cubicBezTo>
                    <a:cubicBezTo>
                      <a:pt x="540868" y="982044"/>
                      <a:pt x="558438" y="975611"/>
                      <a:pt x="576393" y="970427"/>
                    </a:cubicBezTo>
                    <a:cubicBezTo>
                      <a:pt x="580811" y="969179"/>
                      <a:pt x="586283" y="969947"/>
                      <a:pt x="590892" y="971387"/>
                    </a:cubicBezTo>
                    <a:cubicBezTo>
                      <a:pt x="606638" y="976284"/>
                      <a:pt x="616624" y="988574"/>
                      <a:pt x="627569" y="999904"/>
                    </a:cubicBezTo>
                    <a:cubicBezTo>
                      <a:pt x="632370" y="1004897"/>
                      <a:pt x="638995" y="1008449"/>
                      <a:pt x="645429" y="1011329"/>
                    </a:cubicBezTo>
                    <a:cubicBezTo>
                      <a:pt x="662135" y="1018723"/>
                      <a:pt x="679226" y="1025348"/>
                      <a:pt x="696125" y="1032356"/>
                    </a:cubicBezTo>
                    <a:cubicBezTo>
                      <a:pt x="697757" y="1033029"/>
                      <a:pt x="699100" y="1034757"/>
                      <a:pt x="700349" y="1036197"/>
                    </a:cubicBezTo>
                    <a:cubicBezTo>
                      <a:pt x="712831" y="1051368"/>
                      <a:pt x="725216" y="1066634"/>
                      <a:pt x="737795" y="1081804"/>
                    </a:cubicBezTo>
                    <a:cubicBezTo>
                      <a:pt x="740195" y="1084684"/>
                      <a:pt x="743652" y="1086797"/>
                      <a:pt x="746244" y="1089581"/>
                    </a:cubicBezTo>
                    <a:cubicBezTo>
                      <a:pt x="749893" y="1093422"/>
                      <a:pt x="754502" y="1097071"/>
                      <a:pt x="756422" y="1101680"/>
                    </a:cubicBezTo>
                    <a:cubicBezTo>
                      <a:pt x="762374" y="1116177"/>
                      <a:pt x="773801" y="1122419"/>
                      <a:pt x="788202" y="1125108"/>
                    </a:cubicBezTo>
                    <a:cubicBezTo>
                      <a:pt x="801357" y="1127603"/>
                      <a:pt x="814511" y="1129716"/>
                      <a:pt x="827569" y="1132596"/>
                    </a:cubicBezTo>
                    <a:cubicBezTo>
                      <a:pt x="843507" y="1136053"/>
                      <a:pt x="859350" y="1139798"/>
                      <a:pt x="875097" y="1144022"/>
                    </a:cubicBezTo>
                    <a:cubicBezTo>
                      <a:pt x="881913" y="1145847"/>
                      <a:pt x="889115" y="1147959"/>
                      <a:pt x="894972" y="1151704"/>
                    </a:cubicBezTo>
                    <a:cubicBezTo>
                      <a:pt x="911390" y="1162073"/>
                      <a:pt x="928961" y="1169082"/>
                      <a:pt x="948260" y="1166298"/>
                    </a:cubicBezTo>
                    <a:cubicBezTo>
                      <a:pt x="963718" y="1164089"/>
                      <a:pt x="976680" y="1169754"/>
                      <a:pt x="986282" y="1178588"/>
                    </a:cubicBezTo>
                    <a:cubicBezTo>
                      <a:pt x="1003757" y="1194623"/>
                      <a:pt x="1022479" y="1190973"/>
                      <a:pt x="1041107" y="1185789"/>
                    </a:cubicBezTo>
                    <a:cubicBezTo>
                      <a:pt x="1050708" y="1183101"/>
                      <a:pt x="1058581" y="1183485"/>
                      <a:pt x="1067703" y="1186076"/>
                    </a:cubicBezTo>
                    <a:cubicBezTo>
                      <a:pt x="1088826" y="1192126"/>
                      <a:pt x="1102941" y="1208544"/>
                      <a:pt x="1116574" y="1222946"/>
                    </a:cubicBezTo>
                    <a:cubicBezTo>
                      <a:pt x="1128193" y="1235236"/>
                      <a:pt x="1141251" y="1242149"/>
                      <a:pt x="1155557" y="1247335"/>
                    </a:cubicBezTo>
                    <a:cubicBezTo>
                      <a:pt x="1173608" y="1253959"/>
                      <a:pt x="1187914" y="1251464"/>
                      <a:pt x="1196556" y="1235525"/>
                    </a:cubicBezTo>
                    <a:cubicBezTo>
                      <a:pt x="1198956" y="1231012"/>
                      <a:pt x="1203180" y="1225730"/>
                      <a:pt x="1207693" y="1224387"/>
                    </a:cubicBezTo>
                    <a:cubicBezTo>
                      <a:pt x="1229488" y="1217666"/>
                      <a:pt x="1251572" y="1207872"/>
                      <a:pt x="1274904" y="1213826"/>
                    </a:cubicBezTo>
                    <a:cubicBezTo>
                      <a:pt x="1307165" y="1221987"/>
                      <a:pt x="1338658" y="1221507"/>
                      <a:pt x="1370919" y="1213442"/>
                    </a:cubicBezTo>
                    <a:cubicBezTo>
                      <a:pt x="1423247" y="1200383"/>
                      <a:pt x="1475575" y="1186557"/>
                      <a:pt x="1530593" y="1189437"/>
                    </a:cubicBezTo>
                    <a:cubicBezTo>
                      <a:pt x="1539713" y="1189917"/>
                      <a:pt x="1550563" y="1184060"/>
                      <a:pt x="1558436" y="1178299"/>
                    </a:cubicBezTo>
                    <a:cubicBezTo>
                      <a:pt x="1573511" y="1167354"/>
                      <a:pt x="1572838" y="1166489"/>
                      <a:pt x="1589737" y="1175515"/>
                    </a:cubicBezTo>
                    <a:cubicBezTo>
                      <a:pt x="1593770" y="1177724"/>
                      <a:pt x="1598763" y="1179068"/>
                      <a:pt x="1601740" y="1182333"/>
                    </a:cubicBezTo>
                    <a:cubicBezTo>
                      <a:pt x="1616909" y="1198943"/>
                      <a:pt x="1635633" y="1194910"/>
                      <a:pt x="1654259" y="1192510"/>
                    </a:cubicBezTo>
                    <a:cubicBezTo>
                      <a:pt x="1657524" y="1192030"/>
                      <a:pt x="1661460" y="1191358"/>
                      <a:pt x="1664246" y="1192702"/>
                    </a:cubicBezTo>
                    <a:cubicBezTo>
                      <a:pt x="1676823" y="1198750"/>
                      <a:pt x="1687481" y="1196639"/>
                      <a:pt x="1698427" y="1188381"/>
                    </a:cubicBezTo>
                    <a:cubicBezTo>
                      <a:pt x="1707932" y="1181276"/>
                      <a:pt x="1718878" y="1177052"/>
                      <a:pt x="1730112" y="1185885"/>
                    </a:cubicBezTo>
                    <a:cubicBezTo>
                      <a:pt x="1755076" y="1205472"/>
                      <a:pt x="1781767" y="1206432"/>
                      <a:pt x="1809996" y="1194046"/>
                    </a:cubicBezTo>
                    <a:cubicBezTo>
                      <a:pt x="1830159" y="1185213"/>
                      <a:pt x="1850034" y="1183196"/>
                      <a:pt x="1871254" y="1192126"/>
                    </a:cubicBezTo>
                    <a:cubicBezTo>
                      <a:pt x="1879415" y="1195582"/>
                      <a:pt x="1889977" y="1193278"/>
                      <a:pt x="1899482" y="1194046"/>
                    </a:cubicBezTo>
                    <a:cubicBezTo>
                      <a:pt x="1904859" y="1194430"/>
                      <a:pt x="1910813" y="1194526"/>
                      <a:pt x="1915420" y="1196927"/>
                    </a:cubicBezTo>
                    <a:cubicBezTo>
                      <a:pt x="1927711" y="1203072"/>
                      <a:pt x="1939136" y="1210945"/>
                      <a:pt x="1951522" y="1216994"/>
                    </a:cubicBezTo>
                    <a:cubicBezTo>
                      <a:pt x="1957475" y="1219874"/>
                      <a:pt x="1964580" y="1221410"/>
                      <a:pt x="1971302" y="1221507"/>
                    </a:cubicBezTo>
                    <a:cubicBezTo>
                      <a:pt x="1991177" y="1221987"/>
                      <a:pt x="2011052" y="1221987"/>
                      <a:pt x="2030831" y="1221123"/>
                    </a:cubicBezTo>
                    <a:cubicBezTo>
                      <a:pt x="2063476" y="1219778"/>
                      <a:pt x="2096601" y="1219490"/>
                      <a:pt x="2120125" y="1190878"/>
                    </a:cubicBezTo>
                    <a:cubicBezTo>
                      <a:pt x="2122046" y="1188573"/>
                      <a:pt x="2126174" y="1187229"/>
                      <a:pt x="2129439" y="1186845"/>
                    </a:cubicBezTo>
                    <a:cubicBezTo>
                      <a:pt x="2144513" y="1185021"/>
                      <a:pt x="2159971" y="1184828"/>
                      <a:pt x="2174854" y="1181852"/>
                    </a:cubicBezTo>
                    <a:cubicBezTo>
                      <a:pt x="2186760" y="1179452"/>
                      <a:pt x="2196650" y="1180220"/>
                      <a:pt x="2205674" y="1188669"/>
                    </a:cubicBezTo>
                    <a:cubicBezTo>
                      <a:pt x="2217485" y="1199807"/>
                      <a:pt x="2231887" y="1206336"/>
                      <a:pt x="2247634" y="1202784"/>
                    </a:cubicBezTo>
                    <a:cubicBezTo>
                      <a:pt x="2263379" y="1199327"/>
                      <a:pt x="2273749" y="1206816"/>
                      <a:pt x="2285367" y="1214594"/>
                    </a:cubicBezTo>
                    <a:cubicBezTo>
                      <a:pt x="2293817" y="1220258"/>
                      <a:pt x="2303418" y="1227363"/>
                      <a:pt x="2312827" y="1227939"/>
                    </a:cubicBezTo>
                    <a:cubicBezTo>
                      <a:pt x="2334143" y="1229187"/>
                      <a:pt x="2352482" y="1248967"/>
                      <a:pt x="2375622" y="1237733"/>
                    </a:cubicBezTo>
                    <a:cubicBezTo>
                      <a:pt x="2377158" y="1236965"/>
                      <a:pt x="2379942" y="1238885"/>
                      <a:pt x="2382151" y="1239365"/>
                    </a:cubicBezTo>
                    <a:cubicBezTo>
                      <a:pt x="2399817" y="1243014"/>
                      <a:pt x="2416428" y="1239461"/>
                      <a:pt x="2429390" y="1227459"/>
                    </a:cubicBezTo>
                    <a:cubicBezTo>
                      <a:pt x="2446385" y="1211809"/>
                      <a:pt x="2465203" y="1210272"/>
                      <a:pt x="2486134" y="1215362"/>
                    </a:cubicBezTo>
                    <a:cubicBezTo>
                      <a:pt x="2492856" y="1216994"/>
                      <a:pt x="2499577" y="1218146"/>
                      <a:pt x="2506394" y="1219490"/>
                    </a:cubicBezTo>
                    <a:cubicBezTo>
                      <a:pt x="2515611" y="1221410"/>
                      <a:pt x="2524925" y="1223427"/>
                      <a:pt x="2534142" y="1225347"/>
                    </a:cubicBezTo>
                    <a:cubicBezTo>
                      <a:pt x="2543072" y="1227268"/>
                      <a:pt x="2552962" y="1230532"/>
                      <a:pt x="2559874" y="1222275"/>
                    </a:cubicBezTo>
                    <a:cubicBezTo>
                      <a:pt x="2565827" y="1215169"/>
                      <a:pt x="2570052" y="1215842"/>
                      <a:pt x="2575525" y="1221987"/>
                    </a:cubicBezTo>
                    <a:cubicBezTo>
                      <a:pt x="2594536" y="1243494"/>
                      <a:pt x="2617580" y="1256936"/>
                      <a:pt x="2646960" y="1257896"/>
                    </a:cubicBezTo>
                    <a:cubicBezTo>
                      <a:pt x="2653009" y="1258088"/>
                      <a:pt x="2659154" y="1259432"/>
                      <a:pt x="2665107" y="1260873"/>
                    </a:cubicBezTo>
                    <a:cubicBezTo>
                      <a:pt x="2668756" y="1261736"/>
                      <a:pt x="2673173" y="1262697"/>
                      <a:pt x="2675381" y="1265290"/>
                    </a:cubicBezTo>
                    <a:cubicBezTo>
                      <a:pt x="2692567" y="1285068"/>
                      <a:pt x="2713979" y="1298799"/>
                      <a:pt x="2737311" y="1309841"/>
                    </a:cubicBezTo>
                    <a:cubicBezTo>
                      <a:pt x="2745664" y="1313777"/>
                      <a:pt x="2754594" y="1317713"/>
                      <a:pt x="2763619" y="1318866"/>
                    </a:cubicBezTo>
                    <a:cubicBezTo>
                      <a:pt x="2773028" y="1320018"/>
                      <a:pt x="2782917" y="1318098"/>
                      <a:pt x="2792519" y="1317041"/>
                    </a:cubicBezTo>
                    <a:cubicBezTo>
                      <a:pt x="2798184" y="1316466"/>
                      <a:pt x="2804713" y="1316561"/>
                      <a:pt x="2809226" y="1313777"/>
                    </a:cubicBezTo>
                    <a:cubicBezTo>
                      <a:pt x="2823532" y="1305039"/>
                      <a:pt x="2837358" y="1295631"/>
                      <a:pt x="2850705" y="1285452"/>
                    </a:cubicBezTo>
                    <a:cubicBezTo>
                      <a:pt x="2862131" y="1276715"/>
                      <a:pt x="2864435" y="1275467"/>
                      <a:pt x="2874324" y="1286413"/>
                    </a:cubicBezTo>
                    <a:cubicBezTo>
                      <a:pt x="2884502" y="1297647"/>
                      <a:pt x="2897176" y="1303503"/>
                      <a:pt x="2911194" y="1305903"/>
                    </a:cubicBezTo>
                    <a:cubicBezTo>
                      <a:pt x="2933373" y="1309648"/>
                      <a:pt x="2955745" y="1312816"/>
                      <a:pt x="2978116" y="1314641"/>
                    </a:cubicBezTo>
                    <a:cubicBezTo>
                      <a:pt x="2998375" y="1316273"/>
                      <a:pt x="3008073" y="1307440"/>
                      <a:pt x="3012106" y="1287373"/>
                    </a:cubicBezTo>
                    <a:cubicBezTo>
                      <a:pt x="3014410" y="1276235"/>
                      <a:pt x="3017387" y="1264137"/>
                      <a:pt x="3029676" y="1261161"/>
                    </a:cubicBezTo>
                    <a:cubicBezTo>
                      <a:pt x="3049744" y="1256360"/>
                      <a:pt x="3070579" y="1254248"/>
                      <a:pt x="3080469" y="1230724"/>
                    </a:cubicBezTo>
                    <a:cubicBezTo>
                      <a:pt x="3085941" y="1235909"/>
                      <a:pt x="3089302" y="1238981"/>
                      <a:pt x="3092567" y="1242054"/>
                    </a:cubicBezTo>
                    <a:cubicBezTo>
                      <a:pt x="3101592" y="1250599"/>
                      <a:pt x="3120314" y="1254248"/>
                      <a:pt x="3129821" y="1246855"/>
                    </a:cubicBezTo>
                    <a:cubicBezTo>
                      <a:pt x="3143839" y="1236101"/>
                      <a:pt x="3156705" y="1238117"/>
                      <a:pt x="3170147" y="1246471"/>
                    </a:cubicBezTo>
                    <a:cubicBezTo>
                      <a:pt x="3192615" y="1260297"/>
                      <a:pt x="3217674" y="1257128"/>
                      <a:pt x="3240429" y="1251559"/>
                    </a:cubicBezTo>
                    <a:cubicBezTo>
                      <a:pt x="3257617" y="1247430"/>
                      <a:pt x="3275956" y="1239845"/>
                      <a:pt x="3287189" y="1222466"/>
                    </a:cubicBezTo>
                    <a:cubicBezTo>
                      <a:pt x="3290741" y="1216898"/>
                      <a:pt x="3298711" y="1214113"/>
                      <a:pt x="3305049" y="1210465"/>
                    </a:cubicBezTo>
                    <a:cubicBezTo>
                      <a:pt x="3310329" y="1207488"/>
                      <a:pt x="3315898" y="1204704"/>
                      <a:pt x="3321755" y="1202784"/>
                    </a:cubicBezTo>
                    <a:cubicBezTo>
                      <a:pt x="3327995" y="1200671"/>
                      <a:pt x="3334909" y="1197598"/>
                      <a:pt x="3341055" y="1198463"/>
                    </a:cubicBezTo>
                    <a:cubicBezTo>
                      <a:pt x="3359681" y="1200959"/>
                      <a:pt x="3374467" y="1196062"/>
                      <a:pt x="3387621" y="1182140"/>
                    </a:cubicBezTo>
                    <a:cubicBezTo>
                      <a:pt x="3394439" y="1174939"/>
                      <a:pt x="3404520" y="1166202"/>
                      <a:pt x="3413161" y="1166105"/>
                    </a:cubicBezTo>
                    <a:cubicBezTo>
                      <a:pt x="3434189" y="1165818"/>
                      <a:pt x="3451663" y="1158905"/>
                      <a:pt x="3470579" y="1150647"/>
                    </a:cubicBezTo>
                    <a:cubicBezTo>
                      <a:pt x="3482772" y="1145366"/>
                      <a:pt x="3496598" y="1141718"/>
                      <a:pt x="3509657" y="1136821"/>
                    </a:cubicBezTo>
                    <a:cubicBezTo>
                      <a:pt x="3524923" y="1131060"/>
                      <a:pt x="3541534" y="1128948"/>
                      <a:pt x="3550847" y="1113009"/>
                    </a:cubicBezTo>
                    <a:cubicBezTo>
                      <a:pt x="3551903" y="1111281"/>
                      <a:pt x="3555072" y="1110993"/>
                      <a:pt x="3556608" y="1109361"/>
                    </a:cubicBezTo>
                    <a:cubicBezTo>
                      <a:pt x="3561505" y="1104368"/>
                      <a:pt x="3567842" y="1099760"/>
                      <a:pt x="3570435" y="1093710"/>
                    </a:cubicBezTo>
                    <a:cubicBezTo>
                      <a:pt x="3577923" y="1076044"/>
                      <a:pt x="3583780" y="1057800"/>
                      <a:pt x="3590501" y="1039846"/>
                    </a:cubicBezTo>
                    <a:cubicBezTo>
                      <a:pt x="3591942" y="1036005"/>
                      <a:pt x="3593285" y="1031108"/>
                      <a:pt x="3596263" y="1028900"/>
                    </a:cubicBezTo>
                    <a:cubicBezTo>
                      <a:pt x="3613449" y="1016226"/>
                      <a:pt x="3630925" y="1004032"/>
                      <a:pt x="3648591" y="992030"/>
                    </a:cubicBezTo>
                    <a:cubicBezTo>
                      <a:pt x="3655696" y="987229"/>
                      <a:pt x="3661649" y="989918"/>
                      <a:pt x="3667986" y="995487"/>
                    </a:cubicBezTo>
                    <a:cubicBezTo>
                      <a:pt x="3674131" y="1000768"/>
                      <a:pt x="3681717" y="1006240"/>
                      <a:pt x="3689397" y="1007585"/>
                    </a:cubicBezTo>
                    <a:cubicBezTo>
                      <a:pt x="3704760" y="1010177"/>
                      <a:pt x="3720698" y="1010753"/>
                      <a:pt x="3736349" y="1010753"/>
                    </a:cubicBezTo>
                    <a:cubicBezTo>
                      <a:pt x="3742205" y="1010753"/>
                      <a:pt x="3748446" y="1007297"/>
                      <a:pt x="3753919" y="1004513"/>
                    </a:cubicBezTo>
                    <a:cubicBezTo>
                      <a:pt x="3764289" y="999231"/>
                      <a:pt x="3773890" y="992126"/>
                      <a:pt x="3784643" y="987710"/>
                    </a:cubicBezTo>
                    <a:cubicBezTo>
                      <a:pt x="3797126" y="982621"/>
                      <a:pt x="3804615" y="974459"/>
                      <a:pt x="3808359" y="961689"/>
                    </a:cubicBezTo>
                    <a:cubicBezTo>
                      <a:pt x="3813929" y="942679"/>
                      <a:pt x="3827179" y="929428"/>
                      <a:pt x="3842829" y="918674"/>
                    </a:cubicBezTo>
                    <a:cubicBezTo>
                      <a:pt x="3862705" y="904944"/>
                      <a:pt x="3886421" y="905616"/>
                      <a:pt x="3908983" y="902256"/>
                    </a:cubicBezTo>
                    <a:cubicBezTo>
                      <a:pt x="3917625" y="901008"/>
                      <a:pt x="3926555" y="899951"/>
                      <a:pt x="3934428" y="896783"/>
                    </a:cubicBezTo>
                    <a:cubicBezTo>
                      <a:pt x="3964288" y="884877"/>
                      <a:pt x="3994149" y="873548"/>
                      <a:pt x="4026987" y="873835"/>
                    </a:cubicBezTo>
                    <a:cubicBezTo>
                      <a:pt x="4029674" y="873835"/>
                      <a:pt x="4032363" y="873548"/>
                      <a:pt x="4035051" y="873067"/>
                    </a:cubicBezTo>
                    <a:cubicBezTo>
                      <a:pt x="4058383" y="869131"/>
                      <a:pt x="4082483" y="867594"/>
                      <a:pt x="4099189" y="846664"/>
                    </a:cubicBezTo>
                    <a:cubicBezTo>
                      <a:pt x="4102261" y="842823"/>
                      <a:pt x="4109271" y="841671"/>
                      <a:pt x="4114647" y="840134"/>
                    </a:cubicBezTo>
                    <a:cubicBezTo>
                      <a:pt x="4123961" y="837638"/>
                      <a:pt x="4130203" y="832549"/>
                      <a:pt x="4133563" y="823427"/>
                    </a:cubicBezTo>
                    <a:cubicBezTo>
                      <a:pt x="4139229" y="807681"/>
                      <a:pt x="4145949" y="792223"/>
                      <a:pt x="4151039" y="776284"/>
                    </a:cubicBezTo>
                    <a:cubicBezTo>
                      <a:pt x="4154591" y="765338"/>
                      <a:pt x="4161215" y="759289"/>
                      <a:pt x="4171489" y="754776"/>
                    </a:cubicBezTo>
                    <a:cubicBezTo>
                      <a:pt x="4177251" y="752280"/>
                      <a:pt x="4182243" y="746808"/>
                      <a:pt x="4186372" y="741718"/>
                    </a:cubicBezTo>
                    <a:cubicBezTo>
                      <a:pt x="4191365" y="735573"/>
                      <a:pt x="4193957" y="727412"/>
                      <a:pt x="4199429" y="721940"/>
                    </a:cubicBezTo>
                    <a:cubicBezTo>
                      <a:pt x="4212775" y="708305"/>
                      <a:pt x="4216905" y="693231"/>
                      <a:pt x="4212487" y="674604"/>
                    </a:cubicBezTo>
                    <a:cubicBezTo>
                      <a:pt x="4208551" y="658090"/>
                      <a:pt x="4218921" y="636006"/>
                      <a:pt x="4232555" y="632645"/>
                    </a:cubicBezTo>
                    <a:cubicBezTo>
                      <a:pt x="4247629" y="628900"/>
                      <a:pt x="4257999" y="619684"/>
                      <a:pt x="4268657" y="609410"/>
                    </a:cubicBezTo>
                    <a:cubicBezTo>
                      <a:pt x="4274609" y="603649"/>
                      <a:pt x="4282963" y="598656"/>
                      <a:pt x="4291028" y="597216"/>
                    </a:cubicBezTo>
                    <a:cubicBezTo>
                      <a:pt x="4321657" y="591647"/>
                      <a:pt x="4350557" y="598464"/>
                      <a:pt x="4379651" y="609506"/>
                    </a:cubicBezTo>
                    <a:cubicBezTo>
                      <a:pt x="4398661" y="616707"/>
                      <a:pt x="4419784" y="618627"/>
                      <a:pt x="4440139" y="621507"/>
                    </a:cubicBezTo>
                    <a:cubicBezTo>
                      <a:pt x="4446477" y="622371"/>
                      <a:pt x="4454542" y="620452"/>
                      <a:pt x="4460015" y="616899"/>
                    </a:cubicBezTo>
                    <a:cubicBezTo>
                      <a:pt x="4479218" y="604609"/>
                      <a:pt x="4498325" y="591935"/>
                      <a:pt x="4516183" y="577724"/>
                    </a:cubicBezTo>
                    <a:cubicBezTo>
                      <a:pt x="4532795" y="564379"/>
                      <a:pt x="4551517" y="558810"/>
                      <a:pt x="4571681" y="560250"/>
                    </a:cubicBezTo>
                    <a:cubicBezTo>
                      <a:pt x="4586371" y="561306"/>
                      <a:pt x="4599621" y="558905"/>
                      <a:pt x="4613447" y="555257"/>
                    </a:cubicBezTo>
                    <a:cubicBezTo>
                      <a:pt x="4624969" y="552185"/>
                      <a:pt x="4637643" y="550072"/>
                      <a:pt x="4649355" y="551417"/>
                    </a:cubicBezTo>
                    <a:cubicBezTo>
                      <a:pt x="4665775" y="553337"/>
                      <a:pt x="4679313" y="550553"/>
                      <a:pt x="4692467" y="540663"/>
                    </a:cubicBezTo>
                    <a:cubicBezTo>
                      <a:pt x="4699476" y="535382"/>
                      <a:pt x="4708502" y="532598"/>
                      <a:pt x="4716855" y="528949"/>
                    </a:cubicBezTo>
                    <a:cubicBezTo>
                      <a:pt x="4729721" y="523284"/>
                      <a:pt x="4743067" y="518483"/>
                      <a:pt x="4755645" y="512147"/>
                    </a:cubicBezTo>
                    <a:cubicBezTo>
                      <a:pt x="4769183" y="505425"/>
                      <a:pt x="4781569" y="496112"/>
                      <a:pt x="4795395" y="490351"/>
                    </a:cubicBezTo>
                    <a:cubicBezTo>
                      <a:pt x="4810278" y="484110"/>
                      <a:pt x="4819879" y="474605"/>
                      <a:pt x="4825928" y="459818"/>
                    </a:cubicBezTo>
                    <a:cubicBezTo>
                      <a:pt x="4829769" y="450504"/>
                      <a:pt x="4835049" y="440615"/>
                      <a:pt x="4842347" y="434086"/>
                    </a:cubicBezTo>
                    <a:cubicBezTo>
                      <a:pt x="4857422" y="420740"/>
                      <a:pt x="4875087" y="410370"/>
                      <a:pt x="4890451" y="397216"/>
                    </a:cubicBezTo>
                    <a:cubicBezTo>
                      <a:pt x="4912054" y="378781"/>
                      <a:pt x="4932025" y="359194"/>
                      <a:pt x="4933945" y="327701"/>
                    </a:cubicBezTo>
                    <a:cubicBezTo>
                      <a:pt x="4935001" y="310322"/>
                      <a:pt x="4944219" y="302929"/>
                      <a:pt x="4961214" y="298801"/>
                    </a:cubicBezTo>
                    <a:cubicBezTo>
                      <a:pt x="4966878" y="297457"/>
                      <a:pt x="4974945" y="294864"/>
                      <a:pt x="4976672" y="290639"/>
                    </a:cubicBezTo>
                    <a:cubicBezTo>
                      <a:pt x="4981857" y="278061"/>
                      <a:pt x="4992610" y="275565"/>
                      <a:pt x="5002979" y="270573"/>
                    </a:cubicBezTo>
                    <a:cubicBezTo>
                      <a:pt x="5009221" y="267596"/>
                      <a:pt x="5016903" y="261739"/>
                      <a:pt x="5018535" y="255690"/>
                    </a:cubicBezTo>
                    <a:cubicBezTo>
                      <a:pt x="5025255" y="231206"/>
                      <a:pt x="5043690" y="216804"/>
                      <a:pt x="5061069" y="200961"/>
                    </a:cubicBezTo>
                    <a:cubicBezTo>
                      <a:pt x="5066158" y="196256"/>
                      <a:pt x="5071631" y="190879"/>
                      <a:pt x="5074127" y="184735"/>
                    </a:cubicBezTo>
                    <a:cubicBezTo>
                      <a:pt x="5079409" y="171484"/>
                      <a:pt x="5087281" y="161882"/>
                      <a:pt x="5101108" y="156891"/>
                    </a:cubicBezTo>
                    <a:cubicBezTo>
                      <a:pt x="5105524" y="155354"/>
                      <a:pt x="5109557" y="151801"/>
                      <a:pt x="5112918" y="148441"/>
                    </a:cubicBezTo>
                    <a:cubicBezTo>
                      <a:pt x="5120119" y="141144"/>
                      <a:pt x="5126167" y="132598"/>
                      <a:pt x="5133753" y="125782"/>
                    </a:cubicBezTo>
                    <a:cubicBezTo>
                      <a:pt x="5153051" y="108211"/>
                      <a:pt x="5172159" y="90928"/>
                      <a:pt x="5183393" y="66348"/>
                    </a:cubicBezTo>
                    <a:cubicBezTo>
                      <a:pt x="5188865" y="54346"/>
                      <a:pt x="5195107" y="41288"/>
                      <a:pt x="5204709" y="33030"/>
                    </a:cubicBezTo>
                    <a:cubicBezTo>
                      <a:pt x="5216903" y="22565"/>
                      <a:pt x="5232937" y="16612"/>
                      <a:pt x="5247243" y="8451"/>
                    </a:cubicBezTo>
                    <a:close/>
                  </a:path>
                </a:pathLst>
              </a:custGeom>
              <a:blipFill dpi="0" rotWithShape="1">
                <a:blip r:embed="rId2">
                  <a:alphaModFix amt="57000"/>
                </a:blip>
                <a:srcRect/>
                <a:tile tx="0" ty="0" sx="100000" sy="100000" flip="none" algn="tl"/>
              </a:blip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1BA9F7FA-87E7-8080-B009-143075E627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81826" y="3146400"/>
            <a:ext cx="4391024" cy="24543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uk-UA" sz="2400" noProof="0" dirty="0">
                <a:solidFill>
                  <a:schemeClr val="bg1">
                    <a:alpha val="8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Розглянемо деякі функції модуля </a:t>
            </a:r>
            <a:r>
              <a:rPr lang="uk-UA" sz="2400" noProof="0" dirty="0" err="1">
                <a:solidFill>
                  <a:schemeClr val="bg1">
                    <a:alpha val="8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tarfile</a:t>
            </a:r>
            <a:r>
              <a:rPr lang="uk-UA" sz="2400" noProof="0" dirty="0">
                <a:solidFill>
                  <a:schemeClr val="bg1">
                    <a:alpha val="8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який дозволяє стискати у архів та розпаковувати файли з архівів у різних форматах (</a:t>
            </a:r>
            <a:r>
              <a:rPr lang="uk-UA" sz="2400" noProof="0" dirty="0" err="1">
                <a:solidFill>
                  <a:schemeClr val="bg1">
                    <a:alpha val="8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gzip</a:t>
            </a:r>
            <a:r>
              <a:rPr lang="uk-UA" sz="2400" noProof="0" dirty="0">
                <a:solidFill>
                  <a:schemeClr val="bg1">
                    <a:alpha val="8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bzip2, </a:t>
            </a:r>
            <a:r>
              <a:rPr lang="uk-UA" sz="2400" noProof="0" dirty="0" err="1">
                <a:solidFill>
                  <a:schemeClr val="bg1">
                    <a:alpha val="8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lzma</a:t>
            </a:r>
            <a:r>
              <a:rPr lang="uk-UA" sz="2400" noProof="0" dirty="0">
                <a:solidFill>
                  <a:schemeClr val="bg1">
                    <a:alpha val="8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).</a:t>
            </a:r>
          </a:p>
          <a:p>
            <a:pPr marL="0" indent="0">
              <a:buNone/>
            </a:pPr>
            <a:endParaRPr lang="uk-UA" sz="2400" noProof="0" dirty="0">
              <a:solidFill>
                <a:schemeClr val="bg1">
                  <a:alpha val="80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graphicFrame>
        <p:nvGraphicFramePr>
          <p:cNvPr id="4" name="Таблиця 3">
            <a:extLst>
              <a:ext uri="{FF2B5EF4-FFF2-40B4-BE49-F238E27FC236}">
                <a16:creationId xmlns:a16="http://schemas.microsoft.com/office/drawing/2014/main" id="{833FB14A-5FAA-8F51-E27A-F651461864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8136382"/>
              </p:ext>
            </p:extLst>
          </p:nvPr>
        </p:nvGraphicFramePr>
        <p:xfrm>
          <a:off x="944881" y="1940560"/>
          <a:ext cx="5143254" cy="3003776"/>
        </p:xfrm>
        <a:graphic>
          <a:graphicData uri="http://schemas.openxmlformats.org/drawingml/2006/table">
            <a:tbl>
              <a:tblPr firstRow="1" bandRow="1">
                <a:solidFill>
                  <a:schemeClr val="bg1"/>
                </a:solidFill>
                <a:tableStyleId>{F5AB1C69-6EDB-4FF4-983F-18BD219EF322}</a:tableStyleId>
              </a:tblPr>
              <a:tblGrid>
                <a:gridCol w="2214671">
                  <a:extLst>
                    <a:ext uri="{9D8B030D-6E8A-4147-A177-3AD203B41FA5}">
                      <a16:colId xmlns:a16="http://schemas.microsoft.com/office/drawing/2014/main" val="1188203031"/>
                    </a:ext>
                  </a:extLst>
                </a:gridCol>
                <a:gridCol w="2928583">
                  <a:extLst>
                    <a:ext uri="{9D8B030D-6E8A-4147-A177-3AD203B41FA5}">
                      <a16:colId xmlns:a16="http://schemas.microsoft.com/office/drawing/2014/main" val="3476089271"/>
                    </a:ext>
                  </a:extLst>
                </a:gridCol>
              </a:tblGrid>
              <a:tr h="405209">
                <a:tc>
                  <a:txBody>
                    <a:bodyPr/>
                    <a:lstStyle/>
                    <a:p>
                      <a:r>
                        <a:rPr lang="uk-UA" sz="1200" b="0" cap="none" spc="0" noProof="0">
                          <a:solidFill>
                            <a:schemeClr val="bg1"/>
                          </a:solidFill>
                        </a:rPr>
                        <a:t>Функція/Метод</a:t>
                      </a:r>
                    </a:p>
                  </a:txBody>
                  <a:tcPr marL="103679" marR="82614" marT="79753" marB="79753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uk-UA" sz="1200" b="0" cap="none" spc="0" noProof="0">
                          <a:solidFill>
                            <a:schemeClr val="bg1"/>
                          </a:solidFill>
                        </a:rPr>
                        <a:t>Опис</a:t>
                      </a:r>
                    </a:p>
                  </a:txBody>
                  <a:tcPr marL="103679" marR="82614" marT="79753" marB="79753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7278478"/>
                  </a:ext>
                </a:extLst>
              </a:tr>
              <a:tr h="1187394">
                <a:tc>
                  <a:txBody>
                    <a:bodyPr/>
                    <a:lstStyle/>
                    <a:p>
                      <a:r>
                        <a:rPr lang="uk-UA" sz="1200" cap="none" spc="0" noProof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tarfile.open(name=None, mode=‘r’)</a:t>
                      </a:r>
                    </a:p>
                  </a:txBody>
                  <a:tcPr marL="103679" marR="82614" marT="79753" marB="79753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381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uk-UA" sz="1200" cap="none" spc="0" noProof="0">
                          <a:solidFill>
                            <a:schemeClr val="tx1"/>
                          </a:solidFill>
                        </a:rPr>
                        <a:t>Відкриває файл </a:t>
                      </a:r>
                      <a:r>
                        <a:rPr lang="uk-UA" sz="1200" cap="none" spc="0" noProof="0" err="1">
                          <a:solidFill>
                            <a:schemeClr val="tx1"/>
                          </a:solidFill>
                        </a:rPr>
                        <a:t>name</a:t>
                      </a:r>
                      <a:r>
                        <a:rPr lang="uk-UA" sz="1200" cap="none" spc="0" noProof="0">
                          <a:solidFill>
                            <a:schemeClr val="tx1"/>
                          </a:solidFill>
                        </a:rPr>
                        <a:t> для подальшого стиснення або розкриття згідно з режимом </a:t>
                      </a:r>
                      <a:r>
                        <a:rPr lang="uk-UA" sz="1200" cap="none" spc="0" noProof="0" err="1">
                          <a:solidFill>
                            <a:schemeClr val="tx1"/>
                          </a:solidFill>
                        </a:rPr>
                        <a:t>mode</a:t>
                      </a:r>
                      <a:r>
                        <a:rPr lang="uk-UA" sz="1200" cap="none" spc="0" noProof="0">
                          <a:solidFill>
                            <a:schemeClr val="tx1"/>
                          </a:solidFill>
                        </a:rPr>
                        <a:t>. Повертає об’єкт класу </a:t>
                      </a:r>
                      <a:r>
                        <a:rPr lang="uk-UA" sz="1200" cap="none" spc="0" noProof="0" err="1">
                          <a:solidFill>
                            <a:schemeClr val="tx1"/>
                          </a:solidFill>
                        </a:rPr>
                        <a:t>TarFile</a:t>
                      </a:r>
                      <a:r>
                        <a:rPr lang="uk-UA" sz="1200" cap="none" spc="0" noProof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 marL="103679" marR="82614" marT="79753" marB="79753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381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8355208"/>
                  </a:ext>
                </a:extLst>
              </a:tr>
              <a:tr h="405209">
                <a:tc>
                  <a:txBody>
                    <a:bodyPr/>
                    <a:lstStyle/>
                    <a:p>
                      <a:r>
                        <a:rPr lang="uk-UA" sz="1200" cap="none" spc="0" noProof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tf.add(filename)</a:t>
                      </a:r>
                    </a:p>
                  </a:txBody>
                  <a:tcPr marL="103679" marR="82614" marT="79753" marB="79753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uk-UA" sz="1200" cap="none" spc="0" noProof="0">
                          <a:solidFill>
                            <a:schemeClr val="tx1"/>
                          </a:solidFill>
                        </a:rPr>
                        <a:t>Додає файл до архіву tf.</a:t>
                      </a:r>
                    </a:p>
                  </a:txBody>
                  <a:tcPr marL="103679" marR="82614" marT="79753" marB="79753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2907016"/>
                  </a:ext>
                </a:extLst>
              </a:tr>
              <a:tr h="600755">
                <a:tc>
                  <a:txBody>
                    <a:bodyPr/>
                    <a:lstStyle/>
                    <a:p>
                      <a:r>
                        <a:rPr lang="uk-UA" sz="1200" cap="none" spc="0" noProof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tf.extractall(path=‘.’)</a:t>
                      </a:r>
                    </a:p>
                  </a:txBody>
                  <a:tcPr marL="103679" marR="82614" marT="79753" marB="79753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uk-UA" sz="1200" cap="none" spc="0" noProof="0">
                          <a:solidFill>
                            <a:schemeClr val="tx1"/>
                          </a:solidFill>
                        </a:rPr>
                        <a:t>Видобуває всі файли архіву tf  у каталог path</a:t>
                      </a:r>
                    </a:p>
                  </a:txBody>
                  <a:tcPr marL="103679" marR="82614" marT="79753" marB="79753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1857464"/>
                  </a:ext>
                </a:extLst>
              </a:tr>
              <a:tr h="405209">
                <a:tc>
                  <a:txBody>
                    <a:bodyPr/>
                    <a:lstStyle/>
                    <a:p>
                      <a:r>
                        <a:rPr lang="uk-UA" sz="1200" cap="none" spc="0" noProof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tf.close()</a:t>
                      </a:r>
                    </a:p>
                  </a:txBody>
                  <a:tcPr marL="103679" marR="82614" marT="79753" marB="79753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uk-UA" sz="1200" cap="none" spc="0" noProof="0" dirty="0">
                          <a:solidFill>
                            <a:schemeClr val="tx1"/>
                          </a:solidFill>
                        </a:rPr>
                        <a:t>Закриває файл </a:t>
                      </a:r>
                      <a:r>
                        <a:rPr lang="uk-UA" sz="1200" cap="none" spc="0" noProof="0" dirty="0" err="1">
                          <a:solidFill>
                            <a:schemeClr val="tx1"/>
                          </a:solidFill>
                        </a:rPr>
                        <a:t>tf</a:t>
                      </a:r>
                      <a:endParaRPr lang="uk-UA" sz="1200" cap="none" spc="0" noProof="0" dirty="0">
                        <a:solidFill>
                          <a:schemeClr val="tx1"/>
                        </a:solidFill>
                      </a:endParaRPr>
                    </a:p>
                  </a:txBody>
                  <a:tcPr marL="103679" marR="82614" marT="79753" marB="79753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93655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919994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40CA33-E3E5-72CB-69EC-D076EB06CE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95B9BA8-1D69-4796-85F5-B6D0BD523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938B2FD-C613-C197-C01B-593E25C643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81825" y="1641752"/>
            <a:ext cx="4391024" cy="1323439"/>
          </a:xfrm>
        </p:spPr>
        <p:txBody>
          <a:bodyPr anchor="t">
            <a:normAutofit/>
          </a:bodyPr>
          <a:lstStyle/>
          <a:p>
            <a:r>
              <a:rPr lang="uk-UA" sz="4000" noProof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Архівування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CC09AFE8-9934-40C0-A058-4008A3B197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27160" y="1498600"/>
            <a:ext cx="5260976" cy="4707593"/>
            <a:chOff x="6096000" y="841376"/>
            <a:chExt cx="5260976" cy="4707593"/>
          </a:xfrm>
          <a:effectLst>
            <a:outerShdw blurRad="381000" dist="152400" dir="5400000" algn="ctr" rotWithShape="0">
              <a:srgbClr val="000000">
                <a:alpha val="10000"/>
              </a:srgbClr>
            </a:outerShdw>
          </a:effectLst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23588ED6-49C5-4EAF-BBCE-DB6B4184D3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6096001" y="841376"/>
              <a:ext cx="5260975" cy="4707593"/>
              <a:chOff x="6096001" y="841376"/>
              <a:chExt cx="5260975" cy="4707593"/>
            </a:xfrm>
          </p:grpSpPr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0149B80A-4A62-4495-AE87-F32755EBDD9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96001" y="841376"/>
                <a:ext cx="5260975" cy="4707593"/>
              </a:xfrm>
              <a:custGeom>
                <a:avLst/>
                <a:gdLst>
                  <a:gd name="connsiteX0" fmla="*/ 0 w 5260975"/>
                  <a:gd name="connsiteY0" fmla="*/ 0 h 4707593"/>
                  <a:gd name="connsiteX1" fmla="*/ 5260975 w 5260975"/>
                  <a:gd name="connsiteY1" fmla="*/ 0 h 4707593"/>
                  <a:gd name="connsiteX2" fmla="*/ 5260975 w 5260975"/>
                  <a:gd name="connsiteY2" fmla="*/ 3296937 h 4707593"/>
                  <a:gd name="connsiteX3" fmla="*/ 5260975 w 5260975"/>
                  <a:gd name="connsiteY3" fmla="*/ 3518571 h 4707593"/>
                  <a:gd name="connsiteX4" fmla="*/ 5226503 w 5260975"/>
                  <a:gd name="connsiteY4" fmla="*/ 3534000 h 4707593"/>
                  <a:gd name="connsiteX5" fmla="*/ 5206341 w 5260975"/>
                  <a:gd name="connsiteY5" fmla="*/ 3542065 h 4707593"/>
                  <a:gd name="connsiteX6" fmla="*/ 5123287 w 5260975"/>
                  <a:gd name="connsiteY6" fmla="*/ 3594010 h 4707593"/>
                  <a:gd name="connsiteX7" fmla="*/ 5048107 w 5260975"/>
                  <a:gd name="connsiteY7" fmla="*/ 3658244 h 4707593"/>
                  <a:gd name="connsiteX8" fmla="*/ 4992899 w 5260975"/>
                  <a:gd name="connsiteY8" fmla="*/ 3734479 h 4707593"/>
                  <a:gd name="connsiteX9" fmla="*/ 4977440 w 5260975"/>
                  <a:gd name="connsiteY9" fmla="*/ 3752627 h 4707593"/>
                  <a:gd name="connsiteX10" fmla="*/ 4935193 w 5260975"/>
                  <a:gd name="connsiteY10" fmla="*/ 3775382 h 4707593"/>
                  <a:gd name="connsiteX11" fmla="*/ 4897844 w 5260975"/>
                  <a:gd name="connsiteY11" fmla="*/ 3792472 h 4707593"/>
                  <a:gd name="connsiteX12" fmla="*/ 4870767 w 5260975"/>
                  <a:gd name="connsiteY12" fmla="*/ 3811388 h 4707593"/>
                  <a:gd name="connsiteX13" fmla="*/ 4847916 w 5260975"/>
                  <a:gd name="connsiteY13" fmla="*/ 3828767 h 4707593"/>
                  <a:gd name="connsiteX14" fmla="*/ 4796163 w 5260975"/>
                  <a:gd name="connsiteY14" fmla="*/ 3873702 h 4707593"/>
                  <a:gd name="connsiteX15" fmla="*/ 4738843 w 5260975"/>
                  <a:gd name="connsiteY15" fmla="*/ 3911628 h 4707593"/>
                  <a:gd name="connsiteX16" fmla="*/ 4692755 w 5260975"/>
                  <a:gd name="connsiteY16" fmla="*/ 3958099 h 4707593"/>
                  <a:gd name="connsiteX17" fmla="*/ 4673744 w 5260975"/>
                  <a:gd name="connsiteY17" fmla="*/ 3983255 h 4707593"/>
                  <a:gd name="connsiteX18" fmla="*/ 4633801 w 5260975"/>
                  <a:gd name="connsiteY18" fmla="*/ 4000442 h 4707593"/>
                  <a:gd name="connsiteX19" fmla="*/ 4590499 w 5260975"/>
                  <a:gd name="connsiteY19" fmla="*/ 4027326 h 4707593"/>
                  <a:gd name="connsiteX20" fmla="*/ 4559773 w 5260975"/>
                  <a:gd name="connsiteY20" fmla="*/ 4054018 h 4707593"/>
                  <a:gd name="connsiteX21" fmla="*/ 4536059 w 5260975"/>
                  <a:gd name="connsiteY21" fmla="*/ 4071877 h 4707593"/>
                  <a:gd name="connsiteX22" fmla="*/ 4502549 w 5260975"/>
                  <a:gd name="connsiteY22" fmla="*/ 4089832 h 4707593"/>
                  <a:gd name="connsiteX23" fmla="*/ 4468944 w 5260975"/>
                  <a:gd name="connsiteY23" fmla="*/ 4113356 h 4707593"/>
                  <a:gd name="connsiteX24" fmla="*/ 4452622 w 5260975"/>
                  <a:gd name="connsiteY24" fmla="*/ 4127854 h 4707593"/>
                  <a:gd name="connsiteX25" fmla="*/ 4421032 w 5260975"/>
                  <a:gd name="connsiteY25" fmla="*/ 4151953 h 4707593"/>
                  <a:gd name="connsiteX26" fmla="*/ 4388483 w 5260975"/>
                  <a:gd name="connsiteY26" fmla="*/ 4174421 h 4707593"/>
                  <a:gd name="connsiteX27" fmla="*/ 4327321 w 5260975"/>
                  <a:gd name="connsiteY27" fmla="*/ 4200153 h 4707593"/>
                  <a:gd name="connsiteX28" fmla="*/ 4271633 w 5260975"/>
                  <a:gd name="connsiteY28" fmla="*/ 4237983 h 4707593"/>
                  <a:gd name="connsiteX29" fmla="*/ 4227465 w 5260975"/>
                  <a:gd name="connsiteY29" fmla="*/ 4265635 h 4707593"/>
                  <a:gd name="connsiteX30" fmla="*/ 4201733 w 5260975"/>
                  <a:gd name="connsiteY30" fmla="*/ 4283783 h 4707593"/>
                  <a:gd name="connsiteX31" fmla="*/ 4154494 w 5260975"/>
                  <a:gd name="connsiteY31" fmla="*/ 4324301 h 4707593"/>
                  <a:gd name="connsiteX32" fmla="*/ 4081234 w 5260975"/>
                  <a:gd name="connsiteY32" fmla="*/ 4366931 h 4707593"/>
                  <a:gd name="connsiteX33" fmla="*/ 4036971 w 5260975"/>
                  <a:gd name="connsiteY33" fmla="*/ 4389975 h 4707593"/>
                  <a:gd name="connsiteX34" fmla="*/ 3941725 w 5260975"/>
                  <a:gd name="connsiteY34" fmla="*/ 4424733 h 4707593"/>
                  <a:gd name="connsiteX35" fmla="*/ 3910999 w 5260975"/>
                  <a:gd name="connsiteY35" fmla="*/ 4437119 h 4707593"/>
                  <a:gd name="connsiteX36" fmla="*/ 3875859 w 5260975"/>
                  <a:gd name="connsiteY36" fmla="*/ 4445280 h 4707593"/>
                  <a:gd name="connsiteX37" fmla="*/ 3819401 w 5260975"/>
                  <a:gd name="connsiteY37" fmla="*/ 4464579 h 4707593"/>
                  <a:gd name="connsiteX38" fmla="*/ 3709176 w 5260975"/>
                  <a:gd name="connsiteY38" fmla="*/ 4497800 h 4707593"/>
                  <a:gd name="connsiteX39" fmla="*/ 3684981 w 5260975"/>
                  <a:gd name="connsiteY39" fmla="*/ 4502889 h 4707593"/>
                  <a:gd name="connsiteX40" fmla="*/ 3623338 w 5260975"/>
                  <a:gd name="connsiteY40" fmla="*/ 4524300 h 4707593"/>
                  <a:gd name="connsiteX41" fmla="*/ 3586373 w 5260975"/>
                  <a:gd name="connsiteY41" fmla="*/ 4538702 h 4707593"/>
                  <a:gd name="connsiteX42" fmla="*/ 3555743 w 5260975"/>
                  <a:gd name="connsiteY42" fmla="*/ 4546960 h 4707593"/>
                  <a:gd name="connsiteX43" fmla="*/ 3528667 w 5260975"/>
                  <a:gd name="connsiteY43" fmla="*/ 4550801 h 4707593"/>
                  <a:gd name="connsiteX44" fmla="*/ 3457424 w 5260975"/>
                  <a:gd name="connsiteY44" fmla="*/ 4569811 h 4707593"/>
                  <a:gd name="connsiteX45" fmla="*/ 3429003 w 5260975"/>
                  <a:gd name="connsiteY45" fmla="*/ 4577301 h 4707593"/>
                  <a:gd name="connsiteX46" fmla="*/ 3355264 w 5260975"/>
                  <a:gd name="connsiteY46" fmla="*/ 4603033 h 4707593"/>
                  <a:gd name="connsiteX47" fmla="*/ 3292757 w 5260975"/>
                  <a:gd name="connsiteY47" fmla="*/ 4620027 h 4707593"/>
                  <a:gd name="connsiteX48" fmla="*/ 3266643 w 5260975"/>
                  <a:gd name="connsiteY48" fmla="*/ 4628188 h 4707593"/>
                  <a:gd name="connsiteX49" fmla="*/ 3206921 w 5260975"/>
                  <a:gd name="connsiteY49" fmla="*/ 4641823 h 4707593"/>
                  <a:gd name="connsiteX50" fmla="*/ 3173123 w 5260975"/>
                  <a:gd name="connsiteY50" fmla="*/ 4651425 h 4707593"/>
                  <a:gd name="connsiteX51" fmla="*/ 3090646 w 5260975"/>
                  <a:gd name="connsiteY51" fmla="*/ 4662274 h 4707593"/>
                  <a:gd name="connsiteX52" fmla="*/ 3005480 w 5260975"/>
                  <a:gd name="connsiteY52" fmla="*/ 4672739 h 4707593"/>
                  <a:gd name="connsiteX53" fmla="*/ 2958721 w 5260975"/>
                  <a:gd name="connsiteY53" fmla="*/ 4676196 h 4707593"/>
                  <a:gd name="connsiteX54" fmla="*/ 2917915 w 5260975"/>
                  <a:gd name="connsiteY54" fmla="*/ 4681670 h 4707593"/>
                  <a:gd name="connsiteX55" fmla="*/ 2882389 w 5260975"/>
                  <a:gd name="connsiteY55" fmla="*/ 4685126 h 4707593"/>
                  <a:gd name="connsiteX56" fmla="*/ 2825837 w 5260975"/>
                  <a:gd name="connsiteY56" fmla="*/ 4692135 h 4707593"/>
                  <a:gd name="connsiteX57" fmla="*/ 2802313 w 5260975"/>
                  <a:gd name="connsiteY57" fmla="*/ 4693960 h 4707593"/>
                  <a:gd name="connsiteX58" fmla="*/ 2746816 w 5260975"/>
                  <a:gd name="connsiteY58" fmla="*/ 4693863 h 4707593"/>
                  <a:gd name="connsiteX59" fmla="*/ 2727517 w 5260975"/>
                  <a:gd name="connsiteY59" fmla="*/ 4692903 h 4707593"/>
                  <a:gd name="connsiteX60" fmla="*/ 2690359 w 5260975"/>
                  <a:gd name="connsiteY60" fmla="*/ 4680997 h 4707593"/>
                  <a:gd name="connsiteX61" fmla="*/ 2685943 w 5260975"/>
                  <a:gd name="connsiteY61" fmla="*/ 4680133 h 4707593"/>
                  <a:gd name="connsiteX62" fmla="*/ 2661554 w 5260975"/>
                  <a:gd name="connsiteY62" fmla="*/ 4675428 h 4707593"/>
                  <a:gd name="connsiteX63" fmla="*/ 2648208 w 5260975"/>
                  <a:gd name="connsiteY63" fmla="*/ 4673892 h 4707593"/>
                  <a:gd name="connsiteX64" fmla="*/ 2597512 w 5260975"/>
                  <a:gd name="connsiteY64" fmla="*/ 4664099 h 4707593"/>
                  <a:gd name="connsiteX65" fmla="*/ 2568324 w 5260975"/>
                  <a:gd name="connsiteY65" fmla="*/ 4659490 h 4707593"/>
                  <a:gd name="connsiteX66" fmla="*/ 2544704 w 5260975"/>
                  <a:gd name="connsiteY66" fmla="*/ 4660162 h 4707593"/>
                  <a:gd name="connsiteX67" fmla="*/ 2503225 w 5260975"/>
                  <a:gd name="connsiteY67" fmla="*/ 4661026 h 4707593"/>
                  <a:gd name="connsiteX68" fmla="*/ 2489975 w 5260975"/>
                  <a:gd name="connsiteY68" fmla="*/ 4663235 h 4707593"/>
                  <a:gd name="connsiteX69" fmla="*/ 2430061 w 5260975"/>
                  <a:gd name="connsiteY69" fmla="*/ 4656897 h 4707593"/>
                  <a:gd name="connsiteX70" fmla="*/ 2395880 w 5260975"/>
                  <a:gd name="connsiteY70" fmla="*/ 4656417 h 4707593"/>
                  <a:gd name="connsiteX71" fmla="*/ 2357378 w 5260975"/>
                  <a:gd name="connsiteY71" fmla="*/ 4648544 h 4707593"/>
                  <a:gd name="connsiteX72" fmla="*/ 2346145 w 5260975"/>
                  <a:gd name="connsiteY72" fmla="*/ 4648928 h 4707593"/>
                  <a:gd name="connsiteX73" fmla="*/ 2333567 w 5260975"/>
                  <a:gd name="connsiteY73" fmla="*/ 4649600 h 4707593"/>
                  <a:gd name="connsiteX74" fmla="*/ 2294968 w 5260975"/>
                  <a:gd name="connsiteY74" fmla="*/ 4650177 h 4707593"/>
                  <a:gd name="connsiteX75" fmla="*/ 2271540 w 5260975"/>
                  <a:gd name="connsiteY75" fmla="*/ 4653057 h 4707593"/>
                  <a:gd name="connsiteX76" fmla="*/ 2226895 w 5260975"/>
                  <a:gd name="connsiteY76" fmla="*/ 4651329 h 4707593"/>
                  <a:gd name="connsiteX77" fmla="*/ 2210379 w 5260975"/>
                  <a:gd name="connsiteY77" fmla="*/ 4653825 h 4707593"/>
                  <a:gd name="connsiteX78" fmla="*/ 2168613 w 5260975"/>
                  <a:gd name="connsiteY78" fmla="*/ 4654113 h 4707593"/>
                  <a:gd name="connsiteX79" fmla="*/ 2131167 w 5260975"/>
                  <a:gd name="connsiteY79" fmla="*/ 4652673 h 4707593"/>
                  <a:gd name="connsiteX80" fmla="*/ 2095065 w 5260975"/>
                  <a:gd name="connsiteY80" fmla="*/ 4653441 h 4707593"/>
                  <a:gd name="connsiteX81" fmla="*/ 2069237 w 5260975"/>
                  <a:gd name="connsiteY81" fmla="*/ 4656609 h 4707593"/>
                  <a:gd name="connsiteX82" fmla="*/ 2041201 w 5260975"/>
                  <a:gd name="connsiteY82" fmla="*/ 4658529 h 4707593"/>
                  <a:gd name="connsiteX83" fmla="*/ 1963909 w 5260975"/>
                  <a:gd name="connsiteY83" fmla="*/ 4669955 h 4707593"/>
                  <a:gd name="connsiteX84" fmla="*/ 1949603 w 5260975"/>
                  <a:gd name="connsiteY84" fmla="*/ 4667171 h 4707593"/>
                  <a:gd name="connsiteX85" fmla="*/ 1868373 w 5260975"/>
                  <a:gd name="connsiteY85" fmla="*/ 4664578 h 4707593"/>
                  <a:gd name="connsiteX86" fmla="*/ 1850707 w 5260975"/>
                  <a:gd name="connsiteY86" fmla="*/ 4664771 h 4707593"/>
                  <a:gd name="connsiteX87" fmla="*/ 1803275 w 5260975"/>
                  <a:gd name="connsiteY87" fmla="*/ 4653441 h 4707593"/>
                  <a:gd name="connsiteX88" fmla="*/ 1730112 w 5260975"/>
                  <a:gd name="connsiteY88" fmla="*/ 4671396 h 4707593"/>
                  <a:gd name="connsiteX89" fmla="*/ 1661652 w 5260975"/>
                  <a:gd name="connsiteY89" fmla="*/ 4693863 h 4707593"/>
                  <a:gd name="connsiteX90" fmla="*/ 1653011 w 5260975"/>
                  <a:gd name="connsiteY90" fmla="*/ 4696744 h 4707593"/>
                  <a:gd name="connsiteX91" fmla="*/ 1628431 w 5260975"/>
                  <a:gd name="connsiteY91" fmla="*/ 4701641 h 4707593"/>
                  <a:gd name="connsiteX92" fmla="*/ 1597995 w 5260975"/>
                  <a:gd name="connsiteY92" fmla="*/ 4703369 h 4707593"/>
                  <a:gd name="connsiteX93" fmla="*/ 1559396 w 5260975"/>
                  <a:gd name="connsiteY93" fmla="*/ 4707593 h 4707593"/>
                  <a:gd name="connsiteX94" fmla="*/ 1528480 w 5260975"/>
                  <a:gd name="connsiteY94" fmla="*/ 4702312 h 4707593"/>
                  <a:gd name="connsiteX95" fmla="*/ 1485272 w 5260975"/>
                  <a:gd name="connsiteY95" fmla="*/ 4694439 h 4707593"/>
                  <a:gd name="connsiteX96" fmla="*/ 1444562 w 5260975"/>
                  <a:gd name="connsiteY96" fmla="*/ 4686950 h 4707593"/>
                  <a:gd name="connsiteX97" fmla="*/ 1431696 w 5260975"/>
                  <a:gd name="connsiteY97" fmla="*/ 4695783 h 4707593"/>
                  <a:gd name="connsiteX98" fmla="*/ 1411821 w 5260975"/>
                  <a:gd name="connsiteY98" fmla="*/ 4703464 h 4707593"/>
                  <a:gd name="connsiteX99" fmla="*/ 1389738 w 5260975"/>
                  <a:gd name="connsiteY99" fmla="*/ 4694247 h 4707593"/>
                  <a:gd name="connsiteX100" fmla="*/ 1338081 w 5260975"/>
                  <a:gd name="connsiteY100" fmla="*/ 4675141 h 4707593"/>
                  <a:gd name="connsiteX101" fmla="*/ 1305436 w 5260975"/>
                  <a:gd name="connsiteY101" fmla="*/ 4674276 h 4707593"/>
                  <a:gd name="connsiteX102" fmla="*/ 1234481 w 5260975"/>
                  <a:gd name="connsiteY102" fmla="*/ 4666115 h 4707593"/>
                  <a:gd name="connsiteX103" fmla="*/ 1188106 w 5260975"/>
                  <a:gd name="connsiteY103" fmla="*/ 4654497 h 4707593"/>
                  <a:gd name="connsiteX104" fmla="*/ 1154790 w 5260975"/>
                  <a:gd name="connsiteY104" fmla="*/ 4641343 h 4707593"/>
                  <a:gd name="connsiteX105" fmla="*/ 1107069 w 5260975"/>
                  <a:gd name="connsiteY105" fmla="*/ 4624156 h 4707593"/>
                  <a:gd name="connsiteX106" fmla="*/ 1059158 w 5260975"/>
                  <a:gd name="connsiteY106" fmla="*/ 4615227 h 4707593"/>
                  <a:gd name="connsiteX107" fmla="*/ 1024496 w 5260975"/>
                  <a:gd name="connsiteY107" fmla="*/ 4603993 h 4707593"/>
                  <a:gd name="connsiteX108" fmla="*/ 982153 w 5260975"/>
                  <a:gd name="connsiteY108" fmla="*/ 4596311 h 4707593"/>
                  <a:gd name="connsiteX109" fmla="*/ 946628 w 5260975"/>
                  <a:gd name="connsiteY109" fmla="*/ 4596024 h 4707593"/>
                  <a:gd name="connsiteX110" fmla="*/ 890939 w 5260975"/>
                  <a:gd name="connsiteY110" fmla="*/ 4597368 h 4707593"/>
                  <a:gd name="connsiteX111" fmla="*/ 822769 w 5260975"/>
                  <a:gd name="connsiteY111" fmla="*/ 4574133 h 4707593"/>
                  <a:gd name="connsiteX112" fmla="*/ 795212 w 5260975"/>
                  <a:gd name="connsiteY112" fmla="*/ 4568947 h 4707593"/>
                  <a:gd name="connsiteX113" fmla="*/ 769288 w 5260975"/>
                  <a:gd name="connsiteY113" fmla="*/ 4566547 h 4707593"/>
                  <a:gd name="connsiteX114" fmla="*/ 714271 w 5260975"/>
                  <a:gd name="connsiteY114" fmla="*/ 4551089 h 4707593"/>
                  <a:gd name="connsiteX115" fmla="*/ 691900 w 5260975"/>
                  <a:gd name="connsiteY115" fmla="*/ 4545999 h 4707593"/>
                  <a:gd name="connsiteX116" fmla="*/ 660598 w 5260975"/>
                  <a:gd name="connsiteY116" fmla="*/ 4546096 h 4707593"/>
                  <a:gd name="connsiteX117" fmla="*/ 603662 w 5260975"/>
                  <a:gd name="connsiteY117" fmla="*/ 4538991 h 4707593"/>
                  <a:gd name="connsiteX118" fmla="*/ 546821 w 5260975"/>
                  <a:gd name="connsiteY118" fmla="*/ 4518251 h 4707593"/>
                  <a:gd name="connsiteX119" fmla="*/ 522721 w 5260975"/>
                  <a:gd name="connsiteY119" fmla="*/ 4520267 h 4707593"/>
                  <a:gd name="connsiteX120" fmla="*/ 514080 w 5260975"/>
                  <a:gd name="connsiteY120" fmla="*/ 4519788 h 4707593"/>
                  <a:gd name="connsiteX121" fmla="*/ 436404 w 5260975"/>
                  <a:gd name="connsiteY121" fmla="*/ 4508361 h 4707593"/>
                  <a:gd name="connsiteX122" fmla="*/ 428626 w 5260975"/>
                  <a:gd name="connsiteY122" fmla="*/ 4507114 h 4707593"/>
                  <a:gd name="connsiteX123" fmla="*/ 392141 w 5260975"/>
                  <a:gd name="connsiteY123" fmla="*/ 4496936 h 4707593"/>
                  <a:gd name="connsiteX124" fmla="*/ 300157 w 5260975"/>
                  <a:gd name="connsiteY124" fmla="*/ 4490599 h 4707593"/>
                  <a:gd name="connsiteX125" fmla="*/ 294493 w 5260975"/>
                  <a:gd name="connsiteY125" fmla="*/ 4489831 h 4707593"/>
                  <a:gd name="connsiteX126" fmla="*/ 263671 w 5260975"/>
                  <a:gd name="connsiteY126" fmla="*/ 4494919 h 4707593"/>
                  <a:gd name="connsiteX127" fmla="*/ 248406 w 5260975"/>
                  <a:gd name="connsiteY127" fmla="*/ 4502121 h 4707593"/>
                  <a:gd name="connsiteX128" fmla="*/ 224594 w 5260975"/>
                  <a:gd name="connsiteY128" fmla="*/ 4509610 h 4707593"/>
                  <a:gd name="connsiteX129" fmla="*/ 200398 w 5260975"/>
                  <a:gd name="connsiteY129" fmla="*/ 4512395 h 4707593"/>
                  <a:gd name="connsiteX130" fmla="*/ 159783 w 5260975"/>
                  <a:gd name="connsiteY130" fmla="*/ 4501064 h 4707593"/>
                  <a:gd name="connsiteX131" fmla="*/ 144997 w 5260975"/>
                  <a:gd name="connsiteY131" fmla="*/ 4499912 h 4707593"/>
                  <a:gd name="connsiteX132" fmla="*/ 112064 w 5260975"/>
                  <a:gd name="connsiteY132" fmla="*/ 4494440 h 4707593"/>
                  <a:gd name="connsiteX133" fmla="*/ 83259 w 5260975"/>
                  <a:gd name="connsiteY133" fmla="*/ 4494824 h 4707593"/>
                  <a:gd name="connsiteX134" fmla="*/ 60120 w 5260975"/>
                  <a:gd name="connsiteY134" fmla="*/ 4503561 h 4707593"/>
                  <a:gd name="connsiteX135" fmla="*/ 26514 w 5260975"/>
                  <a:gd name="connsiteY135" fmla="*/ 4505289 h 4707593"/>
                  <a:gd name="connsiteX136" fmla="*/ 4814 w 5260975"/>
                  <a:gd name="connsiteY136" fmla="*/ 4498952 h 4707593"/>
                  <a:gd name="connsiteX137" fmla="*/ 398 w 5260975"/>
                  <a:gd name="connsiteY137" fmla="*/ 4498089 h 4707593"/>
                  <a:gd name="connsiteX138" fmla="*/ 0 w 5260975"/>
                  <a:gd name="connsiteY138" fmla="*/ 4498087 h 47075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</a:cxnLst>
                <a:rect l="l" t="t" r="r" b="b"/>
                <a:pathLst>
                  <a:path w="5260975" h="4707593">
                    <a:moveTo>
                      <a:pt x="0" y="0"/>
                    </a:moveTo>
                    <a:lnTo>
                      <a:pt x="5260975" y="0"/>
                    </a:lnTo>
                    <a:lnTo>
                      <a:pt x="5260975" y="3296937"/>
                    </a:lnTo>
                    <a:lnTo>
                      <a:pt x="5260975" y="3518571"/>
                    </a:lnTo>
                    <a:lnTo>
                      <a:pt x="5226503" y="3534000"/>
                    </a:lnTo>
                    <a:cubicBezTo>
                      <a:pt x="5219783" y="3536785"/>
                      <a:pt x="5212389" y="3538321"/>
                      <a:pt x="5206341" y="3542065"/>
                    </a:cubicBezTo>
                    <a:cubicBezTo>
                      <a:pt x="5178495" y="3559156"/>
                      <a:pt x="5151515" y="3577591"/>
                      <a:pt x="5123287" y="3594010"/>
                    </a:cubicBezTo>
                    <a:cubicBezTo>
                      <a:pt x="5094195" y="3611004"/>
                      <a:pt x="5068175" y="3631071"/>
                      <a:pt x="5048107" y="3658244"/>
                    </a:cubicBezTo>
                    <a:cubicBezTo>
                      <a:pt x="5029480" y="3683496"/>
                      <a:pt x="5011429" y="3709131"/>
                      <a:pt x="4992899" y="3734479"/>
                    </a:cubicBezTo>
                    <a:cubicBezTo>
                      <a:pt x="4988194" y="3740912"/>
                      <a:pt x="4983873" y="3748498"/>
                      <a:pt x="4977440" y="3752627"/>
                    </a:cubicBezTo>
                    <a:cubicBezTo>
                      <a:pt x="4964094" y="3761268"/>
                      <a:pt x="4949499" y="3768277"/>
                      <a:pt x="4935193" y="3775382"/>
                    </a:cubicBezTo>
                    <a:cubicBezTo>
                      <a:pt x="4922903" y="3781431"/>
                      <a:pt x="4909845" y="3785943"/>
                      <a:pt x="4897844" y="3792472"/>
                    </a:cubicBezTo>
                    <a:cubicBezTo>
                      <a:pt x="4888243" y="3797658"/>
                      <a:pt x="4879697" y="3804859"/>
                      <a:pt x="4870767" y="3811388"/>
                    </a:cubicBezTo>
                    <a:cubicBezTo>
                      <a:pt x="4862990" y="3817052"/>
                      <a:pt x="4854445" y="3821949"/>
                      <a:pt x="4847916" y="3828767"/>
                    </a:cubicBezTo>
                    <a:cubicBezTo>
                      <a:pt x="4831977" y="3845281"/>
                      <a:pt x="4815942" y="3861508"/>
                      <a:pt x="4796163" y="3873702"/>
                    </a:cubicBezTo>
                    <a:cubicBezTo>
                      <a:pt x="4776672" y="3885799"/>
                      <a:pt x="4758237" y="3899338"/>
                      <a:pt x="4738843" y="3911628"/>
                    </a:cubicBezTo>
                    <a:cubicBezTo>
                      <a:pt x="4719831" y="3923630"/>
                      <a:pt x="4702645" y="3936783"/>
                      <a:pt x="4692755" y="3958099"/>
                    </a:cubicBezTo>
                    <a:cubicBezTo>
                      <a:pt x="4688339" y="3967508"/>
                      <a:pt x="4682097" y="3977782"/>
                      <a:pt x="4673744" y="3983255"/>
                    </a:cubicBezTo>
                    <a:cubicBezTo>
                      <a:pt x="4661838" y="3991032"/>
                      <a:pt x="4646764" y="3993817"/>
                      <a:pt x="4633801" y="4000442"/>
                    </a:cubicBezTo>
                    <a:cubicBezTo>
                      <a:pt x="4618535" y="4008219"/>
                      <a:pt x="4600869" y="4014940"/>
                      <a:pt x="4590499" y="4027326"/>
                    </a:cubicBezTo>
                    <a:cubicBezTo>
                      <a:pt x="4581281" y="4038368"/>
                      <a:pt x="4571968" y="4047009"/>
                      <a:pt x="4559773" y="4054018"/>
                    </a:cubicBezTo>
                    <a:cubicBezTo>
                      <a:pt x="4551229" y="4058915"/>
                      <a:pt x="4544892" y="4067844"/>
                      <a:pt x="4536059" y="4071877"/>
                    </a:cubicBezTo>
                    <a:cubicBezTo>
                      <a:pt x="4524441" y="4077254"/>
                      <a:pt x="4512727" y="4081479"/>
                      <a:pt x="4502549" y="4089832"/>
                    </a:cubicBezTo>
                    <a:cubicBezTo>
                      <a:pt x="4491987" y="4098473"/>
                      <a:pt x="4479986" y="4105290"/>
                      <a:pt x="4468944" y="4113356"/>
                    </a:cubicBezTo>
                    <a:cubicBezTo>
                      <a:pt x="4463087" y="4117676"/>
                      <a:pt x="4458286" y="4123341"/>
                      <a:pt x="4452622" y="4127854"/>
                    </a:cubicBezTo>
                    <a:cubicBezTo>
                      <a:pt x="4442252" y="4136111"/>
                      <a:pt x="4431690" y="4144176"/>
                      <a:pt x="4421032" y="4151953"/>
                    </a:cubicBezTo>
                    <a:cubicBezTo>
                      <a:pt x="4410375" y="4159731"/>
                      <a:pt x="4400197" y="4168756"/>
                      <a:pt x="4388483" y="4174421"/>
                    </a:cubicBezTo>
                    <a:cubicBezTo>
                      <a:pt x="4368513" y="4184023"/>
                      <a:pt x="4346717" y="4189784"/>
                      <a:pt x="4327321" y="4200153"/>
                    </a:cubicBezTo>
                    <a:cubicBezTo>
                      <a:pt x="4307639" y="4210714"/>
                      <a:pt x="4289107" y="4223965"/>
                      <a:pt x="4271633" y="4237983"/>
                    </a:cubicBezTo>
                    <a:cubicBezTo>
                      <a:pt x="4257807" y="4249025"/>
                      <a:pt x="4244845" y="4259971"/>
                      <a:pt x="4227465" y="4265635"/>
                    </a:cubicBezTo>
                    <a:cubicBezTo>
                      <a:pt x="4217768" y="4268804"/>
                      <a:pt x="4207591" y="4275717"/>
                      <a:pt x="4201733" y="4283783"/>
                    </a:cubicBezTo>
                    <a:cubicBezTo>
                      <a:pt x="4189059" y="4301353"/>
                      <a:pt x="4172833" y="4313739"/>
                      <a:pt x="4154494" y="4324301"/>
                    </a:cubicBezTo>
                    <a:cubicBezTo>
                      <a:pt x="4130010" y="4338511"/>
                      <a:pt x="4105814" y="4353009"/>
                      <a:pt x="4081234" y="4366931"/>
                    </a:cubicBezTo>
                    <a:cubicBezTo>
                      <a:pt x="4066737" y="4375189"/>
                      <a:pt x="4052335" y="4383926"/>
                      <a:pt x="4036971" y="4389975"/>
                    </a:cubicBezTo>
                    <a:cubicBezTo>
                      <a:pt x="4005575" y="4402457"/>
                      <a:pt x="3973410" y="4413114"/>
                      <a:pt x="3941725" y="4424733"/>
                    </a:cubicBezTo>
                    <a:cubicBezTo>
                      <a:pt x="3931355" y="4428477"/>
                      <a:pt x="3921561" y="4433854"/>
                      <a:pt x="3910999" y="4437119"/>
                    </a:cubicBezTo>
                    <a:cubicBezTo>
                      <a:pt x="3899573" y="4440671"/>
                      <a:pt x="3887285" y="4441727"/>
                      <a:pt x="3875859" y="4445280"/>
                    </a:cubicBezTo>
                    <a:cubicBezTo>
                      <a:pt x="3856847" y="4451136"/>
                      <a:pt x="3838412" y="4458626"/>
                      <a:pt x="3819401" y="4464579"/>
                    </a:cubicBezTo>
                    <a:cubicBezTo>
                      <a:pt x="3782723" y="4476005"/>
                      <a:pt x="3745949" y="4486951"/>
                      <a:pt x="3709176" y="4497800"/>
                    </a:cubicBezTo>
                    <a:cubicBezTo>
                      <a:pt x="3701303" y="4500105"/>
                      <a:pt x="3692757" y="4500393"/>
                      <a:pt x="3684981" y="4502889"/>
                    </a:cubicBezTo>
                    <a:cubicBezTo>
                      <a:pt x="3664337" y="4509610"/>
                      <a:pt x="3643789" y="4516907"/>
                      <a:pt x="3623338" y="4524300"/>
                    </a:cubicBezTo>
                    <a:cubicBezTo>
                      <a:pt x="3610953" y="4528813"/>
                      <a:pt x="3598854" y="4534382"/>
                      <a:pt x="3586373" y="4538702"/>
                    </a:cubicBezTo>
                    <a:cubicBezTo>
                      <a:pt x="3576387" y="4542159"/>
                      <a:pt x="3566113" y="4544847"/>
                      <a:pt x="3555743" y="4546960"/>
                    </a:cubicBezTo>
                    <a:cubicBezTo>
                      <a:pt x="3546814" y="4548785"/>
                      <a:pt x="3537501" y="4548592"/>
                      <a:pt x="3528667" y="4550801"/>
                    </a:cubicBezTo>
                    <a:cubicBezTo>
                      <a:pt x="3504759" y="4556753"/>
                      <a:pt x="3481140" y="4563475"/>
                      <a:pt x="3457424" y="4569811"/>
                    </a:cubicBezTo>
                    <a:cubicBezTo>
                      <a:pt x="3447919" y="4572308"/>
                      <a:pt x="3438221" y="4574133"/>
                      <a:pt x="3429003" y="4577301"/>
                    </a:cubicBezTo>
                    <a:cubicBezTo>
                      <a:pt x="3404327" y="4585654"/>
                      <a:pt x="3380036" y="4595159"/>
                      <a:pt x="3355264" y="4603033"/>
                    </a:cubicBezTo>
                    <a:cubicBezTo>
                      <a:pt x="3334717" y="4609562"/>
                      <a:pt x="3313593" y="4614266"/>
                      <a:pt x="3292757" y="4620027"/>
                    </a:cubicBezTo>
                    <a:cubicBezTo>
                      <a:pt x="3283924" y="4622524"/>
                      <a:pt x="3275475" y="4626077"/>
                      <a:pt x="3266643" y="4628188"/>
                    </a:cubicBezTo>
                    <a:cubicBezTo>
                      <a:pt x="3246863" y="4632990"/>
                      <a:pt x="3226796" y="4637022"/>
                      <a:pt x="3206921" y="4641823"/>
                    </a:cubicBezTo>
                    <a:cubicBezTo>
                      <a:pt x="3195590" y="4644607"/>
                      <a:pt x="3184645" y="4649600"/>
                      <a:pt x="3173123" y="4651425"/>
                    </a:cubicBezTo>
                    <a:cubicBezTo>
                      <a:pt x="3145759" y="4655745"/>
                      <a:pt x="3118203" y="4658817"/>
                      <a:pt x="3090646" y="4662274"/>
                    </a:cubicBezTo>
                    <a:cubicBezTo>
                      <a:pt x="3062227" y="4665826"/>
                      <a:pt x="3033902" y="4669571"/>
                      <a:pt x="3005480" y="4672739"/>
                    </a:cubicBezTo>
                    <a:cubicBezTo>
                      <a:pt x="2989926" y="4674372"/>
                      <a:pt x="2974275" y="4674660"/>
                      <a:pt x="2958721" y="4676196"/>
                    </a:cubicBezTo>
                    <a:cubicBezTo>
                      <a:pt x="2945087" y="4677541"/>
                      <a:pt x="2931549" y="4680037"/>
                      <a:pt x="2917915" y="4681670"/>
                    </a:cubicBezTo>
                    <a:cubicBezTo>
                      <a:pt x="2906105" y="4683013"/>
                      <a:pt x="2894199" y="4683781"/>
                      <a:pt x="2882389" y="4685126"/>
                    </a:cubicBezTo>
                    <a:cubicBezTo>
                      <a:pt x="2863475" y="4687334"/>
                      <a:pt x="2844655" y="4689831"/>
                      <a:pt x="2825837" y="4692135"/>
                    </a:cubicBezTo>
                    <a:cubicBezTo>
                      <a:pt x="2817964" y="4692999"/>
                      <a:pt x="2809706" y="4695399"/>
                      <a:pt x="2802313" y="4693960"/>
                    </a:cubicBezTo>
                    <a:cubicBezTo>
                      <a:pt x="2783686" y="4690310"/>
                      <a:pt x="2765347" y="4691367"/>
                      <a:pt x="2746816" y="4693863"/>
                    </a:cubicBezTo>
                    <a:cubicBezTo>
                      <a:pt x="2740479" y="4694728"/>
                      <a:pt x="2733662" y="4694535"/>
                      <a:pt x="2727517" y="4692903"/>
                    </a:cubicBezTo>
                    <a:cubicBezTo>
                      <a:pt x="2714939" y="4689638"/>
                      <a:pt x="2702745" y="4685029"/>
                      <a:pt x="2690359" y="4680997"/>
                    </a:cubicBezTo>
                    <a:cubicBezTo>
                      <a:pt x="2689014" y="4680517"/>
                      <a:pt x="2687382" y="4680421"/>
                      <a:pt x="2685943" y="4680133"/>
                    </a:cubicBezTo>
                    <a:cubicBezTo>
                      <a:pt x="2677781" y="4678500"/>
                      <a:pt x="2669717" y="4676868"/>
                      <a:pt x="2661554" y="4675428"/>
                    </a:cubicBezTo>
                    <a:cubicBezTo>
                      <a:pt x="2657138" y="4674660"/>
                      <a:pt x="2652625" y="4674564"/>
                      <a:pt x="2648208" y="4673892"/>
                    </a:cubicBezTo>
                    <a:cubicBezTo>
                      <a:pt x="2631118" y="4671203"/>
                      <a:pt x="2612299" y="4675716"/>
                      <a:pt x="2597512" y="4664099"/>
                    </a:cubicBezTo>
                    <a:cubicBezTo>
                      <a:pt x="2587911" y="4656609"/>
                      <a:pt x="2578597" y="4658338"/>
                      <a:pt x="2568324" y="4659490"/>
                    </a:cubicBezTo>
                    <a:cubicBezTo>
                      <a:pt x="2560547" y="4660354"/>
                      <a:pt x="2552577" y="4660065"/>
                      <a:pt x="2544704" y="4660162"/>
                    </a:cubicBezTo>
                    <a:cubicBezTo>
                      <a:pt x="2530878" y="4660449"/>
                      <a:pt x="2517052" y="4660546"/>
                      <a:pt x="2503225" y="4661026"/>
                    </a:cubicBezTo>
                    <a:cubicBezTo>
                      <a:pt x="2498808" y="4661218"/>
                      <a:pt x="2494297" y="4663619"/>
                      <a:pt x="2489975" y="4663235"/>
                    </a:cubicBezTo>
                    <a:cubicBezTo>
                      <a:pt x="2470004" y="4661410"/>
                      <a:pt x="2450033" y="4658529"/>
                      <a:pt x="2430061" y="4656897"/>
                    </a:cubicBezTo>
                    <a:cubicBezTo>
                      <a:pt x="2418732" y="4655938"/>
                      <a:pt x="2407114" y="4657761"/>
                      <a:pt x="2395880" y="4656417"/>
                    </a:cubicBezTo>
                    <a:cubicBezTo>
                      <a:pt x="2382919" y="4654881"/>
                      <a:pt x="2370245" y="4650945"/>
                      <a:pt x="2357378" y="4648544"/>
                    </a:cubicBezTo>
                    <a:cubicBezTo>
                      <a:pt x="2353826" y="4647872"/>
                      <a:pt x="2349889" y="4648736"/>
                      <a:pt x="2346145" y="4648928"/>
                    </a:cubicBezTo>
                    <a:cubicBezTo>
                      <a:pt x="2341920" y="4649120"/>
                      <a:pt x="2337791" y="4649504"/>
                      <a:pt x="2333567" y="4649600"/>
                    </a:cubicBezTo>
                    <a:cubicBezTo>
                      <a:pt x="2320700" y="4649793"/>
                      <a:pt x="2307835" y="4649504"/>
                      <a:pt x="2294968" y="4650177"/>
                    </a:cubicBezTo>
                    <a:cubicBezTo>
                      <a:pt x="2287095" y="4650561"/>
                      <a:pt x="2278839" y="4654497"/>
                      <a:pt x="2271540" y="4653057"/>
                    </a:cubicBezTo>
                    <a:cubicBezTo>
                      <a:pt x="2256659" y="4650272"/>
                      <a:pt x="2241776" y="4656513"/>
                      <a:pt x="2226895" y="4651329"/>
                    </a:cubicBezTo>
                    <a:cubicBezTo>
                      <a:pt x="2222285" y="4649793"/>
                      <a:pt x="2215948" y="4653633"/>
                      <a:pt x="2210379" y="4653825"/>
                    </a:cubicBezTo>
                    <a:cubicBezTo>
                      <a:pt x="2196457" y="4654305"/>
                      <a:pt x="2182535" y="4654209"/>
                      <a:pt x="2168613" y="4654113"/>
                    </a:cubicBezTo>
                    <a:cubicBezTo>
                      <a:pt x="2156131" y="4654017"/>
                      <a:pt x="2143168" y="4655361"/>
                      <a:pt x="2131167" y="4652673"/>
                    </a:cubicBezTo>
                    <a:cubicBezTo>
                      <a:pt x="2118588" y="4649793"/>
                      <a:pt x="2107259" y="4650177"/>
                      <a:pt x="2095065" y="4653441"/>
                    </a:cubicBezTo>
                    <a:cubicBezTo>
                      <a:pt x="2086711" y="4655649"/>
                      <a:pt x="2077878" y="4655938"/>
                      <a:pt x="2069237" y="4656609"/>
                    </a:cubicBezTo>
                    <a:cubicBezTo>
                      <a:pt x="2059924" y="4657377"/>
                      <a:pt x="2049650" y="4655361"/>
                      <a:pt x="2041201" y="4658529"/>
                    </a:cubicBezTo>
                    <a:cubicBezTo>
                      <a:pt x="2016044" y="4667939"/>
                      <a:pt x="1990216" y="4669955"/>
                      <a:pt x="1963909" y="4669955"/>
                    </a:cubicBezTo>
                    <a:cubicBezTo>
                      <a:pt x="1959107" y="4669955"/>
                      <a:pt x="1954210" y="4668612"/>
                      <a:pt x="1949603" y="4667171"/>
                    </a:cubicBezTo>
                    <a:cubicBezTo>
                      <a:pt x="1922717" y="4658529"/>
                      <a:pt x="1895737" y="4659297"/>
                      <a:pt x="1868373" y="4664578"/>
                    </a:cubicBezTo>
                    <a:cubicBezTo>
                      <a:pt x="1862708" y="4665731"/>
                      <a:pt x="1856372" y="4665923"/>
                      <a:pt x="1850707" y="4664771"/>
                    </a:cubicBezTo>
                    <a:cubicBezTo>
                      <a:pt x="1834768" y="4661410"/>
                      <a:pt x="1819309" y="4655841"/>
                      <a:pt x="1803275" y="4653441"/>
                    </a:cubicBezTo>
                    <a:cubicBezTo>
                      <a:pt x="1776775" y="4649504"/>
                      <a:pt x="1753828" y="4662754"/>
                      <a:pt x="1730112" y="4671396"/>
                    </a:cubicBezTo>
                    <a:cubicBezTo>
                      <a:pt x="1707548" y="4679557"/>
                      <a:pt x="1688345" y="4697992"/>
                      <a:pt x="1661652" y="4693863"/>
                    </a:cubicBezTo>
                    <a:cubicBezTo>
                      <a:pt x="1658965" y="4693479"/>
                      <a:pt x="1655988" y="4696071"/>
                      <a:pt x="1653011" y="4696744"/>
                    </a:cubicBezTo>
                    <a:cubicBezTo>
                      <a:pt x="1644850" y="4698568"/>
                      <a:pt x="1636689" y="4700776"/>
                      <a:pt x="1628431" y="4701641"/>
                    </a:cubicBezTo>
                    <a:cubicBezTo>
                      <a:pt x="1618350" y="4702793"/>
                      <a:pt x="1608076" y="4702409"/>
                      <a:pt x="1597995" y="4703369"/>
                    </a:cubicBezTo>
                    <a:cubicBezTo>
                      <a:pt x="1585032" y="4704521"/>
                      <a:pt x="1572263" y="4707593"/>
                      <a:pt x="1559396" y="4707593"/>
                    </a:cubicBezTo>
                    <a:cubicBezTo>
                      <a:pt x="1549026" y="4707593"/>
                      <a:pt x="1538753" y="4704041"/>
                      <a:pt x="1528480" y="4702312"/>
                    </a:cubicBezTo>
                    <a:cubicBezTo>
                      <a:pt x="1513981" y="4699912"/>
                      <a:pt x="1498042" y="4700584"/>
                      <a:pt x="1485272" y="4694439"/>
                    </a:cubicBezTo>
                    <a:cubicBezTo>
                      <a:pt x="1471639" y="4687910"/>
                      <a:pt x="1458676" y="4684934"/>
                      <a:pt x="1444562" y="4686950"/>
                    </a:cubicBezTo>
                    <a:cubicBezTo>
                      <a:pt x="1439857" y="4687622"/>
                      <a:pt x="1433808" y="4691655"/>
                      <a:pt x="1431696" y="4695783"/>
                    </a:cubicBezTo>
                    <a:cubicBezTo>
                      <a:pt x="1426991" y="4705001"/>
                      <a:pt x="1420559" y="4706634"/>
                      <a:pt x="1411821" y="4703464"/>
                    </a:cubicBezTo>
                    <a:cubicBezTo>
                      <a:pt x="1404236" y="4700776"/>
                      <a:pt x="1394922" y="4699432"/>
                      <a:pt x="1389738" y="4694247"/>
                    </a:cubicBezTo>
                    <a:cubicBezTo>
                      <a:pt x="1375047" y="4679557"/>
                      <a:pt x="1356324" y="4679077"/>
                      <a:pt x="1338081" y="4675141"/>
                    </a:cubicBezTo>
                    <a:cubicBezTo>
                      <a:pt x="1326945" y="4672739"/>
                      <a:pt x="1316574" y="4672644"/>
                      <a:pt x="1305436" y="4674276"/>
                    </a:cubicBezTo>
                    <a:cubicBezTo>
                      <a:pt x="1281241" y="4677925"/>
                      <a:pt x="1257717" y="4672739"/>
                      <a:pt x="1234481" y="4666115"/>
                    </a:cubicBezTo>
                    <a:cubicBezTo>
                      <a:pt x="1219118" y="4661698"/>
                      <a:pt x="1203372" y="4659010"/>
                      <a:pt x="1188106" y="4654497"/>
                    </a:cubicBezTo>
                    <a:cubicBezTo>
                      <a:pt x="1176680" y="4651041"/>
                      <a:pt x="1165255" y="4646912"/>
                      <a:pt x="1154790" y="4641343"/>
                    </a:cubicBezTo>
                    <a:cubicBezTo>
                      <a:pt x="1139618" y="4633181"/>
                      <a:pt x="1126369" y="4620891"/>
                      <a:pt x="1107069" y="4624156"/>
                    </a:cubicBezTo>
                    <a:cubicBezTo>
                      <a:pt x="1090074" y="4627036"/>
                      <a:pt x="1074713" y="4620988"/>
                      <a:pt x="1059158" y="4615227"/>
                    </a:cubicBezTo>
                    <a:cubicBezTo>
                      <a:pt x="1047732" y="4611002"/>
                      <a:pt x="1036308" y="4606681"/>
                      <a:pt x="1024496" y="4603993"/>
                    </a:cubicBezTo>
                    <a:cubicBezTo>
                      <a:pt x="1010478" y="4600824"/>
                      <a:pt x="994635" y="4602169"/>
                      <a:pt x="982153" y="4596311"/>
                    </a:cubicBezTo>
                    <a:cubicBezTo>
                      <a:pt x="969095" y="4590166"/>
                      <a:pt x="958246" y="4594295"/>
                      <a:pt x="946628" y="4596024"/>
                    </a:cubicBezTo>
                    <a:cubicBezTo>
                      <a:pt x="928097" y="4598712"/>
                      <a:pt x="909661" y="4603705"/>
                      <a:pt x="890939" y="4597368"/>
                    </a:cubicBezTo>
                    <a:cubicBezTo>
                      <a:pt x="868184" y="4589687"/>
                      <a:pt x="845620" y="4581430"/>
                      <a:pt x="822769" y="4574133"/>
                    </a:cubicBezTo>
                    <a:cubicBezTo>
                      <a:pt x="813934" y="4571347"/>
                      <a:pt x="804431" y="4570195"/>
                      <a:pt x="795212" y="4568947"/>
                    </a:cubicBezTo>
                    <a:cubicBezTo>
                      <a:pt x="786476" y="4567891"/>
                      <a:pt x="776010" y="4570579"/>
                      <a:pt x="769288" y="4566547"/>
                    </a:cubicBezTo>
                    <a:cubicBezTo>
                      <a:pt x="752005" y="4556178"/>
                      <a:pt x="734243" y="4551089"/>
                      <a:pt x="714271" y="4551089"/>
                    </a:cubicBezTo>
                    <a:cubicBezTo>
                      <a:pt x="706781" y="4551089"/>
                      <a:pt x="699484" y="4546768"/>
                      <a:pt x="691900" y="4545999"/>
                    </a:cubicBezTo>
                    <a:cubicBezTo>
                      <a:pt x="681529" y="4545040"/>
                      <a:pt x="669623" y="4542447"/>
                      <a:pt x="660598" y="4546096"/>
                    </a:cubicBezTo>
                    <a:cubicBezTo>
                      <a:pt x="639379" y="4554737"/>
                      <a:pt x="622193" y="4547536"/>
                      <a:pt x="603662" y="4538991"/>
                    </a:cubicBezTo>
                    <a:cubicBezTo>
                      <a:pt x="585418" y="4530541"/>
                      <a:pt x="566215" y="4523821"/>
                      <a:pt x="546821" y="4518251"/>
                    </a:cubicBezTo>
                    <a:cubicBezTo>
                      <a:pt x="539524" y="4516235"/>
                      <a:pt x="530787" y="4519596"/>
                      <a:pt x="522721" y="4520267"/>
                    </a:cubicBezTo>
                    <a:cubicBezTo>
                      <a:pt x="519840" y="4520460"/>
                      <a:pt x="516671" y="4520748"/>
                      <a:pt x="514080" y="4519788"/>
                    </a:cubicBezTo>
                    <a:cubicBezTo>
                      <a:pt x="489020" y="4510570"/>
                      <a:pt x="463575" y="4503561"/>
                      <a:pt x="436404" y="4508361"/>
                    </a:cubicBezTo>
                    <a:cubicBezTo>
                      <a:pt x="433908" y="4508842"/>
                      <a:pt x="431123" y="4507786"/>
                      <a:pt x="428626" y="4507114"/>
                    </a:cubicBezTo>
                    <a:cubicBezTo>
                      <a:pt x="416432" y="4503657"/>
                      <a:pt x="404526" y="4498184"/>
                      <a:pt x="392141" y="4496936"/>
                    </a:cubicBezTo>
                    <a:cubicBezTo>
                      <a:pt x="361608" y="4493864"/>
                      <a:pt x="330884" y="4492615"/>
                      <a:pt x="300157" y="4490599"/>
                    </a:cubicBezTo>
                    <a:cubicBezTo>
                      <a:pt x="298237" y="4490503"/>
                      <a:pt x="296221" y="4490503"/>
                      <a:pt x="294493" y="4489831"/>
                    </a:cubicBezTo>
                    <a:cubicBezTo>
                      <a:pt x="283163" y="4485702"/>
                      <a:pt x="273274" y="4487047"/>
                      <a:pt x="263671" y="4494919"/>
                    </a:cubicBezTo>
                    <a:cubicBezTo>
                      <a:pt x="259447" y="4498376"/>
                      <a:pt x="253686" y="4500200"/>
                      <a:pt x="248406" y="4502121"/>
                    </a:cubicBezTo>
                    <a:cubicBezTo>
                      <a:pt x="240628" y="4505002"/>
                      <a:pt x="232659" y="4507786"/>
                      <a:pt x="224594" y="4509610"/>
                    </a:cubicBezTo>
                    <a:cubicBezTo>
                      <a:pt x="216624" y="4511338"/>
                      <a:pt x="208079" y="4513738"/>
                      <a:pt x="200398" y="4512395"/>
                    </a:cubicBezTo>
                    <a:cubicBezTo>
                      <a:pt x="186572" y="4509994"/>
                      <a:pt x="173417" y="4504618"/>
                      <a:pt x="159783" y="4501064"/>
                    </a:cubicBezTo>
                    <a:cubicBezTo>
                      <a:pt x="155079" y="4499816"/>
                      <a:pt x="149893" y="4500009"/>
                      <a:pt x="144997" y="4499912"/>
                    </a:cubicBezTo>
                    <a:cubicBezTo>
                      <a:pt x="133763" y="4499625"/>
                      <a:pt x="122241" y="4502409"/>
                      <a:pt x="112064" y="4494440"/>
                    </a:cubicBezTo>
                    <a:cubicBezTo>
                      <a:pt x="102655" y="4486951"/>
                      <a:pt x="93148" y="4489158"/>
                      <a:pt x="83259" y="4494824"/>
                    </a:cubicBezTo>
                    <a:cubicBezTo>
                      <a:pt x="76154" y="4498857"/>
                      <a:pt x="68090" y="4502025"/>
                      <a:pt x="60120" y="4503561"/>
                    </a:cubicBezTo>
                    <a:cubicBezTo>
                      <a:pt x="49174" y="4505673"/>
                      <a:pt x="38324" y="4506538"/>
                      <a:pt x="26514" y="4505289"/>
                    </a:cubicBezTo>
                    <a:cubicBezTo>
                      <a:pt x="18161" y="4504425"/>
                      <a:pt x="11343" y="4504041"/>
                      <a:pt x="4814" y="4498952"/>
                    </a:cubicBezTo>
                    <a:cubicBezTo>
                      <a:pt x="3759" y="4498184"/>
                      <a:pt x="1839" y="4497992"/>
                      <a:pt x="398" y="4498089"/>
                    </a:cubicBezTo>
                    <a:lnTo>
                      <a:pt x="0" y="4498087"/>
                    </a:lnTo>
                    <a:close/>
                  </a:path>
                </a:pathLst>
              </a:custGeom>
              <a:solidFill>
                <a:schemeClr val="tx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438C3DC5-5887-49A9-AABB-A9772488F26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96001" y="841376"/>
                <a:ext cx="5260975" cy="4707593"/>
              </a:xfrm>
              <a:custGeom>
                <a:avLst/>
                <a:gdLst>
                  <a:gd name="connsiteX0" fmla="*/ 0 w 5260975"/>
                  <a:gd name="connsiteY0" fmla="*/ 0 h 4707593"/>
                  <a:gd name="connsiteX1" fmla="*/ 5260975 w 5260975"/>
                  <a:gd name="connsiteY1" fmla="*/ 0 h 4707593"/>
                  <a:gd name="connsiteX2" fmla="*/ 5260975 w 5260975"/>
                  <a:gd name="connsiteY2" fmla="*/ 3296937 h 4707593"/>
                  <a:gd name="connsiteX3" fmla="*/ 5260975 w 5260975"/>
                  <a:gd name="connsiteY3" fmla="*/ 3518571 h 4707593"/>
                  <a:gd name="connsiteX4" fmla="*/ 5226503 w 5260975"/>
                  <a:gd name="connsiteY4" fmla="*/ 3534000 h 4707593"/>
                  <a:gd name="connsiteX5" fmla="*/ 5206341 w 5260975"/>
                  <a:gd name="connsiteY5" fmla="*/ 3542065 h 4707593"/>
                  <a:gd name="connsiteX6" fmla="*/ 5123287 w 5260975"/>
                  <a:gd name="connsiteY6" fmla="*/ 3594010 h 4707593"/>
                  <a:gd name="connsiteX7" fmla="*/ 5048107 w 5260975"/>
                  <a:gd name="connsiteY7" fmla="*/ 3658244 h 4707593"/>
                  <a:gd name="connsiteX8" fmla="*/ 4992899 w 5260975"/>
                  <a:gd name="connsiteY8" fmla="*/ 3734479 h 4707593"/>
                  <a:gd name="connsiteX9" fmla="*/ 4977440 w 5260975"/>
                  <a:gd name="connsiteY9" fmla="*/ 3752627 h 4707593"/>
                  <a:gd name="connsiteX10" fmla="*/ 4935193 w 5260975"/>
                  <a:gd name="connsiteY10" fmla="*/ 3775382 h 4707593"/>
                  <a:gd name="connsiteX11" fmla="*/ 4897844 w 5260975"/>
                  <a:gd name="connsiteY11" fmla="*/ 3792472 h 4707593"/>
                  <a:gd name="connsiteX12" fmla="*/ 4870767 w 5260975"/>
                  <a:gd name="connsiteY12" fmla="*/ 3811388 h 4707593"/>
                  <a:gd name="connsiteX13" fmla="*/ 4847916 w 5260975"/>
                  <a:gd name="connsiteY13" fmla="*/ 3828767 h 4707593"/>
                  <a:gd name="connsiteX14" fmla="*/ 4796163 w 5260975"/>
                  <a:gd name="connsiteY14" fmla="*/ 3873702 h 4707593"/>
                  <a:gd name="connsiteX15" fmla="*/ 4738843 w 5260975"/>
                  <a:gd name="connsiteY15" fmla="*/ 3911628 h 4707593"/>
                  <a:gd name="connsiteX16" fmla="*/ 4692755 w 5260975"/>
                  <a:gd name="connsiteY16" fmla="*/ 3958099 h 4707593"/>
                  <a:gd name="connsiteX17" fmla="*/ 4673744 w 5260975"/>
                  <a:gd name="connsiteY17" fmla="*/ 3983255 h 4707593"/>
                  <a:gd name="connsiteX18" fmla="*/ 4633801 w 5260975"/>
                  <a:gd name="connsiteY18" fmla="*/ 4000442 h 4707593"/>
                  <a:gd name="connsiteX19" fmla="*/ 4590499 w 5260975"/>
                  <a:gd name="connsiteY19" fmla="*/ 4027326 h 4707593"/>
                  <a:gd name="connsiteX20" fmla="*/ 4559773 w 5260975"/>
                  <a:gd name="connsiteY20" fmla="*/ 4054018 h 4707593"/>
                  <a:gd name="connsiteX21" fmla="*/ 4536059 w 5260975"/>
                  <a:gd name="connsiteY21" fmla="*/ 4071877 h 4707593"/>
                  <a:gd name="connsiteX22" fmla="*/ 4502549 w 5260975"/>
                  <a:gd name="connsiteY22" fmla="*/ 4089832 h 4707593"/>
                  <a:gd name="connsiteX23" fmla="*/ 4468944 w 5260975"/>
                  <a:gd name="connsiteY23" fmla="*/ 4113356 h 4707593"/>
                  <a:gd name="connsiteX24" fmla="*/ 4452622 w 5260975"/>
                  <a:gd name="connsiteY24" fmla="*/ 4127854 h 4707593"/>
                  <a:gd name="connsiteX25" fmla="*/ 4421032 w 5260975"/>
                  <a:gd name="connsiteY25" fmla="*/ 4151953 h 4707593"/>
                  <a:gd name="connsiteX26" fmla="*/ 4388483 w 5260975"/>
                  <a:gd name="connsiteY26" fmla="*/ 4174421 h 4707593"/>
                  <a:gd name="connsiteX27" fmla="*/ 4327321 w 5260975"/>
                  <a:gd name="connsiteY27" fmla="*/ 4200153 h 4707593"/>
                  <a:gd name="connsiteX28" fmla="*/ 4271633 w 5260975"/>
                  <a:gd name="connsiteY28" fmla="*/ 4237983 h 4707593"/>
                  <a:gd name="connsiteX29" fmla="*/ 4227465 w 5260975"/>
                  <a:gd name="connsiteY29" fmla="*/ 4265635 h 4707593"/>
                  <a:gd name="connsiteX30" fmla="*/ 4201733 w 5260975"/>
                  <a:gd name="connsiteY30" fmla="*/ 4283783 h 4707593"/>
                  <a:gd name="connsiteX31" fmla="*/ 4154494 w 5260975"/>
                  <a:gd name="connsiteY31" fmla="*/ 4324301 h 4707593"/>
                  <a:gd name="connsiteX32" fmla="*/ 4081234 w 5260975"/>
                  <a:gd name="connsiteY32" fmla="*/ 4366931 h 4707593"/>
                  <a:gd name="connsiteX33" fmla="*/ 4036971 w 5260975"/>
                  <a:gd name="connsiteY33" fmla="*/ 4389975 h 4707593"/>
                  <a:gd name="connsiteX34" fmla="*/ 3941725 w 5260975"/>
                  <a:gd name="connsiteY34" fmla="*/ 4424733 h 4707593"/>
                  <a:gd name="connsiteX35" fmla="*/ 3910999 w 5260975"/>
                  <a:gd name="connsiteY35" fmla="*/ 4437119 h 4707593"/>
                  <a:gd name="connsiteX36" fmla="*/ 3875859 w 5260975"/>
                  <a:gd name="connsiteY36" fmla="*/ 4445280 h 4707593"/>
                  <a:gd name="connsiteX37" fmla="*/ 3819401 w 5260975"/>
                  <a:gd name="connsiteY37" fmla="*/ 4464579 h 4707593"/>
                  <a:gd name="connsiteX38" fmla="*/ 3709176 w 5260975"/>
                  <a:gd name="connsiteY38" fmla="*/ 4497800 h 4707593"/>
                  <a:gd name="connsiteX39" fmla="*/ 3684981 w 5260975"/>
                  <a:gd name="connsiteY39" fmla="*/ 4502889 h 4707593"/>
                  <a:gd name="connsiteX40" fmla="*/ 3623338 w 5260975"/>
                  <a:gd name="connsiteY40" fmla="*/ 4524300 h 4707593"/>
                  <a:gd name="connsiteX41" fmla="*/ 3586373 w 5260975"/>
                  <a:gd name="connsiteY41" fmla="*/ 4538702 h 4707593"/>
                  <a:gd name="connsiteX42" fmla="*/ 3555743 w 5260975"/>
                  <a:gd name="connsiteY42" fmla="*/ 4546960 h 4707593"/>
                  <a:gd name="connsiteX43" fmla="*/ 3528667 w 5260975"/>
                  <a:gd name="connsiteY43" fmla="*/ 4550801 h 4707593"/>
                  <a:gd name="connsiteX44" fmla="*/ 3457424 w 5260975"/>
                  <a:gd name="connsiteY44" fmla="*/ 4569811 h 4707593"/>
                  <a:gd name="connsiteX45" fmla="*/ 3429003 w 5260975"/>
                  <a:gd name="connsiteY45" fmla="*/ 4577301 h 4707593"/>
                  <a:gd name="connsiteX46" fmla="*/ 3355264 w 5260975"/>
                  <a:gd name="connsiteY46" fmla="*/ 4603033 h 4707593"/>
                  <a:gd name="connsiteX47" fmla="*/ 3292757 w 5260975"/>
                  <a:gd name="connsiteY47" fmla="*/ 4620027 h 4707593"/>
                  <a:gd name="connsiteX48" fmla="*/ 3266643 w 5260975"/>
                  <a:gd name="connsiteY48" fmla="*/ 4628188 h 4707593"/>
                  <a:gd name="connsiteX49" fmla="*/ 3206921 w 5260975"/>
                  <a:gd name="connsiteY49" fmla="*/ 4641823 h 4707593"/>
                  <a:gd name="connsiteX50" fmla="*/ 3173123 w 5260975"/>
                  <a:gd name="connsiteY50" fmla="*/ 4651425 h 4707593"/>
                  <a:gd name="connsiteX51" fmla="*/ 3090646 w 5260975"/>
                  <a:gd name="connsiteY51" fmla="*/ 4662274 h 4707593"/>
                  <a:gd name="connsiteX52" fmla="*/ 3005480 w 5260975"/>
                  <a:gd name="connsiteY52" fmla="*/ 4672739 h 4707593"/>
                  <a:gd name="connsiteX53" fmla="*/ 2958721 w 5260975"/>
                  <a:gd name="connsiteY53" fmla="*/ 4676196 h 4707593"/>
                  <a:gd name="connsiteX54" fmla="*/ 2917915 w 5260975"/>
                  <a:gd name="connsiteY54" fmla="*/ 4681670 h 4707593"/>
                  <a:gd name="connsiteX55" fmla="*/ 2882389 w 5260975"/>
                  <a:gd name="connsiteY55" fmla="*/ 4685126 h 4707593"/>
                  <a:gd name="connsiteX56" fmla="*/ 2825837 w 5260975"/>
                  <a:gd name="connsiteY56" fmla="*/ 4692135 h 4707593"/>
                  <a:gd name="connsiteX57" fmla="*/ 2802313 w 5260975"/>
                  <a:gd name="connsiteY57" fmla="*/ 4693960 h 4707593"/>
                  <a:gd name="connsiteX58" fmla="*/ 2746816 w 5260975"/>
                  <a:gd name="connsiteY58" fmla="*/ 4693863 h 4707593"/>
                  <a:gd name="connsiteX59" fmla="*/ 2727517 w 5260975"/>
                  <a:gd name="connsiteY59" fmla="*/ 4692903 h 4707593"/>
                  <a:gd name="connsiteX60" fmla="*/ 2690359 w 5260975"/>
                  <a:gd name="connsiteY60" fmla="*/ 4680997 h 4707593"/>
                  <a:gd name="connsiteX61" fmla="*/ 2685943 w 5260975"/>
                  <a:gd name="connsiteY61" fmla="*/ 4680133 h 4707593"/>
                  <a:gd name="connsiteX62" fmla="*/ 2661554 w 5260975"/>
                  <a:gd name="connsiteY62" fmla="*/ 4675428 h 4707593"/>
                  <a:gd name="connsiteX63" fmla="*/ 2648208 w 5260975"/>
                  <a:gd name="connsiteY63" fmla="*/ 4673892 h 4707593"/>
                  <a:gd name="connsiteX64" fmla="*/ 2597512 w 5260975"/>
                  <a:gd name="connsiteY64" fmla="*/ 4664099 h 4707593"/>
                  <a:gd name="connsiteX65" fmla="*/ 2568324 w 5260975"/>
                  <a:gd name="connsiteY65" fmla="*/ 4659490 h 4707593"/>
                  <a:gd name="connsiteX66" fmla="*/ 2544704 w 5260975"/>
                  <a:gd name="connsiteY66" fmla="*/ 4660162 h 4707593"/>
                  <a:gd name="connsiteX67" fmla="*/ 2503225 w 5260975"/>
                  <a:gd name="connsiteY67" fmla="*/ 4661026 h 4707593"/>
                  <a:gd name="connsiteX68" fmla="*/ 2489975 w 5260975"/>
                  <a:gd name="connsiteY68" fmla="*/ 4663235 h 4707593"/>
                  <a:gd name="connsiteX69" fmla="*/ 2430061 w 5260975"/>
                  <a:gd name="connsiteY69" fmla="*/ 4656897 h 4707593"/>
                  <a:gd name="connsiteX70" fmla="*/ 2395880 w 5260975"/>
                  <a:gd name="connsiteY70" fmla="*/ 4656417 h 4707593"/>
                  <a:gd name="connsiteX71" fmla="*/ 2357378 w 5260975"/>
                  <a:gd name="connsiteY71" fmla="*/ 4648544 h 4707593"/>
                  <a:gd name="connsiteX72" fmla="*/ 2346145 w 5260975"/>
                  <a:gd name="connsiteY72" fmla="*/ 4648928 h 4707593"/>
                  <a:gd name="connsiteX73" fmla="*/ 2333567 w 5260975"/>
                  <a:gd name="connsiteY73" fmla="*/ 4649600 h 4707593"/>
                  <a:gd name="connsiteX74" fmla="*/ 2294968 w 5260975"/>
                  <a:gd name="connsiteY74" fmla="*/ 4650177 h 4707593"/>
                  <a:gd name="connsiteX75" fmla="*/ 2271540 w 5260975"/>
                  <a:gd name="connsiteY75" fmla="*/ 4653057 h 4707593"/>
                  <a:gd name="connsiteX76" fmla="*/ 2226895 w 5260975"/>
                  <a:gd name="connsiteY76" fmla="*/ 4651329 h 4707593"/>
                  <a:gd name="connsiteX77" fmla="*/ 2210379 w 5260975"/>
                  <a:gd name="connsiteY77" fmla="*/ 4653825 h 4707593"/>
                  <a:gd name="connsiteX78" fmla="*/ 2168613 w 5260975"/>
                  <a:gd name="connsiteY78" fmla="*/ 4654113 h 4707593"/>
                  <a:gd name="connsiteX79" fmla="*/ 2131167 w 5260975"/>
                  <a:gd name="connsiteY79" fmla="*/ 4652673 h 4707593"/>
                  <a:gd name="connsiteX80" fmla="*/ 2095065 w 5260975"/>
                  <a:gd name="connsiteY80" fmla="*/ 4653441 h 4707593"/>
                  <a:gd name="connsiteX81" fmla="*/ 2069237 w 5260975"/>
                  <a:gd name="connsiteY81" fmla="*/ 4656609 h 4707593"/>
                  <a:gd name="connsiteX82" fmla="*/ 2041201 w 5260975"/>
                  <a:gd name="connsiteY82" fmla="*/ 4658529 h 4707593"/>
                  <a:gd name="connsiteX83" fmla="*/ 1963909 w 5260975"/>
                  <a:gd name="connsiteY83" fmla="*/ 4669955 h 4707593"/>
                  <a:gd name="connsiteX84" fmla="*/ 1949603 w 5260975"/>
                  <a:gd name="connsiteY84" fmla="*/ 4667171 h 4707593"/>
                  <a:gd name="connsiteX85" fmla="*/ 1868373 w 5260975"/>
                  <a:gd name="connsiteY85" fmla="*/ 4664578 h 4707593"/>
                  <a:gd name="connsiteX86" fmla="*/ 1850707 w 5260975"/>
                  <a:gd name="connsiteY86" fmla="*/ 4664771 h 4707593"/>
                  <a:gd name="connsiteX87" fmla="*/ 1803275 w 5260975"/>
                  <a:gd name="connsiteY87" fmla="*/ 4653441 h 4707593"/>
                  <a:gd name="connsiteX88" fmla="*/ 1730112 w 5260975"/>
                  <a:gd name="connsiteY88" fmla="*/ 4671396 h 4707593"/>
                  <a:gd name="connsiteX89" fmla="*/ 1661652 w 5260975"/>
                  <a:gd name="connsiteY89" fmla="*/ 4693863 h 4707593"/>
                  <a:gd name="connsiteX90" fmla="*/ 1653011 w 5260975"/>
                  <a:gd name="connsiteY90" fmla="*/ 4696744 h 4707593"/>
                  <a:gd name="connsiteX91" fmla="*/ 1628431 w 5260975"/>
                  <a:gd name="connsiteY91" fmla="*/ 4701641 h 4707593"/>
                  <a:gd name="connsiteX92" fmla="*/ 1597995 w 5260975"/>
                  <a:gd name="connsiteY92" fmla="*/ 4703369 h 4707593"/>
                  <a:gd name="connsiteX93" fmla="*/ 1559396 w 5260975"/>
                  <a:gd name="connsiteY93" fmla="*/ 4707593 h 4707593"/>
                  <a:gd name="connsiteX94" fmla="*/ 1528480 w 5260975"/>
                  <a:gd name="connsiteY94" fmla="*/ 4702312 h 4707593"/>
                  <a:gd name="connsiteX95" fmla="*/ 1485272 w 5260975"/>
                  <a:gd name="connsiteY95" fmla="*/ 4694439 h 4707593"/>
                  <a:gd name="connsiteX96" fmla="*/ 1444562 w 5260975"/>
                  <a:gd name="connsiteY96" fmla="*/ 4686950 h 4707593"/>
                  <a:gd name="connsiteX97" fmla="*/ 1431696 w 5260975"/>
                  <a:gd name="connsiteY97" fmla="*/ 4695783 h 4707593"/>
                  <a:gd name="connsiteX98" fmla="*/ 1411821 w 5260975"/>
                  <a:gd name="connsiteY98" fmla="*/ 4703464 h 4707593"/>
                  <a:gd name="connsiteX99" fmla="*/ 1389738 w 5260975"/>
                  <a:gd name="connsiteY99" fmla="*/ 4694247 h 4707593"/>
                  <a:gd name="connsiteX100" fmla="*/ 1338081 w 5260975"/>
                  <a:gd name="connsiteY100" fmla="*/ 4675141 h 4707593"/>
                  <a:gd name="connsiteX101" fmla="*/ 1305436 w 5260975"/>
                  <a:gd name="connsiteY101" fmla="*/ 4674276 h 4707593"/>
                  <a:gd name="connsiteX102" fmla="*/ 1234481 w 5260975"/>
                  <a:gd name="connsiteY102" fmla="*/ 4666115 h 4707593"/>
                  <a:gd name="connsiteX103" fmla="*/ 1188106 w 5260975"/>
                  <a:gd name="connsiteY103" fmla="*/ 4654497 h 4707593"/>
                  <a:gd name="connsiteX104" fmla="*/ 1154790 w 5260975"/>
                  <a:gd name="connsiteY104" fmla="*/ 4641343 h 4707593"/>
                  <a:gd name="connsiteX105" fmla="*/ 1107069 w 5260975"/>
                  <a:gd name="connsiteY105" fmla="*/ 4624156 h 4707593"/>
                  <a:gd name="connsiteX106" fmla="*/ 1059158 w 5260975"/>
                  <a:gd name="connsiteY106" fmla="*/ 4615227 h 4707593"/>
                  <a:gd name="connsiteX107" fmla="*/ 1024496 w 5260975"/>
                  <a:gd name="connsiteY107" fmla="*/ 4603993 h 4707593"/>
                  <a:gd name="connsiteX108" fmla="*/ 982153 w 5260975"/>
                  <a:gd name="connsiteY108" fmla="*/ 4596311 h 4707593"/>
                  <a:gd name="connsiteX109" fmla="*/ 946628 w 5260975"/>
                  <a:gd name="connsiteY109" fmla="*/ 4596024 h 4707593"/>
                  <a:gd name="connsiteX110" fmla="*/ 890939 w 5260975"/>
                  <a:gd name="connsiteY110" fmla="*/ 4597368 h 4707593"/>
                  <a:gd name="connsiteX111" fmla="*/ 822769 w 5260975"/>
                  <a:gd name="connsiteY111" fmla="*/ 4574133 h 4707593"/>
                  <a:gd name="connsiteX112" fmla="*/ 795212 w 5260975"/>
                  <a:gd name="connsiteY112" fmla="*/ 4568947 h 4707593"/>
                  <a:gd name="connsiteX113" fmla="*/ 769288 w 5260975"/>
                  <a:gd name="connsiteY113" fmla="*/ 4566547 h 4707593"/>
                  <a:gd name="connsiteX114" fmla="*/ 714271 w 5260975"/>
                  <a:gd name="connsiteY114" fmla="*/ 4551089 h 4707593"/>
                  <a:gd name="connsiteX115" fmla="*/ 691900 w 5260975"/>
                  <a:gd name="connsiteY115" fmla="*/ 4545999 h 4707593"/>
                  <a:gd name="connsiteX116" fmla="*/ 660598 w 5260975"/>
                  <a:gd name="connsiteY116" fmla="*/ 4546096 h 4707593"/>
                  <a:gd name="connsiteX117" fmla="*/ 603662 w 5260975"/>
                  <a:gd name="connsiteY117" fmla="*/ 4538991 h 4707593"/>
                  <a:gd name="connsiteX118" fmla="*/ 546821 w 5260975"/>
                  <a:gd name="connsiteY118" fmla="*/ 4518251 h 4707593"/>
                  <a:gd name="connsiteX119" fmla="*/ 522721 w 5260975"/>
                  <a:gd name="connsiteY119" fmla="*/ 4520267 h 4707593"/>
                  <a:gd name="connsiteX120" fmla="*/ 514080 w 5260975"/>
                  <a:gd name="connsiteY120" fmla="*/ 4519788 h 4707593"/>
                  <a:gd name="connsiteX121" fmla="*/ 436404 w 5260975"/>
                  <a:gd name="connsiteY121" fmla="*/ 4508361 h 4707593"/>
                  <a:gd name="connsiteX122" fmla="*/ 428626 w 5260975"/>
                  <a:gd name="connsiteY122" fmla="*/ 4507114 h 4707593"/>
                  <a:gd name="connsiteX123" fmla="*/ 392141 w 5260975"/>
                  <a:gd name="connsiteY123" fmla="*/ 4496936 h 4707593"/>
                  <a:gd name="connsiteX124" fmla="*/ 300157 w 5260975"/>
                  <a:gd name="connsiteY124" fmla="*/ 4490599 h 4707593"/>
                  <a:gd name="connsiteX125" fmla="*/ 294493 w 5260975"/>
                  <a:gd name="connsiteY125" fmla="*/ 4489831 h 4707593"/>
                  <a:gd name="connsiteX126" fmla="*/ 263671 w 5260975"/>
                  <a:gd name="connsiteY126" fmla="*/ 4494919 h 4707593"/>
                  <a:gd name="connsiteX127" fmla="*/ 248406 w 5260975"/>
                  <a:gd name="connsiteY127" fmla="*/ 4502121 h 4707593"/>
                  <a:gd name="connsiteX128" fmla="*/ 224594 w 5260975"/>
                  <a:gd name="connsiteY128" fmla="*/ 4509610 h 4707593"/>
                  <a:gd name="connsiteX129" fmla="*/ 200398 w 5260975"/>
                  <a:gd name="connsiteY129" fmla="*/ 4512395 h 4707593"/>
                  <a:gd name="connsiteX130" fmla="*/ 159783 w 5260975"/>
                  <a:gd name="connsiteY130" fmla="*/ 4501064 h 4707593"/>
                  <a:gd name="connsiteX131" fmla="*/ 144997 w 5260975"/>
                  <a:gd name="connsiteY131" fmla="*/ 4499912 h 4707593"/>
                  <a:gd name="connsiteX132" fmla="*/ 112064 w 5260975"/>
                  <a:gd name="connsiteY132" fmla="*/ 4494440 h 4707593"/>
                  <a:gd name="connsiteX133" fmla="*/ 83259 w 5260975"/>
                  <a:gd name="connsiteY133" fmla="*/ 4494824 h 4707593"/>
                  <a:gd name="connsiteX134" fmla="*/ 60120 w 5260975"/>
                  <a:gd name="connsiteY134" fmla="*/ 4503561 h 4707593"/>
                  <a:gd name="connsiteX135" fmla="*/ 26514 w 5260975"/>
                  <a:gd name="connsiteY135" fmla="*/ 4505289 h 4707593"/>
                  <a:gd name="connsiteX136" fmla="*/ 4814 w 5260975"/>
                  <a:gd name="connsiteY136" fmla="*/ 4498952 h 4707593"/>
                  <a:gd name="connsiteX137" fmla="*/ 398 w 5260975"/>
                  <a:gd name="connsiteY137" fmla="*/ 4498089 h 4707593"/>
                  <a:gd name="connsiteX138" fmla="*/ 0 w 5260975"/>
                  <a:gd name="connsiteY138" fmla="*/ 4498087 h 47075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</a:cxnLst>
                <a:rect l="l" t="t" r="r" b="b"/>
                <a:pathLst>
                  <a:path w="5260975" h="4707593">
                    <a:moveTo>
                      <a:pt x="0" y="0"/>
                    </a:moveTo>
                    <a:lnTo>
                      <a:pt x="5260975" y="0"/>
                    </a:lnTo>
                    <a:lnTo>
                      <a:pt x="5260975" y="3296937"/>
                    </a:lnTo>
                    <a:lnTo>
                      <a:pt x="5260975" y="3518571"/>
                    </a:lnTo>
                    <a:lnTo>
                      <a:pt x="5226503" y="3534000"/>
                    </a:lnTo>
                    <a:cubicBezTo>
                      <a:pt x="5219783" y="3536785"/>
                      <a:pt x="5212389" y="3538321"/>
                      <a:pt x="5206341" y="3542065"/>
                    </a:cubicBezTo>
                    <a:cubicBezTo>
                      <a:pt x="5178495" y="3559156"/>
                      <a:pt x="5151515" y="3577591"/>
                      <a:pt x="5123287" y="3594010"/>
                    </a:cubicBezTo>
                    <a:cubicBezTo>
                      <a:pt x="5094195" y="3611004"/>
                      <a:pt x="5068175" y="3631071"/>
                      <a:pt x="5048107" y="3658244"/>
                    </a:cubicBezTo>
                    <a:cubicBezTo>
                      <a:pt x="5029480" y="3683496"/>
                      <a:pt x="5011429" y="3709131"/>
                      <a:pt x="4992899" y="3734479"/>
                    </a:cubicBezTo>
                    <a:cubicBezTo>
                      <a:pt x="4988194" y="3740912"/>
                      <a:pt x="4983873" y="3748498"/>
                      <a:pt x="4977440" y="3752627"/>
                    </a:cubicBezTo>
                    <a:cubicBezTo>
                      <a:pt x="4964094" y="3761268"/>
                      <a:pt x="4949499" y="3768277"/>
                      <a:pt x="4935193" y="3775382"/>
                    </a:cubicBezTo>
                    <a:cubicBezTo>
                      <a:pt x="4922903" y="3781431"/>
                      <a:pt x="4909845" y="3785943"/>
                      <a:pt x="4897844" y="3792472"/>
                    </a:cubicBezTo>
                    <a:cubicBezTo>
                      <a:pt x="4888243" y="3797658"/>
                      <a:pt x="4879697" y="3804859"/>
                      <a:pt x="4870767" y="3811388"/>
                    </a:cubicBezTo>
                    <a:cubicBezTo>
                      <a:pt x="4862990" y="3817052"/>
                      <a:pt x="4854445" y="3821949"/>
                      <a:pt x="4847916" y="3828767"/>
                    </a:cubicBezTo>
                    <a:cubicBezTo>
                      <a:pt x="4831977" y="3845281"/>
                      <a:pt x="4815942" y="3861508"/>
                      <a:pt x="4796163" y="3873702"/>
                    </a:cubicBezTo>
                    <a:cubicBezTo>
                      <a:pt x="4776672" y="3885799"/>
                      <a:pt x="4758237" y="3899338"/>
                      <a:pt x="4738843" y="3911628"/>
                    </a:cubicBezTo>
                    <a:cubicBezTo>
                      <a:pt x="4719831" y="3923630"/>
                      <a:pt x="4702645" y="3936783"/>
                      <a:pt x="4692755" y="3958099"/>
                    </a:cubicBezTo>
                    <a:cubicBezTo>
                      <a:pt x="4688339" y="3967508"/>
                      <a:pt x="4682097" y="3977782"/>
                      <a:pt x="4673744" y="3983255"/>
                    </a:cubicBezTo>
                    <a:cubicBezTo>
                      <a:pt x="4661838" y="3991032"/>
                      <a:pt x="4646764" y="3993817"/>
                      <a:pt x="4633801" y="4000442"/>
                    </a:cubicBezTo>
                    <a:cubicBezTo>
                      <a:pt x="4618535" y="4008219"/>
                      <a:pt x="4600869" y="4014940"/>
                      <a:pt x="4590499" y="4027326"/>
                    </a:cubicBezTo>
                    <a:cubicBezTo>
                      <a:pt x="4581281" y="4038368"/>
                      <a:pt x="4571968" y="4047009"/>
                      <a:pt x="4559773" y="4054018"/>
                    </a:cubicBezTo>
                    <a:cubicBezTo>
                      <a:pt x="4551229" y="4058915"/>
                      <a:pt x="4544892" y="4067844"/>
                      <a:pt x="4536059" y="4071877"/>
                    </a:cubicBezTo>
                    <a:cubicBezTo>
                      <a:pt x="4524441" y="4077254"/>
                      <a:pt x="4512727" y="4081479"/>
                      <a:pt x="4502549" y="4089832"/>
                    </a:cubicBezTo>
                    <a:cubicBezTo>
                      <a:pt x="4491987" y="4098473"/>
                      <a:pt x="4479986" y="4105290"/>
                      <a:pt x="4468944" y="4113356"/>
                    </a:cubicBezTo>
                    <a:cubicBezTo>
                      <a:pt x="4463087" y="4117676"/>
                      <a:pt x="4458286" y="4123341"/>
                      <a:pt x="4452622" y="4127854"/>
                    </a:cubicBezTo>
                    <a:cubicBezTo>
                      <a:pt x="4442252" y="4136111"/>
                      <a:pt x="4431690" y="4144176"/>
                      <a:pt x="4421032" y="4151953"/>
                    </a:cubicBezTo>
                    <a:cubicBezTo>
                      <a:pt x="4410375" y="4159731"/>
                      <a:pt x="4400197" y="4168756"/>
                      <a:pt x="4388483" y="4174421"/>
                    </a:cubicBezTo>
                    <a:cubicBezTo>
                      <a:pt x="4368513" y="4184023"/>
                      <a:pt x="4346717" y="4189784"/>
                      <a:pt x="4327321" y="4200153"/>
                    </a:cubicBezTo>
                    <a:cubicBezTo>
                      <a:pt x="4307639" y="4210714"/>
                      <a:pt x="4289107" y="4223965"/>
                      <a:pt x="4271633" y="4237983"/>
                    </a:cubicBezTo>
                    <a:cubicBezTo>
                      <a:pt x="4257807" y="4249025"/>
                      <a:pt x="4244845" y="4259971"/>
                      <a:pt x="4227465" y="4265635"/>
                    </a:cubicBezTo>
                    <a:cubicBezTo>
                      <a:pt x="4217768" y="4268804"/>
                      <a:pt x="4207591" y="4275717"/>
                      <a:pt x="4201733" y="4283783"/>
                    </a:cubicBezTo>
                    <a:cubicBezTo>
                      <a:pt x="4189059" y="4301353"/>
                      <a:pt x="4172833" y="4313739"/>
                      <a:pt x="4154494" y="4324301"/>
                    </a:cubicBezTo>
                    <a:cubicBezTo>
                      <a:pt x="4130010" y="4338511"/>
                      <a:pt x="4105814" y="4353009"/>
                      <a:pt x="4081234" y="4366931"/>
                    </a:cubicBezTo>
                    <a:cubicBezTo>
                      <a:pt x="4066737" y="4375189"/>
                      <a:pt x="4052335" y="4383926"/>
                      <a:pt x="4036971" y="4389975"/>
                    </a:cubicBezTo>
                    <a:cubicBezTo>
                      <a:pt x="4005575" y="4402457"/>
                      <a:pt x="3973410" y="4413114"/>
                      <a:pt x="3941725" y="4424733"/>
                    </a:cubicBezTo>
                    <a:cubicBezTo>
                      <a:pt x="3931355" y="4428477"/>
                      <a:pt x="3921561" y="4433854"/>
                      <a:pt x="3910999" y="4437119"/>
                    </a:cubicBezTo>
                    <a:cubicBezTo>
                      <a:pt x="3899573" y="4440671"/>
                      <a:pt x="3887285" y="4441727"/>
                      <a:pt x="3875859" y="4445280"/>
                    </a:cubicBezTo>
                    <a:cubicBezTo>
                      <a:pt x="3856847" y="4451136"/>
                      <a:pt x="3838412" y="4458626"/>
                      <a:pt x="3819401" y="4464579"/>
                    </a:cubicBezTo>
                    <a:cubicBezTo>
                      <a:pt x="3782723" y="4476005"/>
                      <a:pt x="3745949" y="4486951"/>
                      <a:pt x="3709176" y="4497800"/>
                    </a:cubicBezTo>
                    <a:cubicBezTo>
                      <a:pt x="3701303" y="4500105"/>
                      <a:pt x="3692757" y="4500393"/>
                      <a:pt x="3684981" y="4502889"/>
                    </a:cubicBezTo>
                    <a:cubicBezTo>
                      <a:pt x="3664337" y="4509610"/>
                      <a:pt x="3643789" y="4516907"/>
                      <a:pt x="3623338" y="4524300"/>
                    </a:cubicBezTo>
                    <a:cubicBezTo>
                      <a:pt x="3610953" y="4528813"/>
                      <a:pt x="3598854" y="4534382"/>
                      <a:pt x="3586373" y="4538702"/>
                    </a:cubicBezTo>
                    <a:cubicBezTo>
                      <a:pt x="3576387" y="4542159"/>
                      <a:pt x="3566113" y="4544847"/>
                      <a:pt x="3555743" y="4546960"/>
                    </a:cubicBezTo>
                    <a:cubicBezTo>
                      <a:pt x="3546814" y="4548785"/>
                      <a:pt x="3537501" y="4548592"/>
                      <a:pt x="3528667" y="4550801"/>
                    </a:cubicBezTo>
                    <a:cubicBezTo>
                      <a:pt x="3504759" y="4556753"/>
                      <a:pt x="3481140" y="4563475"/>
                      <a:pt x="3457424" y="4569811"/>
                    </a:cubicBezTo>
                    <a:cubicBezTo>
                      <a:pt x="3447919" y="4572308"/>
                      <a:pt x="3438221" y="4574133"/>
                      <a:pt x="3429003" y="4577301"/>
                    </a:cubicBezTo>
                    <a:cubicBezTo>
                      <a:pt x="3404327" y="4585654"/>
                      <a:pt x="3380036" y="4595159"/>
                      <a:pt x="3355264" y="4603033"/>
                    </a:cubicBezTo>
                    <a:cubicBezTo>
                      <a:pt x="3334717" y="4609562"/>
                      <a:pt x="3313593" y="4614266"/>
                      <a:pt x="3292757" y="4620027"/>
                    </a:cubicBezTo>
                    <a:cubicBezTo>
                      <a:pt x="3283924" y="4622524"/>
                      <a:pt x="3275475" y="4626077"/>
                      <a:pt x="3266643" y="4628188"/>
                    </a:cubicBezTo>
                    <a:cubicBezTo>
                      <a:pt x="3246863" y="4632990"/>
                      <a:pt x="3226796" y="4637022"/>
                      <a:pt x="3206921" y="4641823"/>
                    </a:cubicBezTo>
                    <a:cubicBezTo>
                      <a:pt x="3195590" y="4644607"/>
                      <a:pt x="3184645" y="4649600"/>
                      <a:pt x="3173123" y="4651425"/>
                    </a:cubicBezTo>
                    <a:cubicBezTo>
                      <a:pt x="3145759" y="4655745"/>
                      <a:pt x="3118203" y="4658817"/>
                      <a:pt x="3090646" y="4662274"/>
                    </a:cubicBezTo>
                    <a:cubicBezTo>
                      <a:pt x="3062227" y="4665826"/>
                      <a:pt x="3033902" y="4669571"/>
                      <a:pt x="3005480" y="4672739"/>
                    </a:cubicBezTo>
                    <a:cubicBezTo>
                      <a:pt x="2989926" y="4674372"/>
                      <a:pt x="2974275" y="4674660"/>
                      <a:pt x="2958721" y="4676196"/>
                    </a:cubicBezTo>
                    <a:cubicBezTo>
                      <a:pt x="2945087" y="4677541"/>
                      <a:pt x="2931549" y="4680037"/>
                      <a:pt x="2917915" y="4681670"/>
                    </a:cubicBezTo>
                    <a:cubicBezTo>
                      <a:pt x="2906105" y="4683013"/>
                      <a:pt x="2894199" y="4683781"/>
                      <a:pt x="2882389" y="4685126"/>
                    </a:cubicBezTo>
                    <a:cubicBezTo>
                      <a:pt x="2863475" y="4687334"/>
                      <a:pt x="2844655" y="4689831"/>
                      <a:pt x="2825837" y="4692135"/>
                    </a:cubicBezTo>
                    <a:cubicBezTo>
                      <a:pt x="2817964" y="4692999"/>
                      <a:pt x="2809706" y="4695399"/>
                      <a:pt x="2802313" y="4693960"/>
                    </a:cubicBezTo>
                    <a:cubicBezTo>
                      <a:pt x="2783686" y="4690310"/>
                      <a:pt x="2765347" y="4691367"/>
                      <a:pt x="2746816" y="4693863"/>
                    </a:cubicBezTo>
                    <a:cubicBezTo>
                      <a:pt x="2740479" y="4694728"/>
                      <a:pt x="2733662" y="4694535"/>
                      <a:pt x="2727517" y="4692903"/>
                    </a:cubicBezTo>
                    <a:cubicBezTo>
                      <a:pt x="2714939" y="4689638"/>
                      <a:pt x="2702745" y="4685029"/>
                      <a:pt x="2690359" y="4680997"/>
                    </a:cubicBezTo>
                    <a:cubicBezTo>
                      <a:pt x="2689014" y="4680517"/>
                      <a:pt x="2687382" y="4680421"/>
                      <a:pt x="2685943" y="4680133"/>
                    </a:cubicBezTo>
                    <a:cubicBezTo>
                      <a:pt x="2677781" y="4678500"/>
                      <a:pt x="2669717" y="4676868"/>
                      <a:pt x="2661554" y="4675428"/>
                    </a:cubicBezTo>
                    <a:cubicBezTo>
                      <a:pt x="2657138" y="4674660"/>
                      <a:pt x="2652625" y="4674564"/>
                      <a:pt x="2648208" y="4673892"/>
                    </a:cubicBezTo>
                    <a:cubicBezTo>
                      <a:pt x="2631118" y="4671203"/>
                      <a:pt x="2612299" y="4675716"/>
                      <a:pt x="2597512" y="4664099"/>
                    </a:cubicBezTo>
                    <a:cubicBezTo>
                      <a:pt x="2587911" y="4656609"/>
                      <a:pt x="2578597" y="4658338"/>
                      <a:pt x="2568324" y="4659490"/>
                    </a:cubicBezTo>
                    <a:cubicBezTo>
                      <a:pt x="2560547" y="4660354"/>
                      <a:pt x="2552577" y="4660065"/>
                      <a:pt x="2544704" y="4660162"/>
                    </a:cubicBezTo>
                    <a:cubicBezTo>
                      <a:pt x="2530878" y="4660449"/>
                      <a:pt x="2517052" y="4660546"/>
                      <a:pt x="2503225" y="4661026"/>
                    </a:cubicBezTo>
                    <a:cubicBezTo>
                      <a:pt x="2498808" y="4661218"/>
                      <a:pt x="2494297" y="4663619"/>
                      <a:pt x="2489975" y="4663235"/>
                    </a:cubicBezTo>
                    <a:cubicBezTo>
                      <a:pt x="2470004" y="4661410"/>
                      <a:pt x="2450033" y="4658529"/>
                      <a:pt x="2430061" y="4656897"/>
                    </a:cubicBezTo>
                    <a:cubicBezTo>
                      <a:pt x="2418732" y="4655938"/>
                      <a:pt x="2407114" y="4657761"/>
                      <a:pt x="2395880" y="4656417"/>
                    </a:cubicBezTo>
                    <a:cubicBezTo>
                      <a:pt x="2382919" y="4654881"/>
                      <a:pt x="2370245" y="4650945"/>
                      <a:pt x="2357378" y="4648544"/>
                    </a:cubicBezTo>
                    <a:cubicBezTo>
                      <a:pt x="2353826" y="4647872"/>
                      <a:pt x="2349889" y="4648736"/>
                      <a:pt x="2346145" y="4648928"/>
                    </a:cubicBezTo>
                    <a:cubicBezTo>
                      <a:pt x="2341920" y="4649120"/>
                      <a:pt x="2337791" y="4649504"/>
                      <a:pt x="2333567" y="4649600"/>
                    </a:cubicBezTo>
                    <a:cubicBezTo>
                      <a:pt x="2320700" y="4649793"/>
                      <a:pt x="2307835" y="4649504"/>
                      <a:pt x="2294968" y="4650177"/>
                    </a:cubicBezTo>
                    <a:cubicBezTo>
                      <a:pt x="2287095" y="4650561"/>
                      <a:pt x="2278839" y="4654497"/>
                      <a:pt x="2271540" y="4653057"/>
                    </a:cubicBezTo>
                    <a:cubicBezTo>
                      <a:pt x="2256659" y="4650272"/>
                      <a:pt x="2241776" y="4656513"/>
                      <a:pt x="2226895" y="4651329"/>
                    </a:cubicBezTo>
                    <a:cubicBezTo>
                      <a:pt x="2222285" y="4649793"/>
                      <a:pt x="2215948" y="4653633"/>
                      <a:pt x="2210379" y="4653825"/>
                    </a:cubicBezTo>
                    <a:cubicBezTo>
                      <a:pt x="2196457" y="4654305"/>
                      <a:pt x="2182535" y="4654209"/>
                      <a:pt x="2168613" y="4654113"/>
                    </a:cubicBezTo>
                    <a:cubicBezTo>
                      <a:pt x="2156131" y="4654017"/>
                      <a:pt x="2143168" y="4655361"/>
                      <a:pt x="2131167" y="4652673"/>
                    </a:cubicBezTo>
                    <a:cubicBezTo>
                      <a:pt x="2118588" y="4649793"/>
                      <a:pt x="2107259" y="4650177"/>
                      <a:pt x="2095065" y="4653441"/>
                    </a:cubicBezTo>
                    <a:cubicBezTo>
                      <a:pt x="2086711" y="4655649"/>
                      <a:pt x="2077878" y="4655938"/>
                      <a:pt x="2069237" y="4656609"/>
                    </a:cubicBezTo>
                    <a:cubicBezTo>
                      <a:pt x="2059924" y="4657377"/>
                      <a:pt x="2049650" y="4655361"/>
                      <a:pt x="2041201" y="4658529"/>
                    </a:cubicBezTo>
                    <a:cubicBezTo>
                      <a:pt x="2016044" y="4667939"/>
                      <a:pt x="1990216" y="4669955"/>
                      <a:pt x="1963909" y="4669955"/>
                    </a:cubicBezTo>
                    <a:cubicBezTo>
                      <a:pt x="1959107" y="4669955"/>
                      <a:pt x="1954210" y="4668612"/>
                      <a:pt x="1949603" y="4667171"/>
                    </a:cubicBezTo>
                    <a:cubicBezTo>
                      <a:pt x="1922717" y="4658529"/>
                      <a:pt x="1895737" y="4659297"/>
                      <a:pt x="1868373" y="4664578"/>
                    </a:cubicBezTo>
                    <a:cubicBezTo>
                      <a:pt x="1862708" y="4665731"/>
                      <a:pt x="1856372" y="4665923"/>
                      <a:pt x="1850707" y="4664771"/>
                    </a:cubicBezTo>
                    <a:cubicBezTo>
                      <a:pt x="1834768" y="4661410"/>
                      <a:pt x="1819309" y="4655841"/>
                      <a:pt x="1803275" y="4653441"/>
                    </a:cubicBezTo>
                    <a:cubicBezTo>
                      <a:pt x="1776775" y="4649504"/>
                      <a:pt x="1753828" y="4662754"/>
                      <a:pt x="1730112" y="4671396"/>
                    </a:cubicBezTo>
                    <a:cubicBezTo>
                      <a:pt x="1707548" y="4679557"/>
                      <a:pt x="1688345" y="4697992"/>
                      <a:pt x="1661652" y="4693863"/>
                    </a:cubicBezTo>
                    <a:cubicBezTo>
                      <a:pt x="1658965" y="4693479"/>
                      <a:pt x="1655988" y="4696071"/>
                      <a:pt x="1653011" y="4696744"/>
                    </a:cubicBezTo>
                    <a:cubicBezTo>
                      <a:pt x="1644850" y="4698568"/>
                      <a:pt x="1636689" y="4700776"/>
                      <a:pt x="1628431" y="4701641"/>
                    </a:cubicBezTo>
                    <a:cubicBezTo>
                      <a:pt x="1618350" y="4702793"/>
                      <a:pt x="1608076" y="4702409"/>
                      <a:pt x="1597995" y="4703369"/>
                    </a:cubicBezTo>
                    <a:cubicBezTo>
                      <a:pt x="1585032" y="4704521"/>
                      <a:pt x="1572263" y="4707593"/>
                      <a:pt x="1559396" y="4707593"/>
                    </a:cubicBezTo>
                    <a:cubicBezTo>
                      <a:pt x="1549026" y="4707593"/>
                      <a:pt x="1538753" y="4704041"/>
                      <a:pt x="1528480" y="4702312"/>
                    </a:cubicBezTo>
                    <a:cubicBezTo>
                      <a:pt x="1513981" y="4699912"/>
                      <a:pt x="1498042" y="4700584"/>
                      <a:pt x="1485272" y="4694439"/>
                    </a:cubicBezTo>
                    <a:cubicBezTo>
                      <a:pt x="1471639" y="4687910"/>
                      <a:pt x="1458676" y="4684934"/>
                      <a:pt x="1444562" y="4686950"/>
                    </a:cubicBezTo>
                    <a:cubicBezTo>
                      <a:pt x="1439857" y="4687622"/>
                      <a:pt x="1433808" y="4691655"/>
                      <a:pt x="1431696" y="4695783"/>
                    </a:cubicBezTo>
                    <a:cubicBezTo>
                      <a:pt x="1426991" y="4705001"/>
                      <a:pt x="1420559" y="4706634"/>
                      <a:pt x="1411821" y="4703464"/>
                    </a:cubicBezTo>
                    <a:cubicBezTo>
                      <a:pt x="1404236" y="4700776"/>
                      <a:pt x="1394922" y="4699432"/>
                      <a:pt x="1389738" y="4694247"/>
                    </a:cubicBezTo>
                    <a:cubicBezTo>
                      <a:pt x="1375047" y="4679557"/>
                      <a:pt x="1356324" y="4679077"/>
                      <a:pt x="1338081" y="4675141"/>
                    </a:cubicBezTo>
                    <a:cubicBezTo>
                      <a:pt x="1326945" y="4672739"/>
                      <a:pt x="1316574" y="4672644"/>
                      <a:pt x="1305436" y="4674276"/>
                    </a:cubicBezTo>
                    <a:cubicBezTo>
                      <a:pt x="1281241" y="4677925"/>
                      <a:pt x="1257717" y="4672739"/>
                      <a:pt x="1234481" y="4666115"/>
                    </a:cubicBezTo>
                    <a:cubicBezTo>
                      <a:pt x="1219118" y="4661698"/>
                      <a:pt x="1203372" y="4659010"/>
                      <a:pt x="1188106" y="4654497"/>
                    </a:cubicBezTo>
                    <a:cubicBezTo>
                      <a:pt x="1176680" y="4651041"/>
                      <a:pt x="1165255" y="4646912"/>
                      <a:pt x="1154790" y="4641343"/>
                    </a:cubicBezTo>
                    <a:cubicBezTo>
                      <a:pt x="1139618" y="4633181"/>
                      <a:pt x="1126369" y="4620891"/>
                      <a:pt x="1107069" y="4624156"/>
                    </a:cubicBezTo>
                    <a:cubicBezTo>
                      <a:pt x="1090074" y="4627036"/>
                      <a:pt x="1074713" y="4620988"/>
                      <a:pt x="1059158" y="4615227"/>
                    </a:cubicBezTo>
                    <a:cubicBezTo>
                      <a:pt x="1047732" y="4611002"/>
                      <a:pt x="1036308" y="4606681"/>
                      <a:pt x="1024496" y="4603993"/>
                    </a:cubicBezTo>
                    <a:cubicBezTo>
                      <a:pt x="1010478" y="4600824"/>
                      <a:pt x="994635" y="4602169"/>
                      <a:pt x="982153" y="4596311"/>
                    </a:cubicBezTo>
                    <a:cubicBezTo>
                      <a:pt x="969095" y="4590166"/>
                      <a:pt x="958246" y="4594295"/>
                      <a:pt x="946628" y="4596024"/>
                    </a:cubicBezTo>
                    <a:cubicBezTo>
                      <a:pt x="928097" y="4598712"/>
                      <a:pt x="909661" y="4603705"/>
                      <a:pt x="890939" y="4597368"/>
                    </a:cubicBezTo>
                    <a:cubicBezTo>
                      <a:pt x="868184" y="4589687"/>
                      <a:pt x="845620" y="4581430"/>
                      <a:pt x="822769" y="4574133"/>
                    </a:cubicBezTo>
                    <a:cubicBezTo>
                      <a:pt x="813934" y="4571347"/>
                      <a:pt x="804431" y="4570195"/>
                      <a:pt x="795212" y="4568947"/>
                    </a:cubicBezTo>
                    <a:cubicBezTo>
                      <a:pt x="786476" y="4567891"/>
                      <a:pt x="776010" y="4570579"/>
                      <a:pt x="769288" y="4566547"/>
                    </a:cubicBezTo>
                    <a:cubicBezTo>
                      <a:pt x="752005" y="4556178"/>
                      <a:pt x="734243" y="4551089"/>
                      <a:pt x="714271" y="4551089"/>
                    </a:cubicBezTo>
                    <a:cubicBezTo>
                      <a:pt x="706781" y="4551089"/>
                      <a:pt x="699484" y="4546768"/>
                      <a:pt x="691900" y="4545999"/>
                    </a:cubicBezTo>
                    <a:cubicBezTo>
                      <a:pt x="681529" y="4545040"/>
                      <a:pt x="669623" y="4542447"/>
                      <a:pt x="660598" y="4546096"/>
                    </a:cubicBezTo>
                    <a:cubicBezTo>
                      <a:pt x="639379" y="4554737"/>
                      <a:pt x="622193" y="4547536"/>
                      <a:pt x="603662" y="4538991"/>
                    </a:cubicBezTo>
                    <a:cubicBezTo>
                      <a:pt x="585418" y="4530541"/>
                      <a:pt x="566215" y="4523821"/>
                      <a:pt x="546821" y="4518251"/>
                    </a:cubicBezTo>
                    <a:cubicBezTo>
                      <a:pt x="539524" y="4516235"/>
                      <a:pt x="530787" y="4519596"/>
                      <a:pt x="522721" y="4520267"/>
                    </a:cubicBezTo>
                    <a:cubicBezTo>
                      <a:pt x="519840" y="4520460"/>
                      <a:pt x="516671" y="4520748"/>
                      <a:pt x="514080" y="4519788"/>
                    </a:cubicBezTo>
                    <a:cubicBezTo>
                      <a:pt x="489020" y="4510570"/>
                      <a:pt x="463575" y="4503561"/>
                      <a:pt x="436404" y="4508361"/>
                    </a:cubicBezTo>
                    <a:cubicBezTo>
                      <a:pt x="433908" y="4508842"/>
                      <a:pt x="431123" y="4507786"/>
                      <a:pt x="428626" y="4507114"/>
                    </a:cubicBezTo>
                    <a:cubicBezTo>
                      <a:pt x="416432" y="4503657"/>
                      <a:pt x="404526" y="4498184"/>
                      <a:pt x="392141" y="4496936"/>
                    </a:cubicBezTo>
                    <a:cubicBezTo>
                      <a:pt x="361608" y="4493864"/>
                      <a:pt x="330884" y="4492615"/>
                      <a:pt x="300157" y="4490599"/>
                    </a:cubicBezTo>
                    <a:cubicBezTo>
                      <a:pt x="298237" y="4490503"/>
                      <a:pt x="296221" y="4490503"/>
                      <a:pt x="294493" y="4489831"/>
                    </a:cubicBezTo>
                    <a:cubicBezTo>
                      <a:pt x="283163" y="4485702"/>
                      <a:pt x="273274" y="4487047"/>
                      <a:pt x="263671" y="4494919"/>
                    </a:cubicBezTo>
                    <a:cubicBezTo>
                      <a:pt x="259447" y="4498376"/>
                      <a:pt x="253686" y="4500200"/>
                      <a:pt x="248406" y="4502121"/>
                    </a:cubicBezTo>
                    <a:cubicBezTo>
                      <a:pt x="240628" y="4505002"/>
                      <a:pt x="232659" y="4507786"/>
                      <a:pt x="224594" y="4509610"/>
                    </a:cubicBezTo>
                    <a:cubicBezTo>
                      <a:pt x="216624" y="4511338"/>
                      <a:pt x="208079" y="4513738"/>
                      <a:pt x="200398" y="4512395"/>
                    </a:cubicBezTo>
                    <a:cubicBezTo>
                      <a:pt x="186572" y="4509994"/>
                      <a:pt x="173417" y="4504618"/>
                      <a:pt x="159783" y="4501064"/>
                    </a:cubicBezTo>
                    <a:cubicBezTo>
                      <a:pt x="155079" y="4499816"/>
                      <a:pt x="149893" y="4500009"/>
                      <a:pt x="144997" y="4499912"/>
                    </a:cubicBezTo>
                    <a:cubicBezTo>
                      <a:pt x="133763" y="4499625"/>
                      <a:pt x="122241" y="4502409"/>
                      <a:pt x="112064" y="4494440"/>
                    </a:cubicBezTo>
                    <a:cubicBezTo>
                      <a:pt x="102655" y="4486951"/>
                      <a:pt x="93148" y="4489158"/>
                      <a:pt x="83259" y="4494824"/>
                    </a:cubicBezTo>
                    <a:cubicBezTo>
                      <a:pt x="76154" y="4498857"/>
                      <a:pt x="68090" y="4502025"/>
                      <a:pt x="60120" y="4503561"/>
                    </a:cubicBezTo>
                    <a:cubicBezTo>
                      <a:pt x="49174" y="4505673"/>
                      <a:pt x="38324" y="4506538"/>
                      <a:pt x="26514" y="4505289"/>
                    </a:cubicBezTo>
                    <a:cubicBezTo>
                      <a:pt x="18161" y="4504425"/>
                      <a:pt x="11343" y="4504041"/>
                      <a:pt x="4814" y="4498952"/>
                    </a:cubicBezTo>
                    <a:cubicBezTo>
                      <a:pt x="3759" y="4498184"/>
                      <a:pt x="1839" y="4497992"/>
                      <a:pt x="398" y="4498089"/>
                    </a:cubicBezTo>
                    <a:lnTo>
                      <a:pt x="0" y="4498087"/>
                    </a:lnTo>
                    <a:close/>
                  </a:path>
                </a:pathLst>
              </a:custGeom>
              <a:solidFill>
                <a:schemeClr val="bg1">
                  <a:alpha val="14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5BD695E1-00AC-49AE-93BF-22000734A8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6096000" y="4138312"/>
              <a:ext cx="5260975" cy="1410656"/>
              <a:chOff x="6096000" y="4138312"/>
              <a:chExt cx="5260975" cy="1410656"/>
            </a:xfrm>
          </p:grpSpPr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F721D808-B8BC-4568-A927-12BC276FBF0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96000" y="4138312"/>
                <a:ext cx="5260975" cy="1410656"/>
              </a:xfrm>
              <a:custGeom>
                <a:avLst/>
                <a:gdLst>
                  <a:gd name="connsiteX0" fmla="*/ 5260975 w 5260975"/>
                  <a:gd name="connsiteY0" fmla="*/ 0 h 1410656"/>
                  <a:gd name="connsiteX1" fmla="*/ 5260975 w 5260975"/>
                  <a:gd name="connsiteY1" fmla="*/ 221634 h 1410656"/>
                  <a:gd name="connsiteX2" fmla="*/ 5226503 w 5260975"/>
                  <a:gd name="connsiteY2" fmla="*/ 237063 h 1410656"/>
                  <a:gd name="connsiteX3" fmla="*/ 5206341 w 5260975"/>
                  <a:gd name="connsiteY3" fmla="*/ 245128 h 1410656"/>
                  <a:gd name="connsiteX4" fmla="*/ 5123287 w 5260975"/>
                  <a:gd name="connsiteY4" fmla="*/ 297073 h 1410656"/>
                  <a:gd name="connsiteX5" fmla="*/ 5048107 w 5260975"/>
                  <a:gd name="connsiteY5" fmla="*/ 361307 h 1410656"/>
                  <a:gd name="connsiteX6" fmla="*/ 4992899 w 5260975"/>
                  <a:gd name="connsiteY6" fmla="*/ 437542 h 1410656"/>
                  <a:gd name="connsiteX7" fmla="*/ 4977440 w 5260975"/>
                  <a:gd name="connsiteY7" fmla="*/ 455690 h 1410656"/>
                  <a:gd name="connsiteX8" fmla="*/ 4935193 w 5260975"/>
                  <a:gd name="connsiteY8" fmla="*/ 478445 h 1410656"/>
                  <a:gd name="connsiteX9" fmla="*/ 4897844 w 5260975"/>
                  <a:gd name="connsiteY9" fmla="*/ 495535 h 1410656"/>
                  <a:gd name="connsiteX10" fmla="*/ 4870767 w 5260975"/>
                  <a:gd name="connsiteY10" fmla="*/ 514451 h 1410656"/>
                  <a:gd name="connsiteX11" fmla="*/ 4847916 w 5260975"/>
                  <a:gd name="connsiteY11" fmla="*/ 531830 h 1410656"/>
                  <a:gd name="connsiteX12" fmla="*/ 4796163 w 5260975"/>
                  <a:gd name="connsiteY12" fmla="*/ 576765 h 1410656"/>
                  <a:gd name="connsiteX13" fmla="*/ 4738843 w 5260975"/>
                  <a:gd name="connsiteY13" fmla="*/ 614691 h 1410656"/>
                  <a:gd name="connsiteX14" fmla="*/ 4692755 w 5260975"/>
                  <a:gd name="connsiteY14" fmla="*/ 661162 h 1410656"/>
                  <a:gd name="connsiteX15" fmla="*/ 4673744 w 5260975"/>
                  <a:gd name="connsiteY15" fmla="*/ 686318 h 1410656"/>
                  <a:gd name="connsiteX16" fmla="*/ 4633801 w 5260975"/>
                  <a:gd name="connsiteY16" fmla="*/ 703505 h 1410656"/>
                  <a:gd name="connsiteX17" fmla="*/ 4590499 w 5260975"/>
                  <a:gd name="connsiteY17" fmla="*/ 730389 h 1410656"/>
                  <a:gd name="connsiteX18" fmla="*/ 4559773 w 5260975"/>
                  <a:gd name="connsiteY18" fmla="*/ 757081 h 1410656"/>
                  <a:gd name="connsiteX19" fmla="*/ 4536059 w 5260975"/>
                  <a:gd name="connsiteY19" fmla="*/ 774940 h 1410656"/>
                  <a:gd name="connsiteX20" fmla="*/ 4502549 w 5260975"/>
                  <a:gd name="connsiteY20" fmla="*/ 792895 h 1410656"/>
                  <a:gd name="connsiteX21" fmla="*/ 4468944 w 5260975"/>
                  <a:gd name="connsiteY21" fmla="*/ 816419 h 1410656"/>
                  <a:gd name="connsiteX22" fmla="*/ 4452622 w 5260975"/>
                  <a:gd name="connsiteY22" fmla="*/ 830917 h 1410656"/>
                  <a:gd name="connsiteX23" fmla="*/ 4421032 w 5260975"/>
                  <a:gd name="connsiteY23" fmla="*/ 855016 h 1410656"/>
                  <a:gd name="connsiteX24" fmla="*/ 4388483 w 5260975"/>
                  <a:gd name="connsiteY24" fmla="*/ 877484 h 1410656"/>
                  <a:gd name="connsiteX25" fmla="*/ 4327321 w 5260975"/>
                  <a:gd name="connsiteY25" fmla="*/ 903216 h 1410656"/>
                  <a:gd name="connsiteX26" fmla="*/ 4271633 w 5260975"/>
                  <a:gd name="connsiteY26" fmla="*/ 941046 h 1410656"/>
                  <a:gd name="connsiteX27" fmla="*/ 4227465 w 5260975"/>
                  <a:gd name="connsiteY27" fmla="*/ 968698 h 1410656"/>
                  <a:gd name="connsiteX28" fmla="*/ 4201733 w 5260975"/>
                  <a:gd name="connsiteY28" fmla="*/ 986846 h 1410656"/>
                  <a:gd name="connsiteX29" fmla="*/ 4154494 w 5260975"/>
                  <a:gd name="connsiteY29" fmla="*/ 1027364 h 1410656"/>
                  <a:gd name="connsiteX30" fmla="*/ 4081234 w 5260975"/>
                  <a:gd name="connsiteY30" fmla="*/ 1069994 h 1410656"/>
                  <a:gd name="connsiteX31" fmla="*/ 4036971 w 5260975"/>
                  <a:gd name="connsiteY31" fmla="*/ 1093038 h 1410656"/>
                  <a:gd name="connsiteX32" fmla="*/ 3941725 w 5260975"/>
                  <a:gd name="connsiteY32" fmla="*/ 1127796 h 1410656"/>
                  <a:gd name="connsiteX33" fmla="*/ 3910999 w 5260975"/>
                  <a:gd name="connsiteY33" fmla="*/ 1140182 h 1410656"/>
                  <a:gd name="connsiteX34" fmla="*/ 3875859 w 5260975"/>
                  <a:gd name="connsiteY34" fmla="*/ 1148343 h 1410656"/>
                  <a:gd name="connsiteX35" fmla="*/ 3819401 w 5260975"/>
                  <a:gd name="connsiteY35" fmla="*/ 1167642 h 1410656"/>
                  <a:gd name="connsiteX36" fmla="*/ 3709176 w 5260975"/>
                  <a:gd name="connsiteY36" fmla="*/ 1200863 h 1410656"/>
                  <a:gd name="connsiteX37" fmla="*/ 3684981 w 5260975"/>
                  <a:gd name="connsiteY37" fmla="*/ 1205952 h 1410656"/>
                  <a:gd name="connsiteX38" fmla="*/ 3623338 w 5260975"/>
                  <a:gd name="connsiteY38" fmla="*/ 1227363 h 1410656"/>
                  <a:gd name="connsiteX39" fmla="*/ 3586373 w 5260975"/>
                  <a:gd name="connsiteY39" fmla="*/ 1241765 h 1410656"/>
                  <a:gd name="connsiteX40" fmla="*/ 3555743 w 5260975"/>
                  <a:gd name="connsiteY40" fmla="*/ 1250023 h 1410656"/>
                  <a:gd name="connsiteX41" fmla="*/ 3528667 w 5260975"/>
                  <a:gd name="connsiteY41" fmla="*/ 1253864 h 1410656"/>
                  <a:gd name="connsiteX42" fmla="*/ 3457424 w 5260975"/>
                  <a:gd name="connsiteY42" fmla="*/ 1272874 h 1410656"/>
                  <a:gd name="connsiteX43" fmla="*/ 3429003 w 5260975"/>
                  <a:gd name="connsiteY43" fmla="*/ 1280364 h 1410656"/>
                  <a:gd name="connsiteX44" fmla="*/ 3355264 w 5260975"/>
                  <a:gd name="connsiteY44" fmla="*/ 1306096 h 1410656"/>
                  <a:gd name="connsiteX45" fmla="*/ 3292757 w 5260975"/>
                  <a:gd name="connsiteY45" fmla="*/ 1323090 h 1410656"/>
                  <a:gd name="connsiteX46" fmla="*/ 3266643 w 5260975"/>
                  <a:gd name="connsiteY46" fmla="*/ 1331251 h 1410656"/>
                  <a:gd name="connsiteX47" fmla="*/ 3206921 w 5260975"/>
                  <a:gd name="connsiteY47" fmla="*/ 1344886 h 1410656"/>
                  <a:gd name="connsiteX48" fmla="*/ 3173123 w 5260975"/>
                  <a:gd name="connsiteY48" fmla="*/ 1354488 h 1410656"/>
                  <a:gd name="connsiteX49" fmla="*/ 3090646 w 5260975"/>
                  <a:gd name="connsiteY49" fmla="*/ 1365337 h 1410656"/>
                  <a:gd name="connsiteX50" fmla="*/ 3005480 w 5260975"/>
                  <a:gd name="connsiteY50" fmla="*/ 1375802 h 1410656"/>
                  <a:gd name="connsiteX51" fmla="*/ 2958721 w 5260975"/>
                  <a:gd name="connsiteY51" fmla="*/ 1379259 h 1410656"/>
                  <a:gd name="connsiteX52" fmla="*/ 2917915 w 5260975"/>
                  <a:gd name="connsiteY52" fmla="*/ 1384733 h 1410656"/>
                  <a:gd name="connsiteX53" fmla="*/ 2882389 w 5260975"/>
                  <a:gd name="connsiteY53" fmla="*/ 1388189 h 1410656"/>
                  <a:gd name="connsiteX54" fmla="*/ 2825837 w 5260975"/>
                  <a:gd name="connsiteY54" fmla="*/ 1395198 h 1410656"/>
                  <a:gd name="connsiteX55" fmla="*/ 2802313 w 5260975"/>
                  <a:gd name="connsiteY55" fmla="*/ 1397023 h 1410656"/>
                  <a:gd name="connsiteX56" fmla="*/ 2746816 w 5260975"/>
                  <a:gd name="connsiteY56" fmla="*/ 1396926 h 1410656"/>
                  <a:gd name="connsiteX57" fmla="*/ 2727517 w 5260975"/>
                  <a:gd name="connsiteY57" fmla="*/ 1395966 h 1410656"/>
                  <a:gd name="connsiteX58" fmla="*/ 2690359 w 5260975"/>
                  <a:gd name="connsiteY58" fmla="*/ 1384060 h 1410656"/>
                  <a:gd name="connsiteX59" fmla="*/ 2685943 w 5260975"/>
                  <a:gd name="connsiteY59" fmla="*/ 1383196 h 1410656"/>
                  <a:gd name="connsiteX60" fmla="*/ 2661554 w 5260975"/>
                  <a:gd name="connsiteY60" fmla="*/ 1378491 h 1410656"/>
                  <a:gd name="connsiteX61" fmla="*/ 2648208 w 5260975"/>
                  <a:gd name="connsiteY61" fmla="*/ 1376955 h 1410656"/>
                  <a:gd name="connsiteX62" fmla="*/ 2597512 w 5260975"/>
                  <a:gd name="connsiteY62" fmla="*/ 1367162 h 1410656"/>
                  <a:gd name="connsiteX63" fmla="*/ 2568324 w 5260975"/>
                  <a:gd name="connsiteY63" fmla="*/ 1362553 h 1410656"/>
                  <a:gd name="connsiteX64" fmla="*/ 2544704 w 5260975"/>
                  <a:gd name="connsiteY64" fmla="*/ 1363225 h 1410656"/>
                  <a:gd name="connsiteX65" fmla="*/ 2503225 w 5260975"/>
                  <a:gd name="connsiteY65" fmla="*/ 1364089 h 1410656"/>
                  <a:gd name="connsiteX66" fmla="*/ 2489975 w 5260975"/>
                  <a:gd name="connsiteY66" fmla="*/ 1366298 h 1410656"/>
                  <a:gd name="connsiteX67" fmla="*/ 2430061 w 5260975"/>
                  <a:gd name="connsiteY67" fmla="*/ 1359960 h 1410656"/>
                  <a:gd name="connsiteX68" fmla="*/ 2395880 w 5260975"/>
                  <a:gd name="connsiteY68" fmla="*/ 1359480 h 1410656"/>
                  <a:gd name="connsiteX69" fmla="*/ 2357378 w 5260975"/>
                  <a:gd name="connsiteY69" fmla="*/ 1351607 h 1410656"/>
                  <a:gd name="connsiteX70" fmla="*/ 2346145 w 5260975"/>
                  <a:gd name="connsiteY70" fmla="*/ 1351991 h 1410656"/>
                  <a:gd name="connsiteX71" fmla="*/ 2333567 w 5260975"/>
                  <a:gd name="connsiteY71" fmla="*/ 1352663 h 1410656"/>
                  <a:gd name="connsiteX72" fmla="*/ 2294968 w 5260975"/>
                  <a:gd name="connsiteY72" fmla="*/ 1353240 h 1410656"/>
                  <a:gd name="connsiteX73" fmla="*/ 2271540 w 5260975"/>
                  <a:gd name="connsiteY73" fmla="*/ 1356120 h 1410656"/>
                  <a:gd name="connsiteX74" fmla="*/ 2226895 w 5260975"/>
                  <a:gd name="connsiteY74" fmla="*/ 1354392 h 1410656"/>
                  <a:gd name="connsiteX75" fmla="*/ 2210379 w 5260975"/>
                  <a:gd name="connsiteY75" fmla="*/ 1356888 h 1410656"/>
                  <a:gd name="connsiteX76" fmla="*/ 2168613 w 5260975"/>
                  <a:gd name="connsiteY76" fmla="*/ 1357176 h 1410656"/>
                  <a:gd name="connsiteX77" fmla="*/ 2131167 w 5260975"/>
                  <a:gd name="connsiteY77" fmla="*/ 1355736 h 1410656"/>
                  <a:gd name="connsiteX78" fmla="*/ 2095065 w 5260975"/>
                  <a:gd name="connsiteY78" fmla="*/ 1356504 h 1410656"/>
                  <a:gd name="connsiteX79" fmla="*/ 2069237 w 5260975"/>
                  <a:gd name="connsiteY79" fmla="*/ 1359672 h 1410656"/>
                  <a:gd name="connsiteX80" fmla="*/ 2041201 w 5260975"/>
                  <a:gd name="connsiteY80" fmla="*/ 1361592 h 1410656"/>
                  <a:gd name="connsiteX81" fmla="*/ 1963909 w 5260975"/>
                  <a:gd name="connsiteY81" fmla="*/ 1373018 h 1410656"/>
                  <a:gd name="connsiteX82" fmla="*/ 1949603 w 5260975"/>
                  <a:gd name="connsiteY82" fmla="*/ 1370234 h 1410656"/>
                  <a:gd name="connsiteX83" fmla="*/ 1868373 w 5260975"/>
                  <a:gd name="connsiteY83" fmla="*/ 1367641 h 1410656"/>
                  <a:gd name="connsiteX84" fmla="*/ 1850707 w 5260975"/>
                  <a:gd name="connsiteY84" fmla="*/ 1367834 h 1410656"/>
                  <a:gd name="connsiteX85" fmla="*/ 1803275 w 5260975"/>
                  <a:gd name="connsiteY85" fmla="*/ 1356504 h 1410656"/>
                  <a:gd name="connsiteX86" fmla="*/ 1730112 w 5260975"/>
                  <a:gd name="connsiteY86" fmla="*/ 1374459 h 1410656"/>
                  <a:gd name="connsiteX87" fmla="*/ 1661652 w 5260975"/>
                  <a:gd name="connsiteY87" fmla="*/ 1396926 h 1410656"/>
                  <a:gd name="connsiteX88" fmla="*/ 1653011 w 5260975"/>
                  <a:gd name="connsiteY88" fmla="*/ 1399807 h 1410656"/>
                  <a:gd name="connsiteX89" fmla="*/ 1628431 w 5260975"/>
                  <a:gd name="connsiteY89" fmla="*/ 1404704 h 1410656"/>
                  <a:gd name="connsiteX90" fmla="*/ 1597995 w 5260975"/>
                  <a:gd name="connsiteY90" fmla="*/ 1406432 h 1410656"/>
                  <a:gd name="connsiteX91" fmla="*/ 1559396 w 5260975"/>
                  <a:gd name="connsiteY91" fmla="*/ 1410656 h 1410656"/>
                  <a:gd name="connsiteX92" fmla="*/ 1528480 w 5260975"/>
                  <a:gd name="connsiteY92" fmla="*/ 1405375 h 1410656"/>
                  <a:gd name="connsiteX93" fmla="*/ 1485272 w 5260975"/>
                  <a:gd name="connsiteY93" fmla="*/ 1397502 h 1410656"/>
                  <a:gd name="connsiteX94" fmla="*/ 1444562 w 5260975"/>
                  <a:gd name="connsiteY94" fmla="*/ 1390013 h 1410656"/>
                  <a:gd name="connsiteX95" fmla="*/ 1431696 w 5260975"/>
                  <a:gd name="connsiteY95" fmla="*/ 1398846 h 1410656"/>
                  <a:gd name="connsiteX96" fmla="*/ 1411821 w 5260975"/>
                  <a:gd name="connsiteY96" fmla="*/ 1406527 h 1410656"/>
                  <a:gd name="connsiteX97" fmla="*/ 1389738 w 5260975"/>
                  <a:gd name="connsiteY97" fmla="*/ 1397310 h 1410656"/>
                  <a:gd name="connsiteX98" fmla="*/ 1338081 w 5260975"/>
                  <a:gd name="connsiteY98" fmla="*/ 1378204 h 1410656"/>
                  <a:gd name="connsiteX99" fmla="*/ 1305436 w 5260975"/>
                  <a:gd name="connsiteY99" fmla="*/ 1377339 h 1410656"/>
                  <a:gd name="connsiteX100" fmla="*/ 1234481 w 5260975"/>
                  <a:gd name="connsiteY100" fmla="*/ 1369178 h 1410656"/>
                  <a:gd name="connsiteX101" fmla="*/ 1188106 w 5260975"/>
                  <a:gd name="connsiteY101" fmla="*/ 1357560 h 1410656"/>
                  <a:gd name="connsiteX102" fmla="*/ 1154790 w 5260975"/>
                  <a:gd name="connsiteY102" fmla="*/ 1344406 h 1410656"/>
                  <a:gd name="connsiteX103" fmla="*/ 1107069 w 5260975"/>
                  <a:gd name="connsiteY103" fmla="*/ 1327219 h 1410656"/>
                  <a:gd name="connsiteX104" fmla="*/ 1059158 w 5260975"/>
                  <a:gd name="connsiteY104" fmla="*/ 1318290 h 1410656"/>
                  <a:gd name="connsiteX105" fmla="*/ 1024496 w 5260975"/>
                  <a:gd name="connsiteY105" fmla="*/ 1307056 h 1410656"/>
                  <a:gd name="connsiteX106" fmla="*/ 982153 w 5260975"/>
                  <a:gd name="connsiteY106" fmla="*/ 1299374 h 1410656"/>
                  <a:gd name="connsiteX107" fmla="*/ 946628 w 5260975"/>
                  <a:gd name="connsiteY107" fmla="*/ 1299087 h 1410656"/>
                  <a:gd name="connsiteX108" fmla="*/ 890939 w 5260975"/>
                  <a:gd name="connsiteY108" fmla="*/ 1300431 h 1410656"/>
                  <a:gd name="connsiteX109" fmla="*/ 822769 w 5260975"/>
                  <a:gd name="connsiteY109" fmla="*/ 1277196 h 1410656"/>
                  <a:gd name="connsiteX110" fmla="*/ 795212 w 5260975"/>
                  <a:gd name="connsiteY110" fmla="*/ 1272010 h 1410656"/>
                  <a:gd name="connsiteX111" fmla="*/ 769288 w 5260975"/>
                  <a:gd name="connsiteY111" fmla="*/ 1269610 h 1410656"/>
                  <a:gd name="connsiteX112" fmla="*/ 714271 w 5260975"/>
                  <a:gd name="connsiteY112" fmla="*/ 1254152 h 1410656"/>
                  <a:gd name="connsiteX113" fmla="*/ 691900 w 5260975"/>
                  <a:gd name="connsiteY113" fmla="*/ 1249062 h 1410656"/>
                  <a:gd name="connsiteX114" fmla="*/ 660598 w 5260975"/>
                  <a:gd name="connsiteY114" fmla="*/ 1249159 h 1410656"/>
                  <a:gd name="connsiteX115" fmla="*/ 603662 w 5260975"/>
                  <a:gd name="connsiteY115" fmla="*/ 1242054 h 1410656"/>
                  <a:gd name="connsiteX116" fmla="*/ 546821 w 5260975"/>
                  <a:gd name="connsiteY116" fmla="*/ 1221314 h 1410656"/>
                  <a:gd name="connsiteX117" fmla="*/ 522721 w 5260975"/>
                  <a:gd name="connsiteY117" fmla="*/ 1223330 h 1410656"/>
                  <a:gd name="connsiteX118" fmla="*/ 514080 w 5260975"/>
                  <a:gd name="connsiteY118" fmla="*/ 1222851 h 1410656"/>
                  <a:gd name="connsiteX119" fmla="*/ 436404 w 5260975"/>
                  <a:gd name="connsiteY119" fmla="*/ 1211424 h 1410656"/>
                  <a:gd name="connsiteX120" fmla="*/ 428626 w 5260975"/>
                  <a:gd name="connsiteY120" fmla="*/ 1210177 h 1410656"/>
                  <a:gd name="connsiteX121" fmla="*/ 392141 w 5260975"/>
                  <a:gd name="connsiteY121" fmla="*/ 1199999 h 1410656"/>
                  <a:gd name="connsiteX122" fmla="*/ 300157 w 5260975"/>
                  <a:gd name="connsiteY122" fmla="*/ 1193662 h 1410656"/>
                  <a:gd name="connsiteX123" fmla="*/ 294493 w 5260975"/>
                  <a:gd name="connsiteY123" fmla="*/ 1192894 h 1410656"/>
                  <a:gd name="connsiteX124" fmla="*/ 263671 w 5260975"/>
                  <a:gd name="connsiteY124" fmla="*/ 1197982 h 1410656"/>
                  <a:gd name="connsiteX125" fmla="*/ 248406 w 5260975"/>
                  <a:gd name="connsiteY125" fmla="*/ 1205184 h 1410656"/>
                  <a:gd name="connsiteX126" fmla="*/ 224594 w 5260975"/>
                  <a:gd name="connsiteY126" fmla="*/ 1212673 h 1410656"/>
                  <a:gd name="connsiteX127" fmla="*/ 200398 w 5260975"/>
                  <a:gd name="connsiteY127" fmla="*/ 1215458 h 1410656"/>
                  <a:gd name="connsiteX128" fmla="*/ 159783 w 5260975"/>
                  <a:gd name="connsiteY128" fmla="*/ 1204127 h 1410656"/>
                  <a:gd name="connsiteX129" fmla="*/ 144997 w 5260975"/>
                  <a:gd name="connsiteY129" fmla="*/ 1202975 h 1410656"/>
                  <a:gd name="connsiteX130" fmla="*/ 112064 w 5260975"/>
                  <a:gd name="connsiteY130" fmla="*/ 1197503 h 1410656"/>
                  <a:gd name="connsiteX131" fmla="*/ 83259 w 5260975"/>
                  <a:gd name="connsiteY131" fmla="*/ 1197887 h 1410656"/>
                  <a:gd name="connsiteX132" fmla="*/ 60120 w 5260975"/>
                  <a:gd name="connsiteY132" fmla="*/ 1206624 h 1410656"/>
                  <a:gd name="connsiteX133" fmla="*/ 26514 w 5260975"/>
                  <a:gd name="connsiteY133" fmla="*/ 1208352 h 1410656"/>
                  <a:gd name="connsiteX134" fmla="*/ 4814 w 5260975"/>
                  <a:gd name="connsiteY134" fmla="*/ 1202015 h 1410656"/>
                  <a:gd name="connsiteX135" fmla="*/ 398 w 5260975"/>
                  <a:gd name="connsiteY135" fmla="*/ 1201152 h 1410656"/>
                  <a:gd name="connsiteX136" fmla="*/ 0 w 5260975"/>
                  <a:gd name="connsiteY136" fmla="*/ 1201150 h 1410656"/>
                  <a:gd name="connsiteX137" fmla="*/ 0 w 5260975"/>
                  <a:gd name="connsiteY137" fmla="*/ 1004512 h 1410656"/>
                  <a:gd name="connsiteX138" fmla="*/ 30355 w 5260975"/>
                  <a:gd name="connsiteY138" fmla="*/ 1002784 h 1410656"/>
                  <a:gd name="connsiteX139" fmla="*/ 52151 w 5260975"/>
                  <a:gd name="connsiteY139" fmla="*/ 997695 h 1410656"/>
                  <a:gd name="connsiteX140" fmla="*/ 64248 w 5260975"/>
                  <a:gd name="connsiteY140" fmla="*/ 994430 h 1410656"/>
                  <a:gd name="connsiteX141" fmla="*/ 126370 w 5260975"/>
                  <a:gd name="connsiteY141" fmla="*/ 985405 h 1410656"/>
                  <a:gd name="connsiteX142" fmla="*/ 154022 w 5260975"/>
                  <a:gd name="connsiteY142" fmla="*/ 975708 h 1410656"/>
                  <a:gd name="connsiteX143" fmla="*/ 161512 w 5260975"/>
                  <a:gd name="connsiteY143" fmla="*/ 974268 h 1410656"/>
                  <a:gd name="connsiteX144" fmla="*/ 202510 w 5260975"/>
                  <a:gd name="connsiteY144" fmla="*/ 978300 h 1410656"/>
                  <a:gd name="connsiteX145" fmla="*/ 233235 w 5260975"/>
                  <a:gd name="connsiteY145" fmla="*/ 993950 h 1410656"/>
                  <a:gd name="connsiteX146" fmla="*/ 239188 w 5260975"/>
                  <a:gd name="connsiteY146" fmla="*/ 999231 h 1410656"/>
                  <a:gd name="connsiteX147" fmla="*/ 324834 w 5260975"/>
                  <a:gd name="connsiteY147" fmla="*/ 997407 h 1410656"/>
                  <a:gd name="connsiteX148" fmla="*/ 337987 w 5260975"/>
                  <a:gd name="connsiteY148" fmla="*/ 995198 h 1410656"/>
                  <a:gd name="connsiteX149" fmla="*/ 401550 w 5260975"/>
                  <a:gd name="connsiteY149" fmla="*/ 1004416 h 1410656"/>
                  <a:gd name="connsiteX150" fmla="*/ 420081 w 5260975"/>
                  <a:gd name="connsiteY150" fmla="*/ 1006240 h 1410656"/>
                  <a:gd name="connsiteX151" fmla="*/ 486523 w 5260975"/>
                  <a:gd name="connsiteY151" fmla="*/ 1014498 h 1410656"/>
                  <a:gd name="connsiteX152" fmla="*/ 495932 w 5260975"/>
                  <a:gd name="connsiteY152" fmla="*/ 1006817 h 1410656"/>
                  <a:gd name="connsiteX153" fmla="*/ 523009 w 5260975"/>
                  <a:gd name="connsiteY153" fmla="*/ 987517 h 1410656"/>
                  <a:gd name="connsiteX154" fmla="*/ 576393 w 5260975"/>
                  <a:gd name="connsiteY154" fmla="*/ 970427 h 1410656"/>
                  <a:gd name="connsiteX155" fmla="*/ 590892 w 5260975"/>
                  <a:gd name="connsiteY155" fmla="*/ 971387 h 1410656"/>
                  <a:gd name="connsiteX156" fmla="*/ 627569 w 5260975"/>
                  <a:gd name="connsiteY156" fmla="*/ 999904 h 1410656"/>
                  <a:gd name="connsiteX157" fmla="*/ 645429 w 5260975"/>
                  <a:gd name="connsiteY157" fmla="*/ 1011329 h 1410656"/>
                  <a:gd name="connsiteX158" fmla="*/ 696125 w 5260975"/>
                  <a:gd name="connsiteY158" fmla="*/ 1032356 h 1410656"/>
                  <a:gd name="connsiteX159" fmla="*/ 700349 w 5260975"/>
                  <a:gd name="connsiteY159" fmla="*/ 1036197 h 1410656"/>
                  <a:gd name="connsiteX160" fmla="*/ 737795 w 5260975"/>
                  <a:gd name="connsiteY160" fmla="*/ 1081804 h 1410656"/>
                  <a:gd name="connsiteX161" fmla="*/ 746244 w 5260975"/>
                  <a:gd name="connsiteY161" fmla="*/ 1089581 h 1410656"/>
                  <a:gd name="connsiteX162" fmla="*/ 756422 w 5260975"/>
                  <a:gd name="connsiteY162" fmla="*/ 1101680 h 1410656"/>
                  <a:gd name="connsiteX163" fmla="*/ 788202 w 5260975"/>
                  <a:gd name="connsiteY163" fmla="*/ 1125108 h 1410656"/>
                  <a:gd name="connsiteX164" fmla="*/ 827569 w 5260975"/>
                  <a:gd name="connsiteY164" fmla="*/ 1132596 h 1410656"/>
                  <a:gd name="connsiteX165" fmla="*/ 875097 w 5260975"/>
                  <a:gd name="connsiteY165" fmla="*/ 1144022 h 1410656"/>
                  <a:gd name="connsiteX166" fmla="*/ 894972 w 5260975"/>
                  <a:gd name="connsiteY166" fmla="*/ 1151704 h 1410656"/>
                  <a:gd name="connsiteX167" fmla="*/ 948260 w 5260975"/>
                  <a:gd name="connsiteY167" fmla="*/ 1166298 h 1410656"/>
                  <a:gd name="connsiteX168" fmla="*/ 986282 w 5260975"/>
                  <a:gd name="connsiteY168" fmla="*/ 1178588 h 1410656"/>
                  <a:gd name="connsiteX169" fmla="*/ 1041107 w 5260975"/>
                  <a:gd name="connsiteY169" fmla="*/ 1185789 h 1410656"/>
                  <a:gd name="connsiteX170" fmla="*/ 1067703 w 5260975"/>
                  <a:gd name="connsiteY170" fmla="*/ 1186076 h 1410656"/>
                  <a:gd name="connsiteX171" fmla="*/ 1116574 w 5260975"/>
                  <a:gd name="connsiteY171" fmla="*/ 1222946 h 1410656"/>
                  <a:gd name="connsiteX172" fmla="*/ 1155557 w 5260975"/>
                  <a:gd name="connsiteY172" fmla="*/ 1247335 h 1410656"/>
                  <a:gd name="connsiteX173" fmla="*/ 1196556 w 5260975"/>
                  <a:gd name="connsiteY173" fmla="*/ 1235525 h 1410656"/>
                  <a:gd name="connsiteX174" fmla="*/ 1207693 w 5260975"/>
                  <a:gd name="connsiteY174" fmla="*/ 1224387 h 1410656"/>
                  <a:gd name="connsiteX175" fmla="*/ 1274904 w 5260975"/>
                  <a:gd name="connsiteY175" fmla="*/ 1213826 h 1410656"/>
                  <a:gd name="connsiteX176" fmla="*/ 1370919 w 5260975"/>
                  <a:gd name="connsiteY176" fmla="*/ 1213442 h 1410656"/>
                  <a:gd name="connsiteX177" fmla="*/ 1530593 w 5260975"/>
                  <a:gd name="connsiteY177" fmla="*/ 1189437 h 1410656"/>
                  <a:gd name="connsiteX178" fmla="*/ 1558436 w 5260975"/>
                  <a:gd name="connsiteY178" fmla="*/ 1178299 h 1410656"/>
                  <a:gd name="connsiteX179" fmla="*/ 1589737 w 5260975"/>
                  <a:gd name="connsiteY179" fmla="*/ 1175515 h 1410656"/>
                  <a:gd name="connsiteX180" fmla="*/ 1601740 w 5260975"/>
                  <a:gd name="connsiteY180" fmla="*/ 1182333 h 1410656"/>
                  <a:gd name="connsiteX181" fmla="*/ 1654259 w 5260975"/>
                  <a:gd name="connsiteY181" fmla="*/ 1192510 h 1410656"/>
                  <a:gd name="connsiteX182" fmla="*/ 1664246 w 5260975"/>
                  <a:gd name="connsiteY182" fmla="*/ 1192702 h 1410656"/>
                  <a:gd name="connsiteX183" fmla="*/ 1698427 w 5260975"/>
                  <a:gd name="connsiteY183" fmla="*/ 1188381 h 1410656"/>
                  <a:gd name="connsiteX184" fmla="*/ 1730112 w 5260975"/>
                  <a:gd name="connsiteY184" fmla="*/ 1185885 h 1410656"/>
                  <a:gd name="connsiteX185" fmla="*/ 1809996 w 5260975"/>
                  <a:gd name="connsiteY185" fmla="*/ 1194046 h 1410656"/>
                  <a:gd name="connsiteX186" fmla="*/ 1871254 w 5260975"/>
                  <a:gd name="connsiteY186" fmla="*/ 1192126 h 1410656"/>
                  <a:gd name="connsiteX187" fmla="*/ 1899482 w 5260975"/>
                  <a:gd name="connsiteY187" fmla="*/ 1194046 h 1410656"/>
                  <a:gd name="connsiteX188" fmla="*/ 1915420 w 5260975"/>
                  <a:gd name="connsiteY188" fmla="*/ 1196927 h 1410656"/>
                  <a:gd name="connsiteX189" fmla="*/ 1951522 w 5260975"/>
                  <a:gd name="connsiteY189" fmla="*/ 1216994 h 1410656"/>
                  <a:gd name="connsiteX190" fmla="*/ 1971302 w 5260975"/>
                  <a:gd name="connsiteY190" fmla="*/ 1221507 h 1410656"/>
                  <a:gd name="connsiteX191" fmla="*/ 2030831 w 5260975"/>
                  <a:gd name="connsiteY191" fmla="*/ 1221123 h 1410656"/>
                  <a:gd name="connsiteX192" fmla="*/ 2120125 w 5260975"/>
                  <a:gd name="connsiteY192" fmla="*/ 1190878 h 1410656"/>
                  <a:gd name="connsiteX193" fmla="*/ 2129439 w 5260975"/>
                  <a:gd name="connsiteY193" fmla="*/ 1186845 h 1410656"/>
                  <a:gd name="connsiteX194" fmla="*/ 2174854 w 5260975"/>
                  <a:gd name="connsiteY194" fmla="*/ 1181852 h 1410656"/>
                  <a:gd name="connsiteX195" fmla="*/ 2205674 w 5260975"/>
                  <a:gd name="connsiteY195" fmla="*/ 1188669 h 1410656"/>
                  <a:gd name="connsiteX196" fmla="*/ 2247634 w 5260975"/>
                  <a:gd name="connsiteY196" fmla="*/ 1202784 h 1410656"/>
                  <a:gd name="connsiteX197" fmla="*/ 2285367 w 5260975"/>
                  <a:gd name="connsiteY197" fmla="*/ 1214594 h 1410656"/>
                  <a:gd name="connsiteX198" fmla="*/ 2312827 w 5260975"/>
                  <a:gd name="connsiteY198" fmla="*/ 1227939 h 1410656"/>
                  <a:gd name="connsiteX199" fmla="*/ 2375622 w 5260975"/>
                  <a:gd name="connsiteY199" fmla="*/ 1237733 h 1410656"/>
                  <a:gd name="connsiteX200" fmla="*/ 2382151 w 5260975"/>
                  <a:gd name="connsiteY200" fmla="*/ 1239365 h 1410656"/>
                  <a:gd name="connsiteX201" fmla="*/ 2429390 w 5260975"/>
                  <a:gd name="connsiteY201" fmla="*/ 1227459 h 1410656"/>
                  <a:gd name="connsiteX202" fmla="*/ 2486134 w 5260975"/>
                  <a:gd name="connsiteY202" fmla="*/ 1215362 h 1410656"/>
                  <a:gd name="connsiteX203" fmla="*/ 2506394 w 5260975"/>
                  <a:gd name="connsiteY203" fmla="*/ 1219490 h 1410656"/>
                  <a:gd name="connsiteX204" fmla="*/ 2534142 w 5260975"/>
                  <a:gd name="connsiteY204" fmla="*/ 1225347 h 1410656"/>
                  <a:gd name="connsiteX205" fmla="*/ 2559874 w 5260975"/>
                  <a:gd name="connsiteY205" fmla="*/ 1222275 h 1410656"/>
                  <a:gd name="connsiteX206" fmla="*/ 2575525 w 5260975"/>
                  <a:gd name="connsiteY206" fmla="*/ 1221987 h 1410656"/>
                  <a:gd name="connsiteX207" fmla="*/ 2646960 w 5260975"/>
                  <a:gd name="connsiteY207" fmla="*/ 1257896 h 1410656"/>
                  <a:gd name="connsiteX208" fmla="*/ 2665107 w 5260975"/>
                  <a:gd name="connsiteY208" fmla="*/ 1260873 h 1410656"/>
                  <a:gd name="connsiteX209" fmla="*/ 2675381 w 5260975"/>
                  <a:gd name="connsiteY209" fmla="*/ 1265290 h 1410656"/>
                  <a:gd name="connsiteX210" fmla="*/ 2737311 w 5260975"/>
                  <a:gd name="connsiteY210" fmla="*/ 1309841 h 1410656"/>
                  <a:gd name="connsiteX211" fmla="*/ 2763619 w 5260975"/>
                  <a:gd name="connsiteY211" fmla="*/ 1318866 h 1410656"/>
                  <a:gd name="connsiteX212" fmla="*/ 2792519 w 5260975"/>
                  <a:gd name="connsiteY212" fmla="*/ 1317041 h 1410656"/>
                  <a:gd name="connsiteX213" fmla="*/ 2809226 w 5260975"/>
                  <a:gd name="connsiteY213" fmla="*/ 1313777 h 1410656"/>
                  <a:gd name="connsiteX214" fmla="*/ 2850705 w 5260975"/>
                  <a:gd name="connsiteY214" fmla="*/ 1285452 h 1410656"/>
                  <a:gd name="connsiteX215" fmla="*/ 2874324 w 5260975"/>
                  <a:gd name="connsiteY215" fmla="*/ 1286413 h 1410656"/>
                  <a:gd name="connsiteX216" fmla="*/ 2911194 w 5260975"/>
                  <a:gd name="connsiteY216" fmla="*/ 1305903 h 1410656"/>
                  <a:gd name="connsiteX217" fmla="*/ 2978116 w 5260975"/>
                  <a:gd name="connsiteY217" fmla="*/ 1314641 h 1410656"/>
                  <a:gd name="connsiteX218" fmla="*/ 3012106 w 5260975"/>
                  <a:gd name="connsiteY218" fmla="*/ 1287373 h 1410656"/>
                  <a:gd name="connsiteX219" fmla="*/ 3029676 w 5260975"/>
                  <a:gd name="connsiteY219" fmla="*/ 1261161 h 1410656"/>
                  <a:gd name="connsiteX220" fmla="*/ 3080469 w 5260975"/>
                  <a:gd name="connsiteY220" fmla="*/ 1230724 h 1410656"/>
                  <a:gd name="connsiteX221" fmla="*/ 3092567 w 5260975"/>
                  <a:gd name="connsiteY221" fmla="*/ 1242054 h 1410656"/>
                  <a:gd name="connsiteX222" fmla="*/ 3129821 w 5260975"/>
                  <a:gd name="connsiteY222" fmla="*/ 1246855 h 1410656"/>
                  <a:gd name="connsiteX223" fmla="*/ 3170147 w 5260975"/>
                  <a:gd name="connsiteY223" fmla="*/ 1246471 h 1410656"/>
                  <a:gd name="connsiteX224" fmla="*/ 3240429 w 5260975"/>
                  <a:gd name="connsiteY224" fmla="*/ 1251559 h 1410656"/>
                  <a:gd name="connsiteX225" fmla="*/ 3287189 w 5260975"/>
                  <a:gd name="connsiteY225" fmla="*/ 1222466 h 1410656"/>
                  <a:gd name="connsiteX226" fmla="*/ 3305049 w 5260975"/>
                  <a:gd name="connsiteY226" fmla="*/ 1210465 h 1410656"/>
                  <a:gd name="connsiteX227" fmla="*/ 3321755 w 5260975"/>
                  <a:gd name="connsiteY227" fmla="*/ 1202784 h 1410656"/>
                  <a:gd name="connsiteX228" fmla="*/ 3341055 w 5260975"/>
                  <a:gd name="connsiteY228" fmla="*/ 1198463 h 1410656"/>
                  <a:gd name="connsiteX229" fmla="*/ 3387621 w 5260975"/>
                  <a:gd name="connsiteY229" fmla="*/ 1182140 h 1410656"/>
                  <a:gd name="connsiteX230" fmla="*/ 3413161 w 5260975"/>
                  <a:gd name="connsiteY230" fmla="*/ 1166105 h 1410656"/>
                  <a:gd name="connsiteX231" fmla="*/ 3470579 w 5260975"/>
                  <a:gd name="connsiteY231" fmla="*/ 1150647 h 1410656"/>
                  <a:gd name="connsiteX232" fmla="*/ 3509657 w 5260975"/>
                  <a:gd name="connsiteY232" fmla="*/ 1136821 h 1410656"/>
                  <a:gd name="connsiteX233" fmla="*/ 3550847 w 5260975"/>
                  <a:gd name="connsiteY233" fmla="*/ 1113009 h 1410656"/>
                  <a:gd name="connsiteX234" fmla="*/ 3556608 w 5260975"/>
                  <a:gd name="connsiteY234" fmla="*/ 1109361 h 1410656"/>
                  <a:gd name="connsiteX235" fmla="*/ 3570435 w 5260975"/>
                  <a:gd name="connsiteY235" fmla="*/ 1093710 h 1410656"/>
                  <a:gd name="connsiteX236" fmla="*/ 3590501 w 5260975"/>
                  <a:gd name="connsiteY236" fmla="*/ 1039846 h 1410656"/>
                  <a:gd name="connsiteX237" fmla="*/ 3596263 w 5260975"/>
                  <a:gd name="connsiteY237" fmla="*/ 1028900 h 1410656"/>
                  <a:gd name="connsiteX238" fmla="*/ 3648591 w 5260975"/>
                  <a:gd name="connsiteY238" fmla="*/ 992030 h 1410656"/>
                  <a:gd name="connsiteX239" fmla="*/ 3667986 w 5260975"/>
                  <a:gd name="connsiteY239" fmla="*/ 995487 h 1410656"/>
                  <a:gd name="connsiteX240" fmla="*/ 3689397 w 5260975"/>
                  <a:gd name="connsiteY240" fmla="*/ 1007585 h 1410656"/>
                  <a:gd name="connsiteX241" fmla="*/ 3736349 w 5260975"/>
                  <a:gd name="connsiteY241" fmla="*/ 1010753 h 1410656"/>
                  <a:gd name="connsiteX242" fmla="*/ 3753919 w 5260975"/>
                  <a:gd name="connsiteY242" fmla="*/ 1004513 h 1410656"/>
                  <a:gd name="connsiteX243" fmla="*/ 3784643 w 5260975"/>
                  <a:gd name="connsiteY243" fmla="*/ 987710 h 1410656"/>
                  <a:gd name="connsiteX244" fmla="*/ 3808359 w 5260975"/>
                  <a:gd name="connsiteY244" fmla="*/ 961689 h 1410656"/>
                  <a:gd name="connsiteX245" fmla="*/ 3842829 w 5260975"/>
                  <a:gd name="connsiteY245" fmla="*/ 918674 h 1410656"/>
                  <a:gd name="connsiteX246" fmla="*/ 3908983 w 5260975"/>
                  <a:gd name="connsiteY246" fmla="*/ 902256 h 1410656"/>
                  <a:gd name="connsiteX247" fmla="*/ 3934428 w 5260975"/>
                  <a:gd name="connsiteY247" fmla="*/ 896783 h 1410656"/>
                  <a:gd name="connsiteX248" fmla="*/ 4026987 w 5260975"/>
                  <a:gd name="connsiteY248" fmla="*/ 873835 h 1410656"/>
                  <a:gd name="connsiteX249" fmla="*/ 4035051 w 5260975"/>
                  <a:gd name="connsiteY249" fmla="*/ 873067 h 1410656"/>
                  <a:gd name="connsiteX250" fmla="*/ 4099189 w 5260975"/>
                  <a:gd name="connsiteY250" fmla="*/ 846664 h 1410656"/>
                  <a:gd name="connsiteX251" fmla="*/ 4114647 w 5260975"/>
                  <a:gd name="connsiteY251" fmla="*/ 840134 h 1410656"/>
                  <a:gd name="connsiteX252" fmla="*/ 4133563 w 5260975"/>
                  <a:gd name="connsiteY252" fmla="*/ 823427 h 1410656"/>
                  <a:gd name="connsiteX253" fmla="*/ 4151039 w 5260975"/>
                  <a:gd name="connsiteY253" fmla="*/ 776284 h 1410656"/>
                  <a:gd name="connsiteX254" fmla="*/ 4171489 w 5260975"/>
                  <a:gd name="connsiteY254" fmla="*/ 754776 h 1410656"/>
                  <a:gd name="connsiteX255" fmla="*/ 4186372 w 5260975"/>
                  <a:gd name="connsiteY255" fmla="*/ 741718 h 1410656"/>
                  <a:gd name="connsiteX256" fmla="*/ 4199429 w 5260975"/>
                  <a:gd name="connsiteY256" fmla="*/ 721940 h 1410656"/>
                  <a:gd name="connsiteX257" fmla="*/ 4212487 w 5260975"/>
                  <a:gd name="connsiteY257" fmla="*/ 674604 h 1410656"/>
                  <a:gd name="connsiteX258" fmla="*/ 4232555 w 5260975"/>
                  <a:gd name="connsiteY258" fmla="*/ 632645 h 1410656"/>
                  <a:gd name="connsiteX259" fmla="*/ 4268657 w 5260975"/>
                  <a:gd name="connsiteY259" fmla="*/ 609410 h 1410656"/>
                  <a:gd name="connsiteX260" fmla="*/ 4291028 w 5260975"/>
                  <a:gd name="connsiteY260" fmla="*/ 597216 h 1410656"/>
                  <a:gd name="connsiteX261" fmla="*/ 4379651 w 5260975"/>
                  <a:gd name="connsiteY261" fmla="*/ 609506 h 1410656"/>
                  <a:gd name="connsiteX262" fmla="*/ 4440139 w 5260975"/>
                  <a:gd name="connsiteY262" fmla="*/ 621507 h 1410656"/>
                  <a:gd name="connsiteX263" fmla="*/ 4460015 w 5260975"/>
                  <a:gd name="connsiteY263" fmla="*/ 616899 h 1410656"/>
                  <a:gd name="connsiteX264" fmla="*/ 4516183 w 5260975"/>
                  <a:gd name="connsiteY264" fmla="*/ 577724 h 1410656"/>
                  <a:gd name="connsiteX265" fmla="*/ 4571681 w 5260975"/>
                  <a:gd name="connsiteY265" fmla="*/ 560250 h 1410656"/>
                  <a:gd name="connsiteX266" fmla="*/ 4613447 w 5260975"/>
                  <a:gd name="connsiteY266" fmla="*/ 555257 h 1410656"/>
                  <a:gd name="connsiteX267" fmla="*/ 4649355 w 5260975"/>
                  <a:gd name="connsiteY267" fmla="*/ 551417 h 1410656"/>
                  <a:gd name="connsiteX268" fmla="*/ 4692467 w 5260975"/>
                  <a:gd name="connsiteY268" fmla="*/ 540663 h 1410656"/>
                  <a:gd name="connsiteX269" fmla="*/ 4716855 w 5260975"/>
                  <a:gd name="connsiteY269" fmla="*/ 528949 h 1410656"/>
                  <a:gd name="connsiteX270" fmla="*/ 4755645 w 5260975"/>
                  <a:gd name="connsiteY270" fmla="*/ 512147 h 1410656"/>
                  <a:gd name="connsiteX271" fmla="*/ 4795395 w 5260975"/>
                  <a:gd name="connsiteY271" fmla="*/ 490351 h 1410656"/>
                  <a:gd name="connsiteX272" fmla="*/ 4825928 w 5260975"/>
                  <a:gd name="connsiteY272" fmla="*/ 459818 h 1410656"/>
                  <a:gd name="connsiteX273" fmla="*/ 4842347 w 5260975"/>
                  <a:gd name="connsiteY273" fmla="*/ 434086 h 1410656"/>
                  <a:gd name="connsiteX274" fmla="*/ 4890451 w 5260975"/>
                  <a:gd name="connsiteY274" fmla="*/ 397216 h 1410656"/>
                  <a:gd name="connsiteX275" fmla="*/ 4933945 w 5260975"/>
                  <a:gd name="connsiteY275" fmla="*/ 327701 h 1410656"/>
                  <a:gd name="connsiteX276" fmla="*/ 4961214 w 5260975"/>
                  <a:gd name="connsiteY276" fmla="*/ 298801 h 1410656"/>
                  <a:gd name="connsiteX277" fmla="*/ 4976672 w 5260975"/>
                  <a:gd name="connsiteY277" fmla="*/ 290639 h 1410656"/>
                  <a:gd name="connsiteX278" fmla="*/ 5002979 w 5260975"/>
                  <a:gd name="connsiteY278" fmla="*/ 270573 h 1410656"/>
                  <a:gd name="connsiteX279" fmla="*/ 5018535 w 5260975"/>
                  <a:gd name="connsiteY279" fmla="*/ 255690 h 1410656"/>
                  <a:gd name="connsiteX280" fmla="*/ 5061069 w 5260975"/>
                  <a:gd name="connsiteY280" fmla="*/ 200961 h 1410656"/>
                  <a:gd name="connsiteX281" fmla="*/ 5074127 w 5260975"/>
                  <a:gd name="connsiteY281" fmla="*/ 184735 h 1410656"/>
                  <a:gd name="connsiteX282" fmla="*/ 5101108 w 5260975"/>
                  <a:gd name="connsiteY282" fmla="*/ 156891 h 1410656"/>
                  <a:gd name="connsiteX283" fmla="*/ 5112918 w 5260975"/>
                  <a:gd name="connsiteY283" fmla="*/ 148441 h 1410656"/>
                  <a:gd name="connsiteX284" fmla="*/ 5133753 w 5260975"/>
                  <a:gd name="connsiteY284" fmla="*/ 125782 h 1410656"/>
                  <a:gd name="connsiteX285" fmla="*/ 5183393 w 5260975"/>
                  <a:gd name="connsiteY285" fmla="*/ 66348 h 1410656"/>
                  <a:gd name="connsiteX286" fmla="*/ 5204709 w 5260975"/>
                  <a:gd name="connsiteY286" fmla="*/ 33030 h 1410656"/>
                  <a:gd name="connsiteX287" fmla="*/ 5247243 w 5260975"/>
                  <a:gd name="connsiteY287" fmla="*/ 8451 h 14106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</a:cxnLst>
                <a:rect l="l" t="t" r="r" b="b"/>
                <a:pathLst>
                  <a:path w="5260975" h="1410656">
                    <a:moveTo>
                      <a:pt x="5260975" y="0"/>
                    </a:moveTo>
                    <a:lnTo>
                      <a:pt x="5260975" y="221634"/>
                    </a:lnTo>
                    <a:lnTo>
                      <a:pt x="5226503" y="237063"/>
                    </a:lnTo>
                    <a:cubicBezTo>
                      <a:pt x="5219783" y="239848"/>
                      <a:pt x="5212389" y="241384"/>
                      <a:pt x="5206341" y="245128"/>
                    </a:cubicBezTo>
                    <a:cubicBezTo>
                      <a:pt x="5178495" y="262219"/>
                      <a:pt x="5151515" y="280654"/>
                      <a:pt x="5123287" y="297073"/>
                    </a:cubicBezTo>
                    <a:cubicBezTo>
                      <a:pt x="5094195" y="314067"/>
                      <a:pt x="5068175" y="334134"/>
                      <a:pt x="5048107" y="361307"/>
                    </a:cubicBezTo>
                    <a:cubicBezTo>
                      <a:pt x="5029480" y="386559"/>
                      <a:pt x="5011429" y="412194"/>
                      <a:pt x="4992899" y="437542"/>
                    </a:cubicBezTo>
                    <a:cubicBezTo>
                      <a:pt x="4988194" y="443975"/>
                      <a:pt x="4983873" y="451561"/>
                      <a:pt x="4977440" y="455690"/>
                    </a:cubicBezTo>
                    <a:cubicBezTo>
                      <a:pt x="4964094" y="464331"/>
                      <a:pt x="4949499" y="471340"/>
                      <a:pt x="4935193" y="478445"/>
                    </a:cubicBezTo>
                    <a:cubicBezTo>
                      <a:pt x="4922903" y="484494"/>
                      <a:pt x="4909845" y="489006"/>
                      <a:pt x="4897844" y="495535"/>
                    </a:cubicBezTo>
                    <a:cubicBezTo>
                      <a:pt x="4888243" y="500721"/>
                      <a:pt x="4879697" y="507922"/>
                      <a:pt x="4870767" y="514451"/>
                    </a:cubicBezTo>
                    <a:cubicBezTo>
                      <a:pt x="4862990" y="520115"/>
                      <a:pt x="4854445" y="525012"/>
                      <a:pt x="4847916" y="531830"/>
                    </a:cubicBezTo>
                    <a:cubicBezTo>
                      <a:pt x="4831977" y="548344"/>
                      <a:pt x="4815942" y="564571"/>
                      <a:pt x="4796163" y="576765"/>
                    </a:cubicBezTo>
                    <a:cubicBezTo>
                      <a:pt x="4776672" y="588862"/>
                      <a:pt x="4758237" y="602401"/>
                      <a:pt x="4738843" y="614691"/>
                    </a:cubicBezTo>
                    <a:cubicBezTo>
                      <a:pt x="4719831" y="626693"/>
                      <a:pt x="4702645" y="639846"/>
                      <a:pt x="4692755" y="661162"/>
                    </a:cubicBezTo>
                    <a:cubicBezTo>
                      <a:pt x="4688339" y="670571"/>
                      <a:pt x="4682097" y="680845"/>
                      <a:pt x="4673744" y="686318"/>
                    </a:cubicBezTo>
                    <a:cubicBezTo>
                      <a:pt x="4661838" y="694095"/>
                      <a:pt x="4646764" y="696880"/>
                      <a:pt x="4633801" y="703505"/>
                    </a:cubicBezTo>
                    <a:cubicBezTo>
                      <a:pt x="4618535" y="711282"/>
                      <a:pt x="4600869" y="718003"/>
                      <a:pt x="4590499" y="730389"/>
                    </a:cubicBezTo>
                    <a:cubicBezTo>
                      <a:pt x="4581281" y="741431"/>
                      <a:pt x="4571968" y="750072"/>
                      <a:pt x="4559773" y="757081"/>
                    </a:cubicBezTo>
                    <a:cubicBezTo>
                      <a:pt x="4551229" y="761978"/>
                      <a:pt x="4544892" y="770907"/>
                      <a:pt x="4536059" y="774940"/>
                    </a:cubicBezTo>
                    <a:cubicBezTo>
                      <a:pt x="4524441" y="780317"/>
                      <a:pt x="4512727" y="784542"/>
                      <a:pt x="4502549" y="792895"/>
                    </a:cubicBezTo>
                    <a:cubicBezTo>
                      <a:pt x="4491987" y="801536"/>
                      <a:pt x="4479986" y="808353"/>
                      <a:pt x="4468944" y="816419"/>
                    </a:cubicBezTo>
                    <a:cubicBezTo>
                      <a:pt x="4463087" y="820739"/>
                      <a:pt x="4458286" y="826404"/>
                      <a:pt x="4452622" y="830917"/>
                    </a:cubicBezTo>
                    <a:cubicBezTo>
                      <a:pt x="4442252" y="839174"/>
                      <a:pt x="4431690" y="847239"/>
                      <a:pt x="4421032" y="855016"/>
                    </a:cubicBezTo>
                    <a:cubicBezTo>
                      <a:pt x="4410375" y="862794"/>
                      <a:pt x="4400197" y="871819"/>
                      <a:pt x="4388483" y="877484"/>
                    </a:cubicBezTo>
                    <a:cubicBezTo>
                      <a:pt x="4368513" y="887086"/>
                      <a:pt x="4346717" y="892847"/>
                      <a:pt x="4327321" y="903216"/>
                    </a:cubicBezTo>
                    <a:cubicBezTo>
                      <a:pt x="4307639" y="913777"/>
                      <a:pt x="4289107" y="927028"/>
                      <a:pt x="4271633" y="941046"/>
                    </a:cubicBezTo>
                    <a:cubicBezTo>
                      <a:pt x="4257807" y="952088"/>
                      <a:pt x="4244845" y="963034"/>
                      <a:pt x="4227465" y="968698"/>
                    </a:cubicBezTo>
                    <a:cubicBezTo>
                      <a:pt x="4217768" y="971867"/>
                      <a:pt x="4207591" y="978780"/>
                      <a:pt x="4201733" y="986846"/>
                    </a:cubicBezTo>
                    <a:cubicBezTo>
                      <a:pt x="4189059" y="1004416"/>
                      <a:pt x="4172833" y="1016802"/>
                      <a:pt x="4154494" y="1027364"/>
                    </a:cubicBezTo>
                    <a:cubicBezTo>
                      <a:pt x="4130010" y="1041574"/>
                      <a:pt x="4105814" y="1056072"/>
                      <a:pt x="4081234" y="1069994"/>
                    </a:cubicBezTo>
                    <a:cubicBezTo>
                      <a:pt x="4066737" y="1078252"/>
                      <a:pt x="4052335" y="1086989"/>
                      <a:pt x="4036971" y="1093038"/>
                    </a:cubicBezTo>
                    <a:cubicBezTo>
                      <a:pt x="4005575" y="1105520"/>
                      <a:pt x="3973410" y="1116177"/>
                      <a:pt x="3941725" y="1127796"/>
                    </a:cubicBezTo>
                    <a:cubicBezTo>
                      <a:pt x="3931355" y="1131540"/>
                      <a:pt x="3921561" y="1136917"/>
                      <a:pt x="3910999" y="1140182"/>
                    </a:cubicBezTo>
                    <a:cubicBezTo>
                      <a:pt x="3899573" y="1143734"/>
                      <a:pt x="3887285" y="1144790"/>
                      <a:pt x="3875859" y="1148343"/>
                    </a:cubicBezTo>
                    <a:cubicBezTo>
                      <a:pt x="3856847" y="1154199"/>
                      <a:pt x="3838412" y="1161689"/>
                      <a:pt x="3819401" y="1167642"/>
                    </a:cubicBezTo>
                    <a:cubicBezTo>
                      <a:pt x="3782723" y="1179068"/>
                      <a:pt x="3745949" y="1190014"/>
                      <a:pt x="3709176" y="1200863"/>
                    </a:cubicBezTo>
                    <a:cubicBezTo>
                      <a:pt x="3701303" y="1203168"/>
                      <a:pt x="3692757" y="1203456"/>
                      <a:pt x="3684981" y="1205952"/>
                    </a:cubicBezTo>
                    <a:cubicBezTo>
                      <a:pt x="3664337" y="1212673"/>
                      <a:pt x="3643789" y="1219970"/>
                      <a:pt x="3623338" y="1227363"/>
                    </a:cubicBezTo>
                    <a:cubicBezTo>
                      <a:pt x="3610953" y="1231876"/>
                      <a:pt x="3598854" y="1237445"/>
                      <a:pt x="3586373" y="1241765"/>
                    </a:cubicBezTo>
                    <a:cubicBezTo>
                      <a:pt x="3576387" y="1245222"/>
                      <a:pt x="3566113" y="1247910"/>
                      <a:pt x="3555743" y="1250023"/>
                    </a:cubicBezTo>
                    <a:cubicBezTo>
                      <a:pt x="3546814" y="1251848"/>
                      <a:pt x="3537501" y="1251655"/>
                      <a:pt x="3528667" y="1253864"/>
                    </a:cubicBezTo>
                    <a:cubicBezTo>
                      <a:pt x="3504759" y="1259816"/>
                      <a:pt x="3481140" y="1266538"/>
                      <a:pt x="3457424" y="1272874"/>
                    </a:cubicBezTo>
                    <a:cubicBezTo>
                      <a:pt x="3447919" y="1275371"/>
                      <a:pt x="3438221" y="1277196"/>
                      <a:pt x="3429003" y="1280364"/>
                    </a:cubicBezTo>
                    <a:cubicBezTo>
                      <a:pt x="3404327" y="1288717"/>
                      <a:pt x="3380036" y="1298222"/>
                      <a:pt x="3355264" y="1306096"/>
                    </a:cubicBezTo>
                    <a:cubicBezTo>
                      <a:pt x="3334717" y="1312625"/>
                      <a:pt x="3313593" y="1317329"/>
                      <a:pt x="3292757" y="1323090"/>
                    </a:cubicBezTo>
                    <a:cubicBezTo>
                      <a:pt x="3283924" y="1325587"/>
                      <a:pt x="3275475" y="1329140"/>
                      <a:pt x="3266643" y="1331251"/>
                    </a:cubicBezTo>
                    <a:cubicBezTo>
                      <a:pt x="3246863" y="1336053"/>
                      <a:pt x="3226796" y="1340085"/>
                      <a:pt x="3206921" y="1344886"/>
                    </a:cubicBezTo>
                    <a:cubicBezTo>
                      <a:pt x="3195590" y="1347670"/>
                      <a:pt x="3184645" y="1352663"/>
                      <a:pt x="3173123" y="1354488"/>
                    </a:cubicBezTo>
                    <a:cubicBezTo>
                      <a:pt x="3145759" y="1358808"/>
                      <a:pt x="3118203" y="1361880"/>
                      <a:pt x="3090646" y="1365337"/>
                    </a:cubicBezTo>
                    <a:cubicBezTo>
                      <a:pt x="3062227" y="1368889"/>
                      <a:pt x="3033902" y="1372634"/>
                      <a:pt x="3005480" y="1375802"/>
                    </a:cubicBezTo>
                    <a:cubicBezTo>
                      <a:pt x="2989926" y="1377435"/>
                      <a:pt x="2974275" y="1377723"/>
                      <a:pt x="2958721" y="1379259"/>
                    </a:cubicBezTo>
                    <a:cubicBezTo>
                      <a:pt x="2945087" y="1380604"/>
                      <a:pt x="2931549" y="1383100"/>
                      <a:pt x="2917915" y="1384733"/>
                    </a:cubicBezTo>
                    <a:cubicBezTo>
                      <a:pt x="2906105" y="1386076"/>
                      <a:pt x="2894199" y="1386844"/>
                      <a:pt x="2882389" y="1388189"/>
                    </a:cubicBezTo>
                    <a:cubicBezTo>
                      <a:pt x="2863475" y="1390397"/>
                      <a:pt x="2844655" y="1392894"/>
                      <a:pt x="2825837" y="1395198"/>
                    </a:cubicBezTo>
                    <a:cubicBezTo>
                      <a:pt x="2817964" y="1396062"/>
                      <a:pt x="2809706" y="1398462"/>
                      <a:pt x="2802313" y="1397023"/>
                    </a:cubicBezTo>
                    <a:cubicBezTo>
                      <a:pt x="2783686" y="1393373"/>
                      <a:pt x="2765347" y="1394430"/>
                      <a:pt x="2746816" y="1396926"/>
                    </a:cubicBezTo>
                    <a:cubicBezTo>
                      <a:pt x="2740479" y="1397791"/>
                      <a:pt x="2733662" y="1397598"/>
                      <a:pt x="2727517" y="1395966"/>
                    </a:cubicBezTo>
                    <a:cubicBezTo>
                      <a:pt x="2714939" y="1392701"/>
                      <a:pt x="2702745" y="1388092"/>
                      <a:pt x="2690359" y="1384060"/>
                    </a:cubicBezTo>
                    <a:cubicBezTo>
                      <a:pt x="2689014" y="1383580"/>
                      <a:pt x="2687382" y="1383484"/>
                      <a:pt x="2685943" y="1383196"/>
                    </a:cubicBezTo>
                    <a:cubicBezTo>
                      <a:pt x="2677781" y="1381563"/>
                      <a:pt x="2669717" y="1379931"/>
                      <a:pt x="2661554" y="1378491"/>
                    </a:cubicBezTo>
                    <a:cubicBezTo>
                      <a:pt x="2657138" y="1377723"/>
                      <a:pt x="2652625" y="1377627"/>
                      <a:pt x="2648208" y="1376955"/>
                    </a:cubicBezTo>
                    <a:cubicBezTo>
                      <a:pt x="2631118" y="1374266"/>
                      <a:pt x="2612299" y="1378779"/>
                      <a:pt x="2597512" y="1367162"/>
                    </a:cubicBezTo>
                    <a:cubicBezTo>
                      <a:pt x="2587911" y="1359672"/>
                      <a:pt x="2578597" y="1361401"/>
                      <a:pt x="2568324" y="1362553"/>
                    </a:cubicBezTo>
                    <a:cubicBezTo>
                      <a:pt x="2560547" y="1363417"/>
                      <a:pt x="2552577" y="1363128"/>
                      <a:pt x="2544704" y="1363225"/>
                    </a:cubicBezTo>
                    <a:cubicBezTo>
                      <a:pt x="2530878" y="1363512"/>
                      <a:pt x="2517052" y="1363609"/>
                      <a:pt x="2503225" y="1364089"/>
                    </a:cubicBezTo>
                    <a:cubicBezTo>
                      <a:pt x="2498808" y="1364281"/>
                      <a:pt x="2494297" y="1366682"/>
                      <a:pt x="2489975" y="1366298"/>
                    </a:cubicBezTo>
                    <a:cubicBezTo>
                      <a:pt x="2470004" y="1364473"/>
                      <a:pt x="2450033" y="1361592"/>
                      <a:pt x="2430061" y="1359960"/>
                    </a:cubicBezTo>
                    <a:cubicBezTo>
                      <a:pt x="2418732" y="1359001"/>
                      <a:pt x="2407114" y="1360824"/>
                      <a:pt x="2395880" y="1359480"/>
                    </a:cubicBezTo>
                    <a:cubicBezTo>
                      <a:pt x="2382919" y="1357944"/>
                      <a:pt x="2370245" y="1354008"/>
                      <a:pt x="2357378" y="1351607"/>
                    </a:cubicBezTo>
                    <a:cubicBezTo>
                      <a:pt x="2353826" y="1350935"/>
                      <a:pt x="2349889" y="1351799"/>
                      <a:pt x="2346145" y="1351991"/>
                    </a:cubicBezTo>
                    <a:cubicBezTo>
                      <a:pt x="2341920" y="1352183"/>
                      <a:pt x="2337791" y="1352567"/>
                      <a:pt x="2333567" y="1352663"/>
                    </a:cubicBezTo>
                    <a:cubicBezTo>
                      <a:pt x="2320700" y="1352856"/>
                      <a:pt x="2307835" y="1352567"/>
                      <a:pt x="2294968" y="1353240"/>
                    </a:cubicBezTo>
                    <a:cubicBezTo>
                      <a:pt x="2287095" y="1353624"/>
                      <a:pt x="2278839" y="1357560"/>
                      <a:pt x="2271540" y="1356120"/>
                    </a:cubicBezTo>
                    <a:cubicBezTo>
                      <a:pt x="2256659" y="1353335"/>
                      <a:pt x="2241776" y="1359576"/>
                      <a:pt x="2226895" y="1354392"/>
                    </a:cubicBezTo>
                    <a:cubicBezTo>
                      <a:pt x="2222285" y="1352856"/>
                      <a:pt x="2215948" y="1356696"/>
                      <a:pt x="2210379" y="1356888"/>
                    </a:cubicBezTo>
                    <a:cubicBezTo>
                      <a:pt x="2196457" y="1357368"/>
                      <a:pt x="2182535" y="1357272"/>
                      <a:pt x="2168613" y="1357176"/>
                    </a:cubicBezTo>
                    <a:cubicBezTo>
                      <a:pt x="2156131" y="1357080"/>
                      <a:pt x="2143168" y="1358424"/>
                      <a:pt x="2131167" y="1355736"/>
                    </a:cubicBezTo>
                    <a:cubicBezTo>
                      <a:pt x="2118588" y="1352856"/>
                      <a:pt x="2107259" y="1353240"/>
                      <a:pt x="2095065" y="1356504"/>
                    </a:cubicBezTo>
                    <a:cubicBezTo>
                      <a:pt x="2086711" y="1358712"/>
                      <a:pt x="2077878" y="1359001"/>
                      <a:pt x="2069237" y="1359672"/>
                    </a:cubicBezTo>
                    <a:cubicBezTo>
                      <a:pt x="2059924" y="1360440"/>
                      <a:pt x="2049650" y="1358424"/>
                      <a:pt x="2041201" y="1361592"/>
                    </a:cubicBezTo>
                    <a:cubicBezTo>
                      <a:pt x="2016044" y="1371002"/>
                      <a:pt x="1990216" y="1373018"/>
                      <a:pt x="1963909" y="1373018"/>
                    </a:cubicBezTo>
                    <a:cubicBezTo>
                      <a:pt x="1959107" y="1373018"/>
                      <a:pt x="1954210" y="1371675"/>
                      <a:pt x="1949603" y="1370234"/>
                    </a:cubicBezTo>
                    <a:cubicBezTo>
                      <a:pt x="1922717" y="1361592"/>
                      <a:pt x="1895737" y="1362360"/>
                      <a:pt x="1868373" y="1367641"/>
                    </a:cubicBezTo>
                    <a:cubicBezTo>
                      <a:pt x="1862708" y="1368794"/>
                      <a:pt x="1856372" y="1368986"/>
                      <a:pt x="1850707" y="1367834"/>
                    </a:cubicBezTo>
                    <a:cubicBezTo>
                      <a:pt x="1834768" y="1364473"/>
                      <a:pt x="1819309" y="1358904"/>
                      <a:pt x="1803275" y="1356504"/>
                    </a:cubicBezTo>
                    <a:cubicBezTo>
                      <a:pt x="1776775" y="1352567"/>
                      <a:pt x="1753828" y="1365817"/>
                      <a:pt x="1730112" y="1374459"/>
                    </a:cubicBezTo>
                    <a:cubicBezTo>
                      <a:pt x="1707548" y="1382620"/>
                      <a:pt x="1688345" y="1401055"/>
                      <a:pt x="1661652" y="1396926"/>
                    </a:cubicBezTo>
                    <a:cubicBezTo>
                      <a:pt x="1658965" y="1396542"/>
                      <a:pt x="1655988" y="1399134"/>
                      <a:pt x="1653011" y="1399807"/>
                    </a:cubicBezTo>
                    <a:cubicBezTo>
                      <a:pt x="1644850" y="1401631"/>
                      <a:pt x="1636689" y="1403839"/>
                      <a:pt x="1628431" y="1404704"/>
                    </a:cubicBezTo>
                    <a:cubicBezTo>
                      <a:pt x="1618350" y="1405856"/>
                      <a:pt x="1608076" y="1405472"/>
                      <a:pt x="1597995" y="1406432"/>
                    </a:cubicBezTo>
                    <a:cubicBezTo>
                      <a:pt x="1585032" y="1407584"/>
                      <a:pt x="1572263" y="1410656"/>
                      <a:pt x="1559396" y="1410656"/>
                    </a:cubicBezTo>
                    <a:cubicBezTo>
                      <a:pt x="1549026" y="1410656"/>
                      <a:pt x="1538753" y="1407104"/>
                      <a:pt x="1528480" y="1405375"/>
                    </a:cubicBezTo>
                    <a:cubicBezTo>
                      <a:pt x="1513981" y="1402975"/>
                      <a:pt x="1498042" y="1403647"/>
                      <a:pt x="1485272" y="1397502"/>
                    </a:cubicBezTo>
                    <a:cubicBezTo>
                      <a:pt x="1471639" y="1390973"/>
                      <a:pt x="1458676" y="1387997"/>
                      <a:pt x="1444562" y="1390013"/>
                    </a:cubicBezTo>
                    <a:cubicBezTo>
                      <a:pt x="1439857" y="1390685"/>
                      <a:pt x="1433808" y="1394718"/>
                      <a:pt x="1431696" y="1398846"/>
                    </a:cubicBezTo>
                    <a:cubicBezTo>
                      <a:pt x="1426991" y="1408064"/>
                      <a:pt x="1420559" y="1409697"/>
                      <a:pt x="1411821" y="1406527"/>
                    </a:cubicBezTo>
                    <a:cubicBezTo>
                      <a:pt x="1404236" y="1403839"/>
                      <a:pt x="1394922" y="1402495"/>
                      <a:pt x="1389738" y="1397310"/>
                    </a:cubicBezTo>
                    <a:cubicBezTo>
                      <a:pt x="1375047" y="1382620"/>
                      <a:pt x="1356324" y="1382140"/>
                      <a:pt x="1338081" y="1378204"/>
                    </a:cubicBezTo>
                    <a:cubicBezTo>
                      <a:pt x="1326945" y="1375802"/>
                      <a:pt x="1316574" y="1375707"/>
                      <a:pt x="1305436" y="1377339"/>
                    </a:cubicBezTo>
                    <a:cubicBezTo>
                      <a:pt x="1281241" y="1380988"/>
                      <a:pt x="1257717" y="1375802"/>
                      <a:pt x="1234481" y="1369178"/>
                    </a:cubicBezTo>
                    <a:cubicBezTo>
                      <a:pt x="1219118" y="1364761"/>
                      <a:pt x="1203372" y="1362073"/>
                      <a:pt x="1188106" y="1357560"/>
                    </a:cubicBezTo>
                    <a:cubicBezTo>
                      <a:pt x="1176680" y="1354104"/>
                      <a:pt x="1165255" y="1349975"/>
                      <a:pt x="1154790" y="1344406"/>
                    </a:cubicBezTo>
                    <a:cubicBezTo>
                      <a:pt x="1139618" y="1336244"/>
                      <a:pt x="1126369" y="1323954"/>
                      <a:pt x="1107069" y="1327219"/>
                    </a:cubicBezTo>
                    <a:cubicBezTo>
                      <a:pt x="1090074" y="1330099"/>
                      <a:pt x="1074713" y="1324051"/>
                      <a:pt x="1059158" y="1318290"/>
                    </a:cubicBezTo>
                    <a:cubicBezTo>
                      <a:pt x="1047732" y="1314065"/>
                      <a:pt x="1036308" y="1309744"/>
                      <a:pt x="1024496" y="1307056"/>
                    </a:cubicBezTo>
                    <a:cubicBezTo>
                      <a:pt x="1010478" y="1303887"/>
                      <a:pt x="994635" y="1305232"/>
                      <a:pt x="982153" y="1299374"/>
                    </a:cubicBezTo>
                    <a:cubicBezTo>
                      <a:pt x="969095" y="1293229"/>
                      <a:pt x="958246" y="1297358"/>
                      <a:pt x="946628" y="1299087"/>
                    </a:cubicBezTo>
                    <a:cubicBezTo>
                      <a:pt x="928097" y="1301775"/>
                      <a:pt x="909661" y="1306768"/>
                      <a:pt x="890939" y="1300431"/>
                    </a:cubicBezTo>
                    <a:cubicBezTo>
                      <a:pt x="868184" y="1292750"/>
                      <a:pt x="845620" y="1284493"/>
                      <a:pt x="822769" y="1277196"/>
                    </a:cubicBezTo>
                    <a:cubicBezTo>
                      <a:pt x="813934" y="1274410"/>
                      <a:pt x="804431" y="1273258"/>
                      <a:pt x="795212" y="1272010"/>
                    </a:cubicBezTo>
                    <a:cubicBezTo>
                      <a:pt x="786476" y="1270954"/>
                      <a:pt x="776010" y="1273642"/>
                      <a:pt x="769288" y="1269610"/>
                    </a:cubicBezTo>
                    <a:cubicBezTo>
                      <a:pt x="752005" y="1259241"/>
                      <a:pt x="734243" y="1254152"/>
                      <a:pt x="714271" y="1254152"/>
                    </a:cubicBezTo>
                    <a:cubicBezTo>
                      <a:pt x="706781" y="1254152"/>
                      <a:pt x="699484" y="1249831"/>
                      <a:pt x="691900" y="1249062"/>
                    </a:cubicBezTo>
                    <a:cubicBezTo>
                      <a:pt x="681529" y="1248103"/>
                      <a:pt x="669623" y="1245510"/>
                      <a:pt x="660598" y="1249159"/>
                    </a:cubicBezTo>
                    <a:cubicBezTo>
                      <a:pt x="639379" y="1257800"/>
                      <a:pt x="622193" y="1250599"/>
                      <a:pt x="603662" y="1242054"/>
                    </a:cubicBezTo>
                    <a:cubicBezTo>
                      <a:pt x="585418" y="1233604"/>
                      <a:pt x="566215" y="1226884"/>
                      <a:pt x="546821" y="1221314"/>
                    </a:cubicBezTo>
                    <a:cubicBezTo>
                      <a:pt x="539524" y="1219298"/>
                      <a:pt x="530787" y="1222659"/>
                      <a:pt x="522721" y="1223330"/>
                    </a:cubicBezTo>
                    <a:cubicBezTo>
                      <a:pt x="519840" y="1223523"/>
                      <a:pt x="516671" y="1223811"/>
                      <a:pt x="514080" y="1222851"/>
                    </a:cubicBezTo>
                    <a:cubicBezTo>
                      <a:pt x="489020" y="1213633"/>
                      <a:pt x="463575" y="1206624"/>
                      <a:pt x="436404" y="1211424"/>
                    </a:cubicBezTo>
                    <a:cubicBezTo>
                      <a:pt x="433908" y="1211905"/>
                      <a:pt x="431123" y="1210849"/>
                      <a:pt x="428626" y="1210177"/>
                    </a:cubicBezTo>
                    <a:cubicBezTo>
                      <a:pt x="416432" y="1206720"/>
                      <a:pt x="404526" y="1201247"/>
                      <a:pt x="392141" y="1199999"/>
                    </a:cubicBezTo>
                    <a:cubicBezTo>
                      <a:pt x="361608" y="1196927"/>
                      <a:pt x="330884" y="1195678"/>
                      <a:pt x="300157" y="1193662"/>
                    </a:cubicBezTo>
                    <a:cubicBezTo>
                      <a:pt x="298237" y="1193566"/>
                      <a:pt x="296221" y="1193566"/>
                      <a:pt x="294493" y="1192894"/>
                    </a:cubicBezTo>
                    <a:cubicBezTo>
                      <a:pt x="283163" y="1188765"/>
                      <a:pt x="273274" y="1190110"/>
                      <a:pt x="263671" y="1197982"/>
                    </a:cubicBezTo>
                    <a:cubicBezTo>
                      <a:pt x="259447" y="1201439"/>
                      <a:pt x="253686" y="1203263"/>
                      <a:pt x="248406" y="1205184"/>
                    </a:cubicBezTo>
                    <a:cubicBezTo>
                      <a:pt x="240628" y="1208065"/>
                      <a:pt x="232659" y="1210849"/>
                      <a:pt x="224594" y="1212673"/>
                    </a:cubicBezTo>
                    <a:cubicBezTo>
                      <a:pt x="216624" y="1214401"/>
                      <a:pt x="208079" y="1216801"/>
                      <a:pt x="200398" y="1215458"/>
                    </a:cubicBezTo>
                    <a:cubicBezTo>
                      <a:pt x="186572" y="1213057"/>
                      <a:pt x="173417" y="1207681"/>
                      <a:pt x="159783" y="1204127"/>
                    </a:cubicBezTo>
                    <a:cubicBezTo>
                      <a:pt x="155079" y="1202879"/>
                      <a:pt x="149893" y="1203072"/>
                      <a:pt x="144997" y="1202975"/>
                    </a:cubicBezTo>
                    <a:cubicBezTo>
                      <a:pt x="133763" y="1202688"/>
                      <a:pt x="122241" y="1205472"/>
                      <a:pt x="112064" y="1197503"/>
                    </a:cubicBezTo>
                    <a:cubicBezTo>
                      <a:pt x="102655" y="1190014"/>
                      <a:pt x="93148" y="1192221"/>
                      <a:pt x="83259" y="1197887"/>
                    </a:cubicBezTo>
                    <a:cubicBezTo>
                      <a:pt x="76154" y="1201920"/>
                      <a:pt x="68090" y="1205088"/>
                      <a:pt x="60120" y="1206624"/>
                    </a:cubicBezTo>
                    <a:cubicBezTo>
                      <a:pt x="49174" y="1208736"/>
                      <a:pt x="38324" y="1209601"/>
                      <a:pt x="26514" y="1208352"/>
                    </a:cubicBezTo>
                    <a:cubicBezTo>
                      <a:pt x="18161" y="1207488"/>
                      <a:pt x="11343" y="1207104"/>
                      <a:pt x="4814" y="1202015"/>
                    </a:cubicBezTo>
                    <a:cubicBezTo>
                      <a:pt x="3759" y="1201247"/>
                      <a:pt x="1839" y="1201055"/>
                      <a:pt x="398" y="1201152"/>
                    </a:cubicBezTo>
                    <a:lnTo>
                      <a:pt x="0" y="1201150"/>
                    </a:lnTo>
                    <a:lnTo>
                      <a:pt x="0" y="1004512"/>
                    </a:lnTo>
                    <a:lnTo>
                      <a:pt x="30355" y="1002784"/>
                    </a:lnTo>
                    <a:cubicBezTo>
                      <a:pt x="37748" y="1002111"/>
                      <a:pt x="44853" y="999520"/>
                      <a:pt x="52151" y="997695"/>
                    </a:cubicBezTo>
                    <a:cubicBezTo>
                      <a:pt x="56183" y="996639"/>
                      <a:pt x="60504" y="993855"/>
                      <a:pt x="64248" y="994430"/>
                    </a:cubicBezTo>
                    <a:cubicBezTo>
                      <a:pt x="85948" y="997791"/>
                      <a:pt x="105823" y="989534"/>
                      <a:pt x="126370" y="985405"/>
                    </a:cubicBezTo>
                    <a:cubicBezTo>
                      <a:pt x="135876" y="983485"/>
                      <a:pt x="144805" y="978876"/>
                      <a:pt x="154022" y="975708"/>
                    </a:cubicBezTo>
                    <a:cubicBezTo>
                      <a:pt x="156423" y="974843"/>
                      <a:pt x="159111" y="974075"/>
                      <a:pt x="161512" y="974268"/>
                    </a:cubicBezTo>
                    <a:cubicBezTo>
                      <a:pt x="175242" y="975420"/>
                      <a:pt x="188876" y="977052"/>
                      <a:pt x="202510" y="978300"/>
                    </a:cubicBezTo>
                    <a:cubicBezTo>
                      <a:pt x="214896" y="979452"/>
                      <a:pt x="227378" y="979836"/>
                      <a:pt x="233235" y="993950"/>
                    </a:cubicBezTo>
                    <a:cubicBezTo>
                      <a:pt x="234100" y="996159"/>
                      <a:pt x="236979" y="997791"/>
                      <a:pt x="239188" y="999231"/>
                    </a:cubicBezTo>
                    <a:cubicBezTo>
                      <a:pt x="273274" y="1021411"/>
                      <a:pt x="291516" y="1020835"/>
                      <a:pt x="324834" y="997407"/>
                    </a:cubicBezTo>
                    <a:cubicBezTo>
                      <a:pt x="328290" y="995007"/>
                      <a:pt x="335683" y="993278"/>
                      <a:pt x="337987" y="995198"/>
                    </a:cubicBezTo>
                    <a:cubicBezTo>
                      <a:pt x="357575" y="1011137"/>
                      <a:pt x="378986" y="1009409"/>
                      <a:pt x="401550" y="1004416"/>
                    </a:cubicBezTo>
                    <a:cubicBezTo>
                      <a:pt x="407407" y="1003072"/>
                      <a:pt x="415664" y="1003072"/>
                      <a:pt x="420081" y="1006240"/>
                    </a:cubicBezTo>
                    <a:cubicBezTo>
                      <a:pt x="441108" y="1020930"/>
                      <a:pt x="463672" y="1018819"/>
                      <a:pt x="486523" y="1014498"/>
                    </a:cubicBezTo>
                    <a:cubicBezTo>
                      <a:pt x="490075" y="1013826"/>
                      <a:pt x="494397" y="1010177"/>
                      <a:pt x="495932" y="1006817"/>
                    </a:cubicBezTo>
                    <a:cubicBezTo>
                      <a:pt x="501406" y="994911"/>
                      <a:pt x="511680" y="990878"/>
                      <a:pt x="523009" y="987517"/>
                    </a:cubicBezTo>
                    <a:cubicBezTo>
                      <a:pt x="540868" y="982044"/>
                      <a:pt x="558438" y="975611"/>
                      <a:pt x="576393" y="970427"/>
                    </a:cubicBezTo>
                    <a:cubicBezTo>
                      <a:pt x="580811" y="969179"/>
                      <a:pt x="586283" y="969947"/>
                      <a:pt x="590892" y="971387"/>
                    </a:cubicBezTo>
                    <a:cubicBezTo>
                      <a:pt x="606638" y="976284"/>
                      <a:pt x="616624" y="988574"/>
                      <a:pt x="627569" y="999904"/>
                    </a:cubicBezTo>
                    <a:cubicBezTo>
                      <a:pt x="632370" y="1004897"/>
                      <a:pt x="638995" y="1008449"/>
                      <a:pt x="645429" y="1011329"/>
                    </a:cubicBezTo>
                    <a:cubicBezTo>
                      <a:pt x="662135" y="1018723"/>
                      <a:pt x="679226" y="1025348"/>
                      <a:pt x="696125" y="1032356"/>
                    </a:cubicBezTo>
                    <a:cubicBezTo>
                      <a:pt x="697757" y="1033029"/>
                      <a:pt x="699100" y="1034757"/>
                      <a:pt x="700349" y="1036197"/>
                    </a:cubicBezTo>
                    <a:cubicBezTo>
                      <a:pt x="712831" y="1051368"/>
                      <a:pt x="725216" y="1066634"/>
                      <a:pt x="737795" y="1081804"/>
                    </a:cubicBezTo>
                    <a:cubicBezTo>
                      <a:pt x="740195" y="1084684"/>
                      <a:pt x="743652" y="1086797"/>
                      <a:pt x="746244" y="1089581"/>
                    </a:cubicBezTo>
                    <a:cubicBezTo>
                      <a:pt x="749893" y="1093422"/>
                      <a:pt x="754502" y="1097071"/>
                      <a:pt x="756422" y="1101680"/>
                    </a:cubicBezTo>
                    <a:cubicBezTo>
                      <a:pt x="762374" y="1116177"/>
                      <a:pt x="773801" y="1122419"/>
                      <a:pt x="788202" y="1125108"/>
                    </a:cubicBezTo>
                    <a:cubicBezTo>
                      <a:pt x="801357" y="1127603"/>
                      <a:pt x="814511" y="1129716"/>
                      <a:pt x="827569" y="1132596"/>
                    </a:cubicBezTo>
                    <a:cubicBezTo>
                      <a:pt x="843507" y="1136053"/>
                      <a:pt x="859350" y="1139798"/>
                      <a:pt x="875097" y="1144022"/>
                    </a:cubicBezTo>
                    <a:cubicBezTo>
                      <a:pt x="881913" y="1145847"/>
                      <a:pt x="889115" y="1147959"/>
                      <a:pt x="894972" y="1151704"/>
                    </a:cubicBezTo>
                    <a:cubicBezTo>
                      <a:pt x="911390" y="1162073"/>
                      <a:pt x="928961" y="1169082"/>
                      <a:pt x="948260" y="1166298"/>
                    </a:cubicBezTo>
                    <a:cubicBezTo>
                      <a:pt x="963718" y="1164089"/>
                      <a:pt x="976680" y="1169754"/>
                      <a:pt x="986282" y="1178588"/>
                    </a:cubicBezTo>
                    <a:cubicBezTo>
                      <a:pt x="1003757" y="1194623"/>
                      <a:pt x="1022479" y="1190973"/>
                      <a:pt x="1041107" y="1185789"/>
                    </a:cubicBezTo>
                    <a:cubicBezTo>
                      <a:pt x="1050708" y="1183101"/>
                      <a:pt x="1058581" y="1183485"/>
                      <a:pt x="1067703" y="1186076"/>
                    </a:cubicBezTo>
                    <a:cubicBezTo>
                      <a:pt x="1088826" y="1192126"/>
                      <a:pt x="1102941" y="1208544"/>
                      <a:pt x="1116574" y="1222946"/>
                    </a:cubicBezTo>
                    <a:cubicBezTo>
                      <a:pt x="1128193" y="1235236"/>
                      <a:pt x="1141251" y="1242149"/>
                      <a:pt x="1155557" y="1247335"/>
                    </a:cubicBezTo>
                    <a:cubicBezTo>
                      <a:pt x="1173608" y="1253959"/>
                      <a:pt x="1187914" y="1251464"/>
                      <a:pt x="1196556" y="1235525"/>
                    </a:cubicBezTo>
                    <a:cubicBezTo>
                      <a:pt x="1198956" y="1231012"/>
                      <a:pt x="1203180" y="1225730"/>
                      <a:pt x="1207693" y="1224387"/>
                    </a:cubicBezTo>
                    <a:cubicBezTo>
                      <a:pt x="1229488" y="1217666"/>
                      <a:pt x="1251572" y="1207872"/>
                      <a:pt x="1274904" y="1213826"/>
                    </a:cubicBezTo>
                    <a:cubicBezTo>
                      <a:pt x="1307165" y="1221987"/>
                      <a:pt x="1338658" y="1221507"/>
                      <a:pt x="1370919" y="1213442"/>
                    </a:cubicBezTo>
                    <a:cubicBezTo>
                      <a:pt x="1423247" y="1200383"/>
                      <a:pt x="1475575" y="1186557"/>
                      <a:pt x="1530593" y="1189437"/>
                    </a:cubicBezTo>
                    <a:cubicBezTo>
                      <a:pt x="1539713" y="1189917"/>
                      <a:pt x="1550563" y="1184060"/>
                      <a:pt x="1558436" y="1178299"/>
                    </a:cubicBezTo>
                    <a:cubicBezTo>
                      <a:pt x="1573511" y="1167354"/>
                      <a:pt x="1572838" y="1166489"/>
                      <a:pt x="1589737" y="1175515"/>
                    </a:cubicBezTo>
                    <a:cubicBezTo>
                      <a:pt x="1593770" y="1177724"/>
                      <a:pt x="1598763" y="1179068"/>
                      <a:pt x="1601740" y="1182333"/>
                    </a:cubicBezTo>
                    <a:cubicBezTo>
                      <a:pt x="1616909" y="1198943"/>
                      <a:pt x="1635633" y="1194910"/>
                      <a:pt x="1654259" y="1192510"/>
                    </a:cubicBezTo>
                    <a:cubicBezTo>
                      <a:pt x="1657524" y="1192030"/>
                      <a:pt x="1661460" y="1191358"/>
                      <a:pt x="1664246" y="1192702"/>
                    </a:cubicBezTo>
                    <a:cubicBezTo>
                      <a:pt x="1676823" y="1198750"/>
                      <a:pt x="1687481" y="1196639"/>
                      <a:pt x="1698427" y="1188381"/>
                    </a:cubicBezTo>
                    <a:cubicBezTo>
                      <a:pt x="1707932" y="1181276"/>
                      <a:pt x="1718878" y="1177052"/>
                      <a:pt x="1730112" y="1185885"/>
                    </a:cubicBezTo>
                    <a:cubicBezTo>
                      <a:pt x="1755076" y="1205472"/>
                      <a:pt x="1781767" y="1206432"/>
                      <a:pt x="1809996" y="1194046"/>
                    </a:cubicBezTo>
                    <a:cubicBezTo>
                      <a:pt x="1830159" y="1185213"/>
                      <a:pt x="1850034" y="1183196"/>
                      <a:pt x="1871254" y="1192126"/>
                    </a:cubicBezTo>
                    <a:cubicBezTo>
                      <a:pt x="1879415" y="1195582"/>
                      <a:pt x="1889977" y="1193278"/>
                      <a:pt x="1899482" y="1194046"/>
                    </a:cubicBezTo>
                    <a:cubicBezTo>
                      <a:pt x="1904859" y="1194430"/>
                      <a:pt x="1910813" y="1194526"/>
                      <a:pt x="1915420" y="1196927"/>
                    </a:cubicBezTo>
                    <a:cubicBezTo>
                      <a:pt x="1927711" y="1203072"/>
                      <a:pt x="1939136" y="1210945"/>
                      <a:pt x="1951522" y="1216994"/>
                    </a:cubicBezTo>
                    <a:cubicBezTo>
                      <a:pt x="1957475" y="1219874"/>
                      <a:pt x="1964580" y="1221410"/>
                      <a:pt x="1971302" y="1221507"/>
                    </a:cubicBezTo>
                    <a:cubicBezTo>
                      <a:pt x="1991177" y="1221987"/>
                      <a:pt x="2011052" y="1221987"/>
                      <a:pt x="2030831" y="1221123"/>
                    </a:cubicBezTo>
                    <a:cubicBezTo>
                      <a:pt x="2063476" y="1219778"/>
                      <a:pt x="2096601" y="1219490"/>
                      <a:pt x="2120125" y="1190878"/>
                    </a:cubicBezTo>
                    <a:cubicBezTo>
                      <a:pt x="2122046" y="1188573"/>
                      <a:pt x="2126174" y="1187229"/>
                      <a:pt x="2129439" y="1186845"/>
                    </a:cubicBezTo>
                    <a:cubicBezTo>
                      <a:pt x="2144513" y="1185021"/>
                      <a:pt x="2159971" y="1184828"/>
                      <a:pt x="2174854" y="1181852"/>
                    </a:cubicBezTo>
                    <a:cubicBezTo>
                      <a:pt x="2186760" y="1179452"/>
                      <a:pt x="2196650" y="1180220"/>
                      <a:pt x="2205674" y="1188669"/>
                    </a:cubicBezTo>
                    <a:cubicBezTo>
                      <a:pt x="2217485" y="1199807"/>
                      <a:pt x="2231887" y="1206336"/>
                      <a:pt x="2247634" y="1202784"/>
                    </a:cubicBezTo>
                    <a:cubicBezTo>
                      <a:pt x="2263379" y="1199327"/>
                      <a:pt x="2273749" y="1206816"/>
                      <a:pt x="2285367" y="1214594"/>
                    </a:cubicBezTo>
                    <a:cubicBezTo>
                      <a:pt x="2293817" y="1220258"/>
                      <a:pt x="2303418" y="1227363"/>
                      <a:pt x="2312827" y="1227939"/>
                    </a:cubicBezTo>
                    <a:cubicBezTo>
                      <a:pt x="2334143" y="1229187"/>
                      <a:pt x="2352482" y="1248967"/>
                      <a:pt x="2375622" y="1237733"/>
                    </a:cubicBezTo>
                    <a:cubicBezTo>
                      <a:pt x="2377158" y="1236965"/>
                      <a:pt x="2379942" y="1238885"/>
                      <a:pt x="2382151" y="1239365"/>
                    </a:cubicBezTo>
                    <a:cubicBezTo>
                      <a:pt x="2399817" y="1243014"/>
                      <a:pt x="2416428" y="1239461"/>
                      <a:pt x="2429390" y="1227459"/>
                    </a:cubicBezTo>
                    <a:cubicBezTo>
                      <a:pt x="2446385" y="1211809"/>
                      <a:pt x="2465203" y="1210272"/>
                      <a:pt x="2486134" y="1215362"/>
                    </a:cubicBezTo>
                    <a:cubicBezTo>
                      <a:pt x="2492856" y="1216994"/>
                      <a:pt x="2499577" y="1218146"/>
                      <a:pt x="2506394" y="1219490"/>
                    </a:cubicBezTo>
                    <a:cubicBezTo>
                      <a:pt x="2515611" y="1221410"/>
                      <a:pt x="2524925" y="1223427"/>
                      <a:pt x="2534142" y="1225347"/>
                    </a:cubicBezTo>
                    <a:cubicBezTo>
                      <a:pt x="2543072" y="1227268"/>
                      <a:pt x="2552962" y="1230532"/>
                      <a:pt x="2559874" y="1222275"/>
                    </a:cubicBezTo>
                    <a:cubicBezTo>
                      <a:pt x="2565827" y="1215169"/>
                      <a:pt x="2570052" y="1215842"/>
                      <a:pt x="2575525" y="1221987"/>
                    </a:cubicBezTo>
                    <a:cubicBezTo>
                      <a:pt x="2594536" y="1243494"/>
                      <a:pt x="2617580" y="1256936"/>
                      <a:pt x="2646960" y="1257896"/>
                    </a:cubicBezTo>
                    <a:cubicBezTo>
                      <a:pt x="2653009" y="1258088"/>
                      <a:pt x="2659154" y="1259432"/>
                      <a:pt x="2665107" y="1260873"/>
                    </a:cubicBezTo>
                    <a:cubicBezTo>
                      <a:pt x="2668756" y="1261736"/>
                      <a:pt x="2673173" y="1262697"/>
                      <a:pt x="2675381" y="1265290"/>
                    </a:cubicBezTo>
                    <a:cubicBezTo>
                      <a:pt x="2692567" y="1285068"/>
                      <a:pt x="2713979" y="1298799"/>
                      <a:pt x="2737311" y="1309841"/>
                    </a:cubicBezTo>
                    <a:cubicBezTo>
                      <a:pt x="2745664" y="1313777"/>
                      <a:pt x="2754594" y="1317713"/>
                      <a:pt x="2763619" y="1318866"/>
                    </a:cubicBezTo>
                    <a:cubicBezTo>
                      <a:pt x="2773028" y="1320018"/>
                      <a:pt x="2782917" y="1318098"/>
                      <a:pt x="2792519" y="1317041"/>
                    </a:cubicBezTo>
                    <a:cubicBezTo>
                      <a:pt x="2798184" y="1316466"/>
                      <a:pt x="2804713" y="1316561"/>
                      <a:pt x="2809226" y="1313777"/>
                    </a:cubicBezTo>
                    <a:cubicBezTo>
                      <a:pt x="2823532" y="1305039"/>
                      <a:pt x="2837358" y="1295631"/>
                      <a:pt x="2850705" y="1285452"/>
                    </a:cubicBezTo>
                    <a:cubicBezTo>
                      <a:pt x="2862131" y="1276715"/>
                      <a:pt x="2864435" y="1275467"/>
                      <a:pt x="2874324" y="1286413"/>
                    </a:cubicBezTo>
                    <a:cubicBezTo>
                      <a:pt x="2884502" y="1297647"/>
                      <a:pt x="2897176" y="1303503"/>
                      <a:pt x="2911194" y="1305903"/>
                    </a:cubicBezTo>
                    <a:cubicBezTo>
                      <a:pt x="2933373" y="1309648"/>
                      <a:pt x="2955745" y="1312816"/>
                      <a:pt x="2978116" y="1314641"/>
                    </a:cubicBezTo>
                    <a:cubicBezTo>
                      <a:pt x="2998375" y="1316273"/>
                      <a:pt x="3008073" y="1307440"/>
                      <a:pt x="3012106" y="1287373"/>
                    </a:cubicBezTo>
                    <a:cubicBezTo>
                      <a:pt x="3014410" y="1276235"/>
                      <a:pt x="3017387" y="1264137"/>
                      <a:pt x="3029676" y="1261161"/>
                    </a:cubicBezTo>
                    <a:cubicBezTo>
                      <a:pt x="3049744" y="1256360"/>
                      <a:pt x="3070579" y="1254248"/>
                      <a:pt x="3080469" y="1230724"/>
                    </a:cubicBezTo>
                    <a:cubicBezTo>
                      <a:pt x="3085941" y="1235909"/>
                      <a:pt x="3089302" y="1238981"/>
                      <a:pt x="3092567" y="1242054"/>
                    </a:cubicBezTo>
                    <a:cubicBezTo>
                      <a:pt x="3101592" y="1250599"/>
                      <a:pt x="3120314" y="1254248"/>
                      <a:pt x="3129821" y="1246855"/>
                    </a:cubicBezTo>
                    <a:cubicBezTo>
                      <a:pt x="3143839" y="1236101"/>
                      <a:pt x="3156705" y="1238117"/>
                      <a:pt x="3170147" y="1246471"/>
                    </a:cubicBezTo>
                    <a:cubicBezTo>
                      <a:pt x="3192615" y="1260297"/>
                      <a:pt x="3217674" y="1257128"/>
                      <a:pt x="3240429" y="1251559"/>
                    </a:cubicBezTo>
                    <a:cubicBezTo>
                      <a:pt x="3257617" y="1247430"/>
                      <a:pt x="3275956" y="1239845"/>
                      <a:pt x="3287189" y="1222466"/>
                    </a:cubicBezTo>
                    <a:cubicBezTo>
                      <a:pt x="3290741" y="1216898"/>
                      <a:pt x="3298711" y="1214113"/>
                      <a:pt x="3305049" y="1210465"/>
                    </a:cubicBezTo>
                    <a:cubicBezTo>
                      <a:pt x="3310329" y="1207488"/>
                      <a:pt x="3315898" y="1204704"/>
                      <a:pt x="3321755" y="1202784"/>
                    </a:cubicBezTo>
                    <a:cubicBezTo>
                      <a:pt x="3327995" y="1200671"/>
                      <a:pt x="3334909" y="1197598"/>
                      <a:pt x="3341055" y="1198463"/>
                    </a:cubicBezTo>
                    <a:cubicBezTo>
                      <a:pt x="3359681" y="1200959"/>
                      <a:pt x="3374467" y="1196062"/>
                      <a:pt x="3387621" y="1182140"/>
                    </a:cubicBezTo>
                    <a:cubicBezTo>
                      <a:pt x="3394439" y="1174939"/>
                      <a:pt x="3404520" y="1166202"/>
                      <a:pt x="3413161" y="1166105"/>
                    </a:cubicBezTo>
                    <a:cubicBezTo>
                      <a:pt x="3434189" y="1165818"/>
                      <a:pt x="3451663" y="1158905"/>
                      <a:pt x="3470579" y="1150647"/>
                    </a:cubicBezTo>
                    <a:cubicBezTo>
                      <a:pt x="3482772" y="1145366"/>
                      <a:pt x="3496598" y="1141718"/>
                      <a:pt x="3509657" y="1136821"/>
                    </a:cubicBezTo>
                    <a:cubicBezTo>
                      <a:pt x="3524923" y="1131060"/>
                      <a:pt x="3541534" y="1128948"/>
                      <a:pt x="3550847" y="1113009"/>
                    </a:cubicBezTo>
                    <a:cubicBezTo>
                      <a:pt x="3551903" y="1111281"/>
                      <a:pt x="3555072" y="1110993"/>
                      <a:pt x="3556608" y="1109361"/>
                    </a:cubicBezTo>
                    <a:cubicBezTo>
                      <a:pt x="3561505" y="1104368"/>
                      <a:pt x="3567842" y="1099760"/>
                      <a:pt x="3570435" y="1093710"/>
                    </a:cubicBezTo>
                    <a:cubicBezTo>
                      <a:pt x="3577923" y="1076044"/>
                      <a:pt x="3583780" y="1057800"/>
                      <a:pt x="3590501" y="1039846"/>
                    </a:cubicBezTo>
                    <a:cubicBezTo>
                      <a:pt x="3591942" y="1036005"/>
                      <a:pt x="3593285" y="1031108"/>
                      <a:pt x="3596263" y="1028900"/>
                    </a:cubicBezTo>
                    <a:cubicBezTo>
                      <a:pt x="3613449" y="1016226"/>
                      <a:pt x="3630925" y="1004032"/>
                      <a:pt x="3648591" y="992030"/>
                    </a:cubicBezTo>
                    <a:cubicBezTo>
                      <a:pt x="3655696" y="987229"/>
                      <a:pt x="3661649" y="989918"/>
                      <a:pt x="3667986" y="995487"/>
                    </a:cubicBezTo>
                    <a:cubicBezTo>
                      <a:pt x="3674131" y="1000768"/>
                      <a:pt x="3681717" y="1006240"/>
                      <a:pt x="3689397" y="1007585"/>
                    </a:cubicBezTo>
                    <a:cubicBezTo>
                      <a:pt x="3704760" y="1010177"/>
                      <a:pt x="3720698" y="1010753"/>
                      <a:pt x="3736349" y="1010753"/>
                    </a:cubicBezTo>
                    <a:cubicBezTo>
                      <a:pt x="3742205" y="1010753"/>
                      <a:pt x="3748446" y="1007297"/>
                      <a:pt x="3753919" y="1004513"/>
                    </a:cubicBezTo>
                    <a:cubicBezTo>
                      <a:pt x="3764289" y="999231"/>
                      <a:pt x="3773890" y="992126"/>
                      <a:pt x="3784643" y="987710"/>
                    </a:cubicBezTo>
                    <a:cubicBezTo>
                      <a:pt x="3797126" y="982621"/>
                      <a:pt x="3804615" y="974459"/>
                      <a:pt x="3808359" y="961689"/>
                    </a:cubicBezTo>
                    <a:cubicBezTo>
                      <a:pt x="3813929" y="942679"/>
                      <a:pt x="3827179" y="929428"/>
                      <a:pt x="3842829" y="918674"/>
                    </a:cubicBezTo>
                    <a:cubicBezTo>
                      <a:pt x="3862705" y="904944"/>
                      <a:pt x="3886421" y="905616"/>
                      <a:pt x="3908983" y="902256"/>
                    </a:cubicBezTo>
                    <a:cubicBezTo>
                      <a:pt x="3917625" y="901008"/>
                      <a:pt x="3926555" y="899951"/>
                      <a:pt x="3934428" y="896783"/>
                    </a:cubicBezTo>
                    <a:cubicBezTo>
                      <a:pt x="3964288" y="884877"/>
                      <a:pt x="3994149" y="873548"/>
                      <a:pt x="4026987" y="873835"/>
                    </a:cubicBezTo>
                    <a:cubicBezTo>
                      <a:pt x="4029674" y="873835"/>
                      <a:pt x="4032363" y="873548"/>
                      <a:pt x="4035051" y="873067"/>
                    </a:cubicBezTo>
                    <a:cubicBezTo>
                      <a:pt x="4058383" y="869131"/>
                      <a:pt x="4082483" y="867594"/>
                      <a:pt x="4099189" y="846664"/>
                    </a:cubicBezTo>
                    <a:cubicBezTo>
                      <a:pt x="4102261" y="842823"/>
                      <a:pt x="4109271" y="841671"/>
                      <a:pt x="4114647" y="840134"/>
                    </a:cubicBezTo>
                    <a:cubicBezTo>
                      <a:pt x="4123961" y="837638"/>
                      <a:pt x="4130203" y="832549"/>
                      <a:pt x="4133563" y="823427"/>
                    </a:cubicBezTo>
                    <a:cubicBezTo>
                      <a:pt x="4139229" y="807681"/>
                      <a:pt x="4145949" y="792223"/>
                      <a:pt x="4151039" y="776284"/>
                    </a:cubicBezTo>
                    <a:cubicBezTo>
                      <a:pt x="4154591" y="765338"/>
                      <a:pt x="4161215" y="759289"/>
                      <a:pt x="4171489" y="754776"/>
                    </a:cubicBezTo>
                    <a:cubicBezTo>
                      <a:pt x="4177251" y="752280"/>
                      <a:pt x="4182243" y="746808"/>
                      <a:pt x="4186372" y="741718"/>
                    </a:cubicBezTo>
                    <a:cubicBezTo>
                      <a:pt x="4191365" y="735573"/>
                      <a:pt x="4193957" y="727412"/>
                      <a:pt x="4199429" y="721940"/>
                    </a:cubicBezTo>
                    <a:cubicBezTo>
                      <a:pt x="4212775" y="708305"/>
                      <a:pt x="4216905" y="693231"/>
                      <a:pt x="4212487" y="674604"/>
                    </a:cubicBezTo>
                    <a:cubicBezTo>
                      <a:pt x="4208551" y="658090"/>
                      <a:pt x="4218921" y="636006"/>
                      <a:pt x="4232555" y="632645"/>
                    </a:cubicBezTo>
                    <a:cubicBezTo>
                      <a:pt x="4247629" y="628900"/>
                      <a:pt x="4257999" y="619684"/>
                      <a:pt x="4268657" y="609410"/>
                    </a:cubicBezTo>
                    <a:cubicBezTo>
                      <a:pt x="4274609" y="603649"/>
                      <a:pt x="4282963" y="598656"/>
                      <a:pt x="4291028" y="597216"/>
                    </a:cubicBezTo>
                    <a:cubicBezTo>
                      <a:pt x="4321657" y="591647"/>
                      <a:pt x="4350557" y="598464"/>
                      <a:pt x="4379651" y="609506"/>
                    </a:cubicBezTo>
                    <a:cubicBezTo>
                      <a:pt x="4398661" y="616707"/>
                      <a:pt x="4419784" y="618627"/>
                      <a:pt x="4440139" y="621507"/>
                    </a:cubicBezTo>
                    <a:cubicBezTo>
                      <a:pt x="4446477" y="622371"/>
                      <a:pt x="4454542" y="620452"/>
                      <a:pt x="4460015" y="616899"/>
                    </a:cubicBezTo>
                    <a:cubicBezTo>
                      <a:pt x="4479218" y="604609"/>
                      <a:pt x="4498325" y="591935"/>
                      <a:pt x="4516183" y="577724"/>
                    </a:cubicBezTo>
                    <a:cubicBezTo>
                      <a:pt x="4532795" y="564379"/>
                      <a:pt x="4551517" y="558810"/>
                      <a:pt x="4571681" y="560250"/>
                    </a:cubicBezTo>
                    <a:cubicBezTo>
                      <a:pt x="4586371" y="561306"/>
                      <a:pt x="4599621" y="558905"/>
                      <a:pt x="4613447" y="555257"/>
                    </a:cubicBezTo>
                    <a:cubicBezTo>
                      <a:pt x="4624969" y="552185"/>
                      <a:pt x="4637643" y="550072"/>
                      <a:pt x="4649355" y="551417"/>
                    </a:cubicBezTo>
                    <a:cubicBezTo>
                      <a:pt x="4665775" y="553337"/>
                      <a:pt x="4679313" y="550553"/>
                      <a:pt x="4692467" y="540663"/>
                    </a:cubicBezTo>
                    <a:cubicBezTo>
                      <a:pt x="4699476" y="535382"/>
                      <a:pt x="4708502" y="532598"/>
                      <a:pt x="4716855" y="528949"/>
                    </a:cubicBezTo>
                    <a:cubicBezTo>
                      <a:pt x="4729721" y="523284"/>
                      <a:pt x="4743067" y="518483"/>
                      <a:pt x="4755645" y="512147"/>
                    </a:cubicBezTo>
                    <a:cubicBezTo>
                      <a:pt x="4769183" y="505425"/>
                      <a:pt x="4781569" y="496112"/>
                      <a:pt x="4795395" y="490351"/>
                    </a:cubicBezTo>
                    <a:cubicBezTo>
                      <a:pt x="4810278" y="484110"/>
                      <a:pt x="4819879" y="474605"/>
                      <a:pt x="4825928" y="459818"/>
                    </a:cubicBezTo>
                    <a:cubicBezTo>
                      <a:pt x="4829769" y="450504"/>
                      <a:pt x="4835049" y="440615"/>
                      <a:pt x="4842347" y="434086"/>
                    </a:cubicBezTo>
                    <a:cubicBezTo>
                      <a:pt x="4857422" y="420740"/>
                      <a:pt x="4875087" y="410370"/>
                      <a:pt x="4890451" y="397216"/>
                    </a:cubicBezTo>
                    <a:cubicBezTo>
                      <a:pt x="4912054" y="378781"/>
                      <a:pt x="4932025" y="359194"/>
                      <a:pt x="4933945" y="327701"/>
                    </a:cubicBezTo>
                    <a:cubicBezTo>
                      <a:pt x="4935001" y="310322"/>
                      <a:pt x="4944219" y="302929"/>
                      <a:pt x="4961214" y="298801"/>
                    </a:cubicBezTo>
                    <a:cubicBezTo>
                      <a:pt x="4966878" y="297457"/>
                      <a:pt x="4974945" y="294864"/>
                      <a:pt x="4976672" y="290639"/>
                    </a:cubicBezTo>
                    <a:cubicBezTo>
                      <a:pt x="4981857" y="278061"/>
                      <a:pt x="4992610" y="275565"/>
                      <a:pt x="5002979" y="270573"/>
                    </a:cubicBezTo>
                    <a:cubicBezTo>
                      <a:pt x="5009221" y="267596"/>
                      <a:pt x="5016903" y="261739"/>
                      <a:pt x="5018535" y="255690"/>
                    </a:cubicBezTo>
                    <a:cubicBezTo>
                      <a:pt x="5025255" y="231206"/>
                      <a:pt x="5043690" y="216804"/>
                      <a:pt x="5061069" y="200961"/>
                    </a:cubicBezTo>
                    <a:cubicBezTo>
                      <a:pt x="5066158" y="196256"/>
                      <a:pt x="5071631" y="190879"/>
                      <a:pt x="5074127" y="184735"/>
                    </a:cubicBezTo>
                    <a:cubicBezTo>
                      <a:pt x="5079409" y="171484"/>
                      <a:pt x="5087281" y="161882"/>
                      <a:pt x="5101108" y="156891"/>
                    </a:cubicBezTo>
                    <a:cubicBezTo>
                      <a:pt x="5105524" y="155354"/>
                      <a:pt x="5109557" y="151801"/>
                      <a:pt x="5112918" y="148441"/>
                    </a:cubicBezTo>
                    <a:cubicBezTo>
                      <a:pt x="5120119" y="141144"/>
                      <a:pt x="5126167" y="132598"/>
                      <a:pt x="5133753" y="125782"/>
                    </a:cubicBezTo>
                    <a:cubicBezTo>
                      <a:pt x="5153051" y="108211"/>
                      <a:pt x="5172159" y="90928"/>
                      <a:pt x="5183393" y="66348"/>
                    </a:cubicBezTo>
                    <a:cubicBezTo>
                      <a:pt x="5188865" y="54346"/>
                      <a:pt x="5195107" y="41288"/>
                      <a:pt x="5204709" y="33030"/>
                    </a:cubicBezTo>
                    <a:cubicBezTo>
                      <a:pt x="5216903" y="22565"/>
                      <a:pt x="5232937" y="16612"/>
                      <a:pt x="5247243" y="845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7B2886F6-DE07-47C7-840F-22CD86C0D1D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96000" y="4138312"/>
                <a:ext cx="5260975" cy="1410656"/>
              </a:xfrm>
              <a:custGeom>
                <a:avLst/>
                <a:gdLst>
                  <a:gd name="connsiteX0" fmla="*/ 5260975 w 5260975"/>
                  <a:gd name="connsiteY0" fmla="*/ 0 h 1410656"/>
                  <a:gd name="connsiteX1" fmla="*/ 5260975 w 5260975"/>
                  <a:gd name="connsiteY1" fmla="*/ 221634 h 1410656"/>
                  <a:gd name="connsiteX2" fmla="*/ 5226503 w 5260975"/>
                  <a:gd name="connsiteY2" fmla="*/ 237063 h 1410656"/>
                  <a:gd name="connsiteX3" fmla="*/ 5206341 w 5260975"/>
                  <a:gd name="connsiteY3" fmla="*/ 245128 h 1410656"/>
                  <a:gd name="connsiteX4" fmla="*/ 5123287 w 5260975"/>
                  <a:gd name="connsiteY4" fmla="*/ 297073 h 1410656"/>
                  <a:gd name="connsiteX5" fmla="*/ 5048107 w 5260975"/>
                  <a:gd name="connsiteY5" fmla="*/ 361307 h 1410656"/>
                  <a:gd name="connsiteX6" fmla="*/ 4992899 w 5260975"/>
                  <a:gd name="connsiteY6" fmla="*/ 437542 h 1410656"/>
                  <a:gd name="connsiteX7" fmla="*/ 4977440 w 5260975"/>
                  <a:gd name="connsiteY7" fmla="*/ 455690 h 1410656"/>
                  <a:gd name="connsiteX8" fmla="*/ 4935193 w 5260975"/>
                  <a:gd name="connsiteY8" fmla="*/ 478445 h 1410656"/>
                  <a:gd name="connsiteX9" fmla="*/ 4897844 w 5260975"/>
                  <a:gd name="connsiteY9" fmla="*/ 495535 h 1410656"/>
                  <a:gd name="connsiteX10" fmla="*/ 4870767 w 5260975"/>
                  <a:gd name="connsiteY10" fmla="*/ 514451 h 1410656"/>
                  <a:gd name="connsiteX11" fmla="*/ 4847916 w 5260975"/>
                  <a:gd name="connsiteY11" fmla="*/ 531830 h 1410656"/>
                  <a:gd name="connsiteX12" fmla="*/ 4796163 w 5260975"/>
                  <a:gd name="connsiteY12" fmla="*/ 576765 h 1410656"/>
                  <a:gd name="connsiteX13" fmla="*/ 4738843 w 5260975"/>
                  <a:gd name="connsiteY13" fmla="*/ 614691 h 1410656"/>
                  <a:gd name="connsiteX14" fmla="*/ 4692755 w 5260975"/>
                  <a:gd name="connsiteY14" fmla="*/ 661162 h 1410656"/>
                  <a:gd name="connsiteX15" fmla="*/ 4673744 w 5260975"/>
                  <a:gd name="connsiteY15" fmla="*/ 686318 h 1410656"/>
                  <a:gd name="connsiteX16" fmla="*/ 4633801 w 5260975"/>
                  <a:gd name="connsiteY16" fmla="*/ 703505 h 1410656"/>
                  <a:gd name="connsiteX17" fmla="*/ 4590499 w 5260975"/>
                  <a:gd name="connsiteY17" fmla="*/ 730389 h 1410656"/>
                  <a:gd name="connsiteX18" fmla="*/ 4559773 w 5260975"/>
                  <a:gd name="connsiteY18" fmla="*/ 757081 h 1410656"/>
                  <a:gd name="connsiteX19" fmla="*/ 4536059 w 5260975"/>
                  <a:gd name="connsiteY19" fmla="*/ 774940 h 1410656"/>
                  <a:gd name="connsiteX20" fmla="*/ 4502549 w 5260975"/>
                  <a:gd name="connsiteY20" fmla="*/ 792895 h 1410656"/>
                  <a:gd name="connsiteX21" fmla="*/ 4468944 w 5260975"/>
                  <a:gd name="connsiteY21" fmla="*/ 816419 h 1410656"/>
                  <a:gd name="connsiteX22" fmla="*/ 4452622 w 5260975"/>
                  <a:gd name="connsiteY22" fmla="*/ 830917 h 1410656"/>
                  <a:gd name="connsiteX23" fmla="*/ 4421032 w 5260975"/>
                  <a:gd name="connsiteY23" fmla="*/ 855016 h 1410656"/>
                  <a:gd name="connsiteX24" fmla="*/ 4388483 w 5260975"/>
                  <a:gd name="connsiteY24" fmla="*/ 877484 h 1410656"/>
                  <a:gd name="connsiteX25" fmla="*/ 4327321 w 5260975"/>
                  <a:gd name="connsiteY25" fmla="*/ 903216 h 1410656"/>
                  <a:gd name="connsiteX26" fmla="*/ 4271633 w 5260975"/>
                  <a:gd name="connsiteY26" fmla="*/ 941046 h 1410656"/>
                  <a:gd name="connsiteX27" fmla="*/ 4227465 w 5260975"/>
                  <a:gd name="connsiteY27" fmla="*/ 968698 h 1410656"/>
                  <a:gd name="connsiteX28" fmla="*/ 4201733 w 5260975"/>
                  <a:gd name="connsiteY28" fmla="*/ 986846 h 1410656"/>
                  <a:gd name="connsiteX29" fmla="*/ 4154494 w 5260975"/>
                  <a:gd name="connsiteY29" fmla="*/ 1027364 h 1410656"/>
                  <a:gd name="connsiteX30" fmla="*/ 4081234 w 5260975"/>
                  <a:gd name="connsiteY30" fmla="*/ 1069994 h 1410656"/>
                  <a:gd name="connsiteX31" fmla="*/ 4036971 w 5260975"/>
                  <a:gd name="connsiteY31" fmla="*/ 1093038 h 1410656"/>
                  <a:gd name="connsiteX32" fmla="*/ 3941725 w 5260975"/>
                  <a:gd name="connsiteY32" fmla="*/ 1127796 h 1410656"/>
                  <a:gd name="connsiteX33" fmla="*/ 3910999 w 5260975"/>
                  <a:gd name="connsiteY33" fmla="*/ 1140182 h 1410656"/>
                  <a:gd name="connsiteX34" fmla="*/ 3875859 w 5260975"/>
                  <a:gd name="connsiteY34" fmla="*/ 1148343 h 1410656"/>
                  <a:gd name="connsiteX35" fmla="*/ 3819401 w 5260975"/>
                  <a:gd name="connsiteY35" fmla="*/ 1167642 h 1410656"/>
                  <a:gd name="connsiteX36" fmla="*/ 3709176 w 5260975"/>
                  <a:gd name="connsiteY36" fmla="*/ 1200863 h 1410656"/>
                  <a:gd name="connsiteX37" fmla="*/ 3684981 w 5260975"/>
                  <a:gd name="connsiteY37" fmla="*/ 1205952 h 1410656"/>
                  <a:gd name="connsiteX38" fmla="*/ 3623338 w 5260975"/>
                  <a:gd name="connsiteY38" fmla="*/ 1227363 h 1410656"/>
                  <a:gd name="connsiteX39" fmla="*/ 3586373 w 5260975"/>
                  <a:gd name="connsiteY39" fmla="*/ 1241765 h 1410656"/>
                  <a:gd name="connsiteX40" fmla="*/ 3555743 w 5260975"/>
                  <a:gd name="connsiteY40" fmla="*/ 1250023 h 1410656"/>
                  <a:gd name="connsiteX41" fmla="*/ 3528667 w 5260975"/>
                  <a:gd name="connsiteY41" fmla="*/ 1253864 h 1410656"/>
                  <a:gd name="connsiteX42" fmla="*/ 3457424 w 5260975"/>
                  <a:gd name="connsiteY42" fmla="*/ 1272874 h 1410656"/>
                  <a:gd name="connsiteX43" fmla="*/ 3429003 w 5260975"/>
                  <a:gd name="connsiteY43" fmla="*/ 1280364 h 1410656"/>
                  <a:gd name="connsiteX44" fmla="*/ 3355264 w 5260975"/>
                  <a:gd name="connsiteY44" fmla="*/ 1306096 h 1410656"/>
                  <a:gd name="connsiteX45" fmla="*/ 3292757 w 5260975"/>
                  <a:gd name="connsiteY45" fmla="*/ 1323090 h 1410656"/>
                  <a:gd name="connsiteX46" fmla="*/ 3266643 w 5260975"/>
                  <a:gd name="connsiteY46" fmla="*/ 1331251 h 1410656"/>
                  <a:gd name="connsiteX47" fmla="*/ 3206921 w 5260975"/>
                  <a:gd name="connsiteY47" fmla="*/ 1344886 h 1410656"/>
                  <a:gd name="connsiteX48" fmla="*/ 3173123 w 5260975"/>
                  <a:gd name="connsiteY48" fmla="*/ 1354488 h 1410656"/>
                  <a:gd name="connsiteX49" fmla="*/ 3090646 w 5260975"/>
                  <a:gd name="connsiteY49" fmla="*/ 1365337 h 1410656"/>
                  <a:gd name="connsiteX50" fmla="*/ 3005480 w 5260975"/>
                  <a:gd name="connsiteY50" fmla="*/ 1375802 h 1410656"/>
                  <a:gd name="connsiteX51" fmla="*/ 2958721 w 5260975"/>
                  <a:gd name="connsiteY51" fmla="*/ 1379259 h 1410656"/>
                  <a:gd name="connsiteX52" fmla="*/ 2917915 w 5260975"/>
                  <a:gd name="connsiteY52" fmla="*/ 1384733 h 1410656"/>
                  <a:gd name="connsiteX53" fmla="*/ 2882389 w 5260975"/>
                  <a:gd name="connsiteY53" fmla="*/ 1388189 h 1410656"/>
                  <a:gd name="connsiteX54" fmla="*/ 2825837 w 5260975"/>
                  <a:gd name="connsiteY54" fmla="*/ 1395198 h 1410656"/>
                  <a:gd name="connsiteX55" fmla="*/ 2802313 w 5260975"/>
                  <a:gd name="connsiteY55" fmla="*/ 1397023 h 1410656"/>
                  <a:gd name="connsiteX56" fmla="*/ 2746816 w 5260975"/>
                  <a:gd name="connsiteY56" fmla="*/ 1396926 h 1410656"/>
                  <a:gd name="connsiteX57" fmla="*/ 2727517 w 5260975"/>
                  <a:gd name="connsiteY57" fmla="*/ 1395966 h 1410656"/>
                  <a:gd name="connsiteX58" fmla="*/ 2690359 w 5260975"/>
                  <a:gd name="connsiteY58" fmla="*/ 1384060 h 1410656"/>
                  <a:gd name="connsiteX59" fmla="*/ 2685943 w 5260975"/>
                  <a:gd name="connsiteY59" fmla="*/ 1383196 h 1410656"/>
                  <a:gd name="connsiteX60" fmla="*/ 2661554 w 5260975"/>
                  <a:gd name="connsiteY60" fmla="*/ 1378491 h 1410656"/>
                  <a:gd name="connsiteX61" fmla="*/ 2648208 w 5260975"/>
                  <a:gd name="connsiteY61" fmla="*/ 1376955 h 1410656"/>
                  <a:gd name="connsiteX62" fmla="*/ 2597512 w 5260975"/>
                  <a:gd name="connsiteY62" fmla="*/ 1367162 h 1410656"/>
                  <a:gd name="connsiteX63" fmla="*/ 2568324 w 5260975"/>
                  <a:gd name="connsiteY63" fmla="*/ 1362553 h 1410656"/>
                  <a:gd name="connsiteX64" fmla="*/ 2544704 w 5260975"/>
                  <a:gd name="connsiteY64" fmla="*/ 1363225 h 1410656"/>
                  <a:gd name="connsiteX65" fmla="*/ 2503225 w 5260975"/>
                  <a:gd name="connsiteY65" fmla="*/ 1364089 h 1410656"/>
                  <a:gd name="connsiteX66" fmla="*/ 2489975 w 5260975"/>
                  <a:gd name="connsiteY66" fmla="*/ 1366298 h 1410656"/>
                  <a:gd name="connsiteX67" fmla="*/ 2430061 w 5260975"/>
                  <a:gd name="connsiteY67" fmla="*/ 1359960 h 1410656"/>
                  <a:gd name="connsiteX68" fmla="*/ 2395880 w 5260975"/>
                  <a:gd name="connsiteY68" fmla="*/ 1359480 h 1410656"/>
                  <a:gd name="connsiteX69" fmla="*/ 2357378 w 5260975"/>
                  <a:gd name="connsiteY69" fmla="*/ 1351607 h 1410656"/>
                  <a:gd name="connsiteX70" fmla="*/ 2346145 w 5260975"/>
                  <a:gd name="connsiteY70" fmla="*/ 1351991 h 1410656"/>
                  <a:gd name="connsiteX71" fmla="*/ 2333567 w 5260975"/>
                  <a:gd name="connsiteY71" fmla="*/ 1352663 h 1410656"/>
                  <a:gd name="connsiteX72" fmla="*/ 2294968 w 5260975"/>
                  <a:gd name="connsiteY72" fmla="*/ 1353240 h 1410656"/>
                  <a:gd name="connsiteX73" fmla="*/ 2271540 w 5260975"/>
                  <a:gd name="connsiteY73" fmla="*/ 1356120 h 1410656"/>
                  <a:gd name="connsiteX74" fmla="*/ 2226895 w 5260975"/>
                  <a:gd name="connsiteY74" fmla="*/ 1354392 h 1410656"/>
                  <a:gd name="connsiteX75" fmla="*/ 2210379 w 5260975"/>
                  <a:gd name="connsiteY75" fmla="*/ 1356888 h 1410656"/>
                  <a:gd name="connsiteX76" fmla="*/ 2168613 w 5260975"/>
                  <a:gd name="connsiteY76" fmla="*/ 1357176 h 1410656"/>
                  <a:gd name="connsiteX77" fmla="*/ 2131167 w 5260975"/>
                  <a:gd name="connsiteY77" fmla="*/ 1355736 h 1410656"/>
                  <a:gd name="connsiteX78" fmla="*/ 2095065 w 5260975"/>
                  <a:gd name="connsiteY78" fmla="*/ 1356504 h 1410656"/>
                  <a:gd name="connsiteX79" fmla="*/ 2069237 w 5260975"/>
                  <a:gd name="connsiteY79" fmla="*/ 1359672 h 1410656"/>
                  <a:gd name="connsiteX80" fmla="*/ 2041201 w 5260975"/>
                  <a:gd name="connsiteY80" fmla="*/ 1361592 h 1410656"/>
                  <a:gd name="connsiteX81" fmla="*/ 1963909 w 5260975"/>
                  <a:gd name="connsiteY81" fmla="*/ 1373018 h 1410656"/>
                  <a:gd name="connsiteX82" fmla="*/ 1949603 w 5260975"/>
                  <a:gd name="connsiteY82" fmla="*/ 1370234 h 1410656"/>
                  <a:gd name="connsiteX83" fmla="*/ 1868373 w 5260975"/>
                  <a:gd name="connsiteY83" fmla="*/ 1367641 h 1410656"/>
                  <a:gd name="connsiteX84" fmla="*/ 1850707 w 5260975"/>
                  <a:gd name="connsiteY84" fmla="*/ 1367834 h 1410656"/>
                  <a:gd name="connsiteX85" fmla="*/ 1803275 w 5260975"/>
                  <a:gd name="connsiteY85" fmla="*/ 1356504 h 1410656"/>
                  <a:gd name="connsiteX86" fmla="*/ 1730112 w 5260975"/>
                  <a:gd name="connsiteY86" fmla="*/ 1374459 h 1410656"/>
                  <a:gd name="connsiteX87" fmla="*/ 1661652 w 5260975"/>
                  <a:gd name="connsiteY87" fmla="*/ 1396926 h 1410656"/>
                  <a:gd name="connsiteX88" fmla="*/ 1653011 w 5260975"/>
                  <a:gd name="connsiteY88" fmla="*/ 1399807 h 1410656"/>
                  <a:gd name="connsiteX89" fmla="*/ 1628431 w 5260975"/>
                  <a:gd name="connsiteY89" fmla="*/ 1404704 h 1410656"/>
                  <a:gd name="connsiteX90" fmla="*/ 1597995 w 5260975"/>
                  <a:gd name="connsiteY90" fmla="*/ 1406432 h 1410656"/>
                  <a:gd name="connsiteX91" fmla="*/ 1559396 w 5260975"/>
                  <a:gd name="connsiteY91" fmla="*/ 1410656 h 1410656"/>
                  <a:gd name="connsiteX92" fmla="*/ 1528480 w 5260975"/>
                  <a:gd name="connsiteY92" fmla="*/ 1405375 h 1410656"/>
                  <a:gd name="connsiteX93" fmla="*/ 1485272 w 5260975"/>
                  <a:gd name="connsiteY93" fmla="*/ 1397502 h 1410656"/>
                  <a:gd name="connsiteX94" fmla="*/ 1444562 w 5260975"/>
                  <a:gd name="connsiteY94" fmla="*/ 1390013 h 1410656"/>
                  <a:gd name="connsiteX95" fmla="*/ 1431696 w 5260975"/>
                  <a:gd name="connsiteY95" fmla="*/ 1398846 h 1410656"/>
                  <a:gd name="connsiteX96" fmla="*/ 1411821 w 5260975"/>
                  <a:gd name="connsiteY96" fmla="*/ 1406527 h 1410656"/>
                  <a:gd name="connsiteX97" fmla="*/ 1389738 w 5260975"/>
                  <a:gd name="connsiteY97" fmla="*/ 1397310 h 1410656"/>
                  <a:gd name="connsiteX98" fmla="*/ 1338081 w 5260975"/>
                  <a:gd name="connsiteY98" fmla="*/ 1378204 h 1410656"/>
                  <a:gd name="connsiteX99" fmla="*/ 1305436 w 5260975"/>
                  <a:gd name="connsiteY99" fmla="*/ 1377339 h 1410656"/>
                  <a:gd name="connsiteX100" fmla="*/ 1234481 w 5260975"/>
                  <a:gd name="connsiteY100" fmla="*/ 1369178 h 1410656"/>
                  <a:gd name="connsiteX101" fmla="*/ 1188106 w 5260975"/>
                  <a:gd name="connsiteY101" fmla="*/ 1357560 h 1410656"/>
                  <a:gd name="connsiteX102" fmla="*/ 1154790 w 5260975"/>
                  <a:gd name="connsiteY102" fmla="*/ 1344406 h 1410656"/>
                  <a:gd name="connsiteX103" fmla="*/ 1107069 w 5260975"/>
                  <a:gd name="connsiteY103" fmla="*/ 1327219 h 1410656"/>
                  <a:gd name="connsiteX104" fmla="*/ 1059158 w 5260975"/>
                  <a:gd name="connsiteY104" fmla="*/ 1318290 h 1410656"/>
                  <a:gd name="connsiteX105" fmla="*/ 1024496 w 5260975"/>
                  <a:gd name="connsiteY105" fmla="*/ 1307056 h 1410656"/>
                  <a:gd name="connsiteX106" fmla="*/ 982153 w 5260975"/>
                  <a:gd name="connsiteY106" fmla="*/ 1299374 h 1410656"/>
                  <a:gd name="connsiteX107" fmla="*/ 946628 w 5260975"/>
                  <a:gd name="connsiteY107" fmla="*/ 1299087 h 1410656"/>
                  <a:gd name="connsiteX108" fmla="*/ 890939 w 5260975"/>
                  <a:gd name="connsiteY108" fmla="*/ 1300431 h 1410656"/>
                  <a:gd name="connsiteX109" fmla="*/ 822769 w 5260975"/>
                  <a:gd name="connsiteY109" fmla="*/ 1277196 h 1410656"/>
                  <a:gd name="connsiteX110" fmla="*/ 795212 w 5260975"/>
                  <a:gd name="connsiteY110" fmla="*/ 1272010 h 1410656"/>
                  <a:gd name="connsiteX111" fmla="*/ 769288 w 5260975"/>
                  <a:gd name="connsiteY111" fmla="*/ 1269610 h 1410656"/>
                  <a:gd name="connsiteX112" fmla="*/ 714271 w 5260975"/>
                  <a:gd name="connsiteY112" fmla="*/ 1254152 h 1410656"/>
                  <a:gd name="connsiteX113" fmla="*/ 691900 w 5260975"/>
                  <a:gd name="connsiteY113" fmla="*/ 1249062 h 1410656"/>
                  <a:gd name="connsiteX114" fmla="*/ 660598 w 5260975"/>
                  <a:gd name="connsiteY114" fmla="*/ 1249159 h 1410656"/>
                  <a:gd name="connsiteX115" fmla="*/ 603662 w 5260975"/>
                  <a:gd name="connsiteY115" fmla="*/ 1242054 h 1410656"/>
                  <a:gd name="connsiteX116" fmla="*/ 546821 w 5260975"/>
                  <a:gd name="connsiteY116" fmla="*/ 1221314 h 1410656"/>
                  <a:gd name="connsiteX117" fmla="*/ 522721 w 5260975"/>
                  <a:gd name="connsiteY117" fmla="*/ 1223330 h 1410656"/>
                  <a:gd name="connsiteX118" fmla="*/ 514080 w 5260975"/>
                  <a:gd name="connsiteY118" fmla="*/ 1222851 h 1410656"/>
                  <a:gd name="connsiteX119" fmla="*/ 436404 w 5260975"/>
                  <a:gd name="connsiteY119" fmla="*/ 1211424 h 1410656"/>
                  <a:gd name="connsiteX120" fmla="*/ 428626 w 5260975"/>
                  <a:gd name="connsiteY120" fmla="*/ 1210177 h 1410656"/>
                  <a:gd name="connsiteX121" fmla="*/ 392141 w 5260975"/>
                  <a:gd name="connsiteY121" fmla="*/ 1199999 h 1410656"/>
                  <a:gd name="connsiteX122" fmla="*/ 300157 w 5260975"/>
                  <a:gd name="connsiteY122" fmla="*/ 1193662 h 1410656"/>
                  <a:gd name="connsiteX123" fmla="*/ 294493 w 5260975"/>
                  <a:gd name="connsiteY123" fmla="*/ 1192894 h 1410656"/>
                  <a:gd name="connsiteX124" fmla="*/ 263671 w 5260975"/>
                  <a:gd name="connsiteY124" fmla="*/ 1197982 h 1410656"/>
                  <a:gd name="connsiteX125" fmla="*/ 248406 w 5260975"/>
                  <a:gd name="connsiteY125" fmla="*/ 1205184 h 1410656"/>
                  <a:gd name="connsiteX126" fmla="*/ 224594 w 5260975"/>
                  <a:gd name="connsiteY126" fmla="*/ 1212673 h 1410656"/>
                  <a:gd name="connsiteX127" fmla="*/ 200398 w 5260975"/>
                  <a:gd name="connsiteY127" fmla="*/ 1215458 h 1410656"/>
                  <a:gd name="connsiteX128" fmla="*/ 159783 w 5260975"/>
                  <a:gd name="connsiteY128" fmla="*/ 1204127 h 1410656"/>
                  <a:gd name="connsiteX129" fmla="*/ 144997 w 5260975"/>
                  <a:gd name="connsiteY129" fmla="*/ 1202975 h 1410656"/>
                  <a:gd name="connsiteX130" fmla="*/ 112064 w 5260975"/>
                  <a:gd name="connsiteY130" fmla="*/ 1197503 h 1410656"/>
                  <a:gd name="connsiteX131" fmla="*/ 83259 w 5260975"/>
                  <a:gd name="connsiteY131" fmla="*/ 1197887 h 1410656"/>
                  <a:gd name="connsiteX132" fmla="*/ 60120 w 5260975"/>
                  <a:gd name="connsiteY132" fmla="*/ 1206624 h 1410656"/>
                  <a:gd name="connsiteX133" fmla="*/ 26514 w 5260975"/>
                  <a:gd name="connsiteY133" fmla="*/ 1208352 h 1410656"/>
                  <a:gd name="connsiteX134" fmla="*/ 4814 w 5260975"/>
                  <a:gd name="connsiteY134" fmla="*/ 1202015 h 1410656"/>
                  <a:gd name="connsiteX135" fmla="*/ 398 w 5260975"/>
                  <a:gd name="connsiteY135" fmla="*/ 1201152 h 1410656"/>
                  <a:gd name="connsiteX136" fmla="*/ 0 w 5260975"/>
                  <a:gd name="connsiteY136" fmla="*/ 1201150 h 1410656"/>
                  <a:gd name="connsiteX137" fmla="*/ 0 w 5260975"/>
                  <a:gd name="connsiteY137" fmla="*/ 1004512 h 1410656"/>
                  <a:gd name="connsiteX138" fmla="*/ 30355 w 5260975"/>
                  <a:gd name="connsiteY138" fmla="*/ 1002784 h 1410656"/>
                  <a:gd name="connsiteX139" fmla="*/ 52151 w 5260975"/>
                  <a:gd name="connsiteY139" fmla="*/ 997695 h 1410656"/>
                  <a:gd name="connsiteX140" fmla="*/ 64248 w 5260975"/>
                  <a:gd name="connsiteY140" fmla="*/ 994430 h 1410656"/>
                  <a:gd name="connsiteX141" fmla="*/ 126370 w 5260975"/>
                  <a:gd name="connsiteY141" fmla="*/ 985405 h 1410656"/>
                  <a:gd name="connsiteX142" fmla="*/ 154022 w 5260975"/>
                  <a:gd name="connsiteY142" fmla="*/ 975708 h 1410656"/>
                  <a:gd name="connsiteX143" fmla="*/ 161512 w 5260975"/>
                  <a:gd name="connsiteY143" fmla="*/ 974268 h 1410656"/>
                  <a:gd name="connsiteX144" fmla="*/ 202510 w 5260975"/>
                  <a:gd name="connsiteY144" fmla="*/ 978300 h 1410656"/>
                  <a:gd name="connsiteX145" fmla="*/ 233235 w 5260975"/>
                  <a:gd name="connsiteY145" fmla="*/ 993950 h 1410656"/>
                  <a:gd name="connsiteX146" fmla="*/ 239188 w 5260975"/>
                  <a:gd name="connsiteY146" fmla="*/ 999231 h 1410656"/>
                  <a:gd name="connsiteX147" fmla="*/ 324834 w 5260975"/>
                  <a:gd name="connsiteY147" fmla="*/ 997407 h 1410656"/>
                  <a:gd name="connsiteX148" fmla="*/ 337987 w 5260975"/>
                  <a:gd name="connsiteY148" fmla="*/ 995198 h 1410656"/>
                  <a:gd name="connsiteX149" fmla="*/ 401550 w 5260975"/>
                  <a:gd name="connsiteY149" fmla="*/ 1004416 h 1410656"/>
                  <a:gd name="connsiteX150" fmla="*/ 420081 w 5260975"/>
                  <a:gd name="connsiteY150" fmla="*/ 1006240 h 1410656"/>
                  <a:gd name="connsiteX151" fmla="*/ 486523 w 5260975"/>
                  <a:gd name="connsiteY151" fmla="*/ 1014498 h 1410656"/>
                  <a:gd name="connsiteX152" fmla="*/ 495932 w 5260975"/>
                  <a:gd name="connsiteY152" fmla="*/ 1006817 h 1410656"/>
                  <a:gd name="connsiteX153" fmla="*/ 523009 w 5260975"/>
                  <a:gd name="connsiteY153" fmla="*/ 987517 h 1410656"/>
                  <a:gd name="connsiteX154" fmla="*/ 576393 w 5260975"/>
                  <a:gd name="connsiteY154" fmla="*/ 970427 h 1410656"/>
                  <a:gd name="connsiteX155" fmla="*/ 590892 w 5260975"/>
                  <a:gd name="connsiteY155" fmla="*/ 971387 h 1410656"/>
                  <a:gd name="connsiteX156" fmla="*/ 627569 w 5260975"/>
                  <a:gd name="connsiteY156" fmla="*/ 999904 h 1410656"/>
                  <a:gd name="connsiteX157" fmla="*/ 645429 w 5260975"/>
                  <a:gd name="connsiteY157" fmla="*/ 1011329 h 1410656"/>
                  <a:gd name="connsiteX158" fmla="*/ 696125 w 5260975"/>
                  <a:gd name="connsiteY158" fmla="*/ 1032356 h 1410656"/>
                  <a:gd name="connsiteX159" fmla="*/ 700349 w 5260975"/>
                  <a:gd name="connsiteY159" fmla="*/ 1036197 h 1410656"/>
                  <a:gd name="connsiteX160" fmla="*/ 737795 w 5260975"/>
                  <a:gd name="connsiteY160" fmla="*/ 1081804 h 1410656"/>
                  <a:gd name="connsiteX161" fmla="*/ 746244 w 5260975"/>
                  <a:gd name="connsiteY161" fmla="*/ 1089581 h 1410656"/>
                  <a:gd name="connsiteX162" fmla="*/ 756422 w 5260975"/>
                  <a:gd name="connsiteY162" fmla="*/ 1101680 h 1410656"/>
                  <a:gd name="connsiteX163" fmla="*/ 788202 w 5260975"/>
                  <a:gd name="connsiteY163" fmla="*/ 1125108 h 1410656"/>
                  <a:gd name="connsiteX164" fmla="*/ 827569 w 5260975"/>
                  <a:gd name="connsiteY164" fmla="*/ 1132596 h 1410656"/>
                  <a:gd name="connsiteX165" fmla="*/ 875097 w 5260975"/>
                  <a:gd name="connsiteY165" fmla="*/ 1144022 h 1410656"/>
                  <a:gd name="connsiteX166" fmla="*/ 894972 w 5260975"/>
                  <a:gd name="connsiteY166" fmla="*/ 1151704 h 1410656"/>
                  <a:gd name="connsiteX167" fmla="*/ 948260 w 5260975"/>
                  <a:gd name="connsiteY167" fmla="*/ 1166298 h 1410656"/>
                  <a:gd name="connsiteX168" fmla="*/ 986282 w 5260975"/>
                  <a:gd name="connsiteY168" fmla="*/ 1178588 h 1410656"/>
                  <a:gd name="connsiteX169" fmla="*/ 1041107 w 5260975"/>
                  <a:gd name="connsiteY169" fmla="*/ 1185789 h 1410656"/>
                  <a:gd name="connsiteX170" fmla="*/ 1067703 w 5260975"/>
                  <a:gd name="connsiteY170" fmla="*/ 1186076 h 1410656"/>
                  <a:gd name="connsiteX171" fmla="*/ 1116574 w 5260975"/>
                  <a:gd name="connsiteY171" fmla="*/ 1222946 h 1410656"/>
                  <a:gd name="connsiteX172" fmla="*/ 1155557 w 5260975"/>
                  <a:gd name="connsiteY172" fmla="*/ 1247335 h 1410656"/>
                  <a:gd name="connsiteX173" fmla="*/ 1196556 w 5260975"/>
                  <a:gd name="connsiteY173" fmla="*/ 1235525 h 1410656"/>
                  <a:gd name="connsiteX174" fmla="*/ 1207693 w 5260975"/>
                  <a:gd name="connsiteY174" fmla="*/ 1224387 h 1410656"/>
                  <a:gd name="connsiteX175" fmla="*/ 1274904 w 5260975"/>
                  <a:gd name="connsiteY175" fmla="*/ 1213826 h 1410656"/>
                  <a:gd name="connsiteX176" fmla="*/ 1370919 w 5260975"/>
                  <a:gd name="connsiteY176" fmla="*/ 1213442 h 1410656"/>
                  <a:gd name="connsiteX177" fmla="*/ 1530593 w 5260975"/>
                  <a:gd name="connsiteY177" fmla="*/ 1189437 h 1410656"/>
                  <a:gd name="connsiteX178" fmla="*/ 1558436 w 5260975"/>
                  <a:gd name="connsiteY178" fmla="*/ 1178299 h 1410656"/>
                  <a:gd name="connsiteX179" fmla="*/ 1589737 w 5260975"/>
                  <a:gd name="connsiteY179" fmla="*/ 1175515 h 1410656"/>
                  <a:gd name="connsiteX180" fmla="*/ 1601740 w 5260975"/>
                  <a:gd name="connsiteY180" fmla="*/ 1182333 h 1410656"/>
                  <a:gd name="connsiteX181" fmla="*/ 1654259 w 5260975"/>
                  <a:gd name="connsiteY181" fmla="*/ 1192510 h 1410656"/>
                  <a:gd name="connsiteX182" fmla="*/ 1664246 w 5260975"/>
                  <a:gd name="connsiteY182" fmla="*/ 1192702 h 1410656"/>
                  <a:gd name="connsiteX183" fmla="*/ 1698427 w 5260975"/>
                  <a:gd name="connsiteY183" fmla="*/ 1188381 h 1410656"/>
                  <a:gd name="connsiteX184" fmla="*/ 1730112 w 5260975"/>
                  <a:gd name="connsiteY184" fmla="*/ 1185885 h 1410656"/>
                  <a:gd name="connsiteX185" fmla="*/ 1809996 w 5260975"/>
                  <a:gd name="connsiteY185" fmla="*/ 1194046 h 1410656"/>
                  <a:gd name="connsiteX186" fmla="*/ 1871254 w 5260975"/>
                  <a:gd name="connsiteY186" fmla="*/ 1192126 h 1410656"/>
                  <a:gd name="connsiteX187" fmla="*/ 1899482 w 5260975"/>
                  <a:gd name="connsiteY187" fmla="*/ 1194046 h 1410656"/>
                  <a:gd name="connsiteX188" fmla="*/ 1915420 w 5260975"/>
                  <a:gd name="connsiteY188" fmla="*/ 1196927 h 1410656"/>
                  <a:gd name="connsiteX189" fmla="*/ 1951522 w 5260975"/>
                  <a:gd name="connsiteY189" fmla="*/ 1216994 h 1410656"/>
                  <a:gd name="connsiteX190" fmla="*/ 1971302 w 5260975"/>
                  <a:gd name="connsiteY190" fmla="*/ 1221507 h 1410656"/>
                  <a:gd name="connsiteX191" fmla="*/ 2030831 w 5260975"/>
                  <a:gd name="connsiteY191" fmla="*/ 1221123 h 1410656"/>
                  <a:gd name="connsiteX192" fmla="*/ 2120125 w 5260975"/>
                  <a:gd name="connsiteY192" fmla="*/ 1190878 h 1410656"/>
                  <a:gd name="connsiteX193" fmla="*/ 2129439 w 5260975"/>
                  <a:gd name="connsiteY193" fmla="*/ 1186845 h 1410656"/>
                  <a:gd name="connsiteX194" fmla="*/ 2174854 w 5260975"/>
                  <a:gd name="connsiteY194" fmla="*/ 1181852 h 1410656"/>
                  <a:gd name="connsiteX195" fmla="*/ 2205674 w 5260975"/>
                  <a:gd name="connsiteY195" fmla="*/ 1188669 h 1410656"/>
                  <a:gd name="connsiteX196" fmla="*/ 2247634 w 5260975"/>
                  <a:gd name="connsiteY196" fmla="*/ 1202784 h 1410656"/>
                  <a:gd name="connsiteX197" fmla="*/ 2285367 w 5260975"/>
                  <a:gd name="connsiteY197" fmla="*/ 1214594 h 1410656"/>
                  <a:gd name="connsiteX198" fmla="*/ 2312827 w 5260975"/>
                  <a:gd name="connsiteY198" fmla="*/ 1227939 h 1410656"/>
                  <a:gd name="connsiteX199" fmla="*/ 2375622 w 5260975"/>
                  <a:gd name="connsiteY199" fmla="*/ 1237733 h 1410656"/>
                  <a:gd name="connsiteX200" fmla="*/ 2382151 w 5260975"/>
                  <a:gd name="connsiteY200" fmla="*/ 1239365 h 1410656"/>
                  <a:gd name="connsiteX201" fmla="*/ 2429390 w 5260975"/>
                  <a:gd name="connsiteY201" fmla="*/ 1227459 h 1410656"/>
                  <a:gd name="connsiteX202" fmla="*/ 2486134 w 5260975"/>
                  <a:gd name="connsiteY202" fmla="*/ 1215362 h 1410656"/>
                  <a:gd name="connsiteX203" fmla="*/ 2506394 w 5260975"/>
                  <a:gd name="connsiteY203" fmla="*/ 1219490 h 1410656"/>
                  <a:gd name="connsiteX204" fmla="*/ 2534142 w 5260975"/>
                  <a:gd name="connsiteY204" fmla="*/ 1225347 h 1410656"/>
                  <a:gd name="connsiteX205" fmla="*/ 2559874 w 5260975"/>
                  <a:gd name="connsiteY205" fmla="*/ 1222275 h 1410656"/>
                  <a:gd name="connsiteX206" fmla="*/ 2575525 w 5260975"/>
                  <a:gd name="connsiteY206" fmla="*/ 1221987 h 1410656"/>
                  <a:gd name="connsiteX207" fmla="*/ 2646960 w 5260975"/>
                  <a:gd name="connsiteY207" fmla="*/ 1257896 h 1410656"/>
                  <a:gd name="connsiteX208" fmla="*/ 2665107 w 5260975"/>
                  <a:gd name="connsiteY208" fmla="*/ 1260873 h 1410656"/>
                  <a:gd name="connsiteX209" fmla="*/ 2675381 w 5260975"/>
                  <a:gd name="connsiteY209" fmla="*/ 1265290 h 1410656"/>
                  <a:gd name="connsiteX210" fmla="*/ 2737311 w 5260975"/>
                  <a:gd name="connsiteY210" fmla="*/ 1309841 h 1410656"/>
                  <a:gd name="connsiteX211" fmla="*/ 2763619 w 5260975"/>
                  <a:gd name="connsiteY211" fmla="*/ 1318866 h 1410656"/>
                  <a:gd name="connsiteX212" fmla="*/ 2792519 w 5260975"/>
                  <a:gd name="connsiteY212" fmla="*/ 1317041 h 1410656"/>
                  <a:gd name="connsiteX213" fmla="*/ 2809226 w 5260975"/>
                  <a:gd name="connsiteY213" fmla="*/ 1313777 h 1410656"/>
                  <a:gd name="connsiteX214" fmla="*/ 2850705 w 5260975"/>
                  <a:gd name="connsiteY214" fmla="*/ 1285452 h 1410656"/>
                  <a:gd name="connsiteX215" fmla="*/ 2874324 w 5260975"/>
                  <a:gd name="connsiteY215" fmla="*/ 1286413 h 1410656"/>
                  <a:gd name="connsiteX216" fmla="*/ 2911194 w 5260975"/>
                  <a:gd name="connsiteY216" fmla="*/ 1305903 h 1410656"/>
                  <a:gd name="connsiteX217" fmla="*/ 2978116 w 5260975"/>
                  <a:gd name="connsiteY217" fmla="*/ 1314641 h 1410656"/>
                  <a:gd name="connsiteX218" fmla="*/ 3012106 w 5260975"/>
                  <a:gd name="connsiteY218" fmla="*/ 1287373 h 1410656"/>
                  <a:gd name="connsiteX219" fmla="*/ 3029676 w 5260975"/>
                  <a:gd name="connsiteY219" fmla="*/ 1261161 h 1410656"/>
                  <a:gd name="connsiteX220" fmla="*/ 3080469 w 5260975"/>
                  <a:gd name="connsiteY220" fmla="*/ 1230724 h 1410656"/>
                  <a:gd name="connsiteX221" fmla="*/ 3092567 w 5260975"/>
                  <a:gd name="connsiteY221" fmla="*/ 1242054 h 1410656"/>
                  <a:gd name="connsiteX222" fmla="*/ 3129821 w 5260975"/>
                  <a:gd name="connsiteY222" fmla="*/ 1246855 h 1410656"/>
                  <a:gd name="connsiteX223" fmla="*/ 3170147 w 5260975"/>
                  <a:gd name="connsiteY223" fmla="*/ 1246471 h 1410656"/>
                  <a:gd name="connsiteX224" fmla="*/ 3240429 w 5260975"/>
                  <a:gd name="connsiteY224" fmla="*/ 1251559 h 1410656"/>
                  <a:gd name="connsiteX225" fmla="*/ 3287189 w 5260975"/>
                  <a:gd name="connsiteY225" fmla="*/ 1222466 h 1410656"/>
                  <a:gd name="connsiteX226" fmla="*/ 3305049 w 5260975"/>
                  <a:gd name="connsiteY226" fmla="*/ 1210465 h 1410656"/>
                  <a:gd name="connsiteX227" fmla="*/ 3321755 w 5260975"/>
                  <a:gd name="connsiteY227" fmla="*/ 1202784 h 1410656"/>
                  <a:gd name="connsiteX228" fmla="*/ 3341055 w 5260975"/>
                  <a:gd name="connsiteY228" fmla="*/ 1198463 h 1410656"/>
                  <a:gd name="connsiteX229" fmla="*/ 3387621 w 5260975"/>
                  <a:gd name="connsiteY229" fmla="*/ 1182140 h 1410656"/>
                  <a:gd name="connsiteX230" fmla="*/ 3413161 w 5260975"/>
                  <a:gd name="connsiteY230" fmla="*/ 1166105 h 1410656"/>
                  <a:gd name="connsiteX231" fmla="*/ 3470579 w 5260975"/>
                  <a:gd name="connsiteY231" fmla="*/ 1150647 h 1410656"/>
                  <a:gd name="connsiteX232" fmla="*/ 3509657 w 5260975"/>
                  <a:gd name="connsiteY232" fmla="*/ 1136821 h 1410656"/>
                  <a:gd name="connsiteX233" fmla="*/ 3550847 w 5260975"/>
                  <a:gd name="connsiteY233" fmla="*/ 1113009 h 1410656"/>
                  <a:gd name="connsiteX234" fmla="*/ 3556608 w 5260975"/>
                  <a:gd name="connsiteY234" fmla="*/ 1109361 h 1410656"/>
                  <a:gd name="connsiteX235" fmla="*/ 3570435 w 5260975"/>
                  <a:gd name="connsiteY235" fmla="*/ 1093710 h 1410656"/>
                  <a:gd name="connsiteX236" fmla="*/ 3590501 w 5260975"/>
                  <a:gd name="connsiteY236" fmla="*/ 1039846 h 1410656"/>
                  <a:gd name="connsiteX237" fmla="*/ 3596263 w 5260975"/>
                  <a:gd name="connsiteY237" fmla="*/ 1028900 h 1410656"/>
                  <a:gd name="connsiteX238" fmla="*/ 3648591 w 5260975"/>
                  <a:gd name="connsiteY238" fmla="*/ 992030 h 1410656"/>
                  <a:gd name="connsiteX239" fmla="*/ 3667986 w 5260975"/>
                  <a:gd name="connsiteY239" fmla="*/ 995487 h 1410656"/>
                  <a:gd name="connsiteX240" fmla="*/ 3689397 w 5260975"/>
                  <a:gd name="connsiteY240" fmla="*/ 1007585 h 1410656"/>
                  <a:gd name="connsiteX241" fmla="*/ 3736349 w 5260975"/>
                  <a:gd name="connsiteY241" fmla="*/ 1010753 h 1410656"/>
                  <a:gd name="connsiteX242" fmla="*/ 3753919 w 5260975"/>
                  <a:gd name="connsiteY242" fmla="*/ 1004513 h 1410656"/>
                  <a:gd name="connsiteX243" fmla="*/ 3784643 w 5260975"/>
                  <a:gd name="connsiteY243" fmla="*/ 987710 h 1410656"/>
                  <a:gd name="connsiteX244" fmla="*/ 3808359 w 5260975"/>
                  <a:gd name="connsiteY244" fmla="*/ 961689 h 1410656"/>
                  <a:gd name="connsiteX245" fmla="*/ 3842829 w 5260975"/>
                  <a:gd name="connsiteY245" fmla="*/ 918674 h 1410656"/>
                  <a:gd name="connsiteX246" fmla="*/ 3908983 w 5260975"/>
                  <a:gd name="connsiteY246" fmla="*/ 902256 h 1410656"/>
                  <a:gd name="connsiteX247" fmla="*/ 3934428 w 5260975"/>
                  <a:gd name="connsiteY247" fmla="*/ 896783 h 1410656"/>
                  <a:gd name="connsiteX248" fmla="*/ 4026987 w 5260975"/>
                  <a:gd name="connsiteY248" fmla="*/ 873835 h 1410656"/>
                  <a:gd name="connsiteX249" fmla="*/ 4035051 w 5260975"/>
                  <a:gd name="connsiteY249" fmla="*/ 873067 h 1410656"/>
                  <a:gd name="connsiteX250" fmla="*/ 4099189 w 5260975"/>
                  <a:gd name="connsiteY250" fmla="*/ 846664 h 1410656"/>
                  <a:gd name="connsiteX251" fmla="*/ 4114647 w 5260975"/>
                  <a:gd name="connsiteY251" fmla="*/ 840134 h 1410656"/>
                  <a:gd name="connsiteX252" fmla="*/ 4133563 w 5260975"/>
                  <a:gd name="connsiteY252" fmla="*/ 823427 h 1410656"/>
                  <a:gd name="connsiteX253" fmla="*/ 4151039 w 5260975"/>
                  <a:gd name="connsiteY253" fmla="*/ 776284 h 1410656"/>
                  <a:gd name="connsiteX254" fmla="*/ 4171489 w 5260975"/>
                  <a:gd name="connsiteY254" fmla="*/ 754776 h 1410656"/>
                  <a:gd name="connsiteX255" fmla="*/ 4186372 w 5260975"/>
                  <a:gd name="connsiteY255" fmla="*/ 741718 h 1410656"/>
                  <a:gd name="connsiteX256" fmla="*/ 4199429 w 5260975"/>
                  <a:gd name="connsiteY256" fmla="*/ 721940 h 1410656"/>
                  <a:gd name="connsiteX257" fmla="*/ 4212487 w 5260975"/>
                  <a:gd name="connsiteY257" fmla="*/ 674604 h 1410656"/>
                  <a:gd name="connsiteX258" fmla="*/ 4232555 w 5260975"/>
                  <a:gd name="connsiteY258" fmla="*/ 632645 h 1410656"/>
                  <a:gd name="connsiteX259" fmla="*/ 4268657 w 5260975"/>
                  <a:gd name="connsiteY259" fmla="*/ 609410 h 1410656"/>
                  <a:gd name="connsiteX260" fmla="*/ 4291028 w 5260975"/>
                  <a:gd name="connsiteY260" fmla="*/ 597216 h 1410656"/>
                  <a:gd name="connsiteX261" fmla="*/ 4379651 w 5260975"/>
                  <a:gd name="connsiteY261" fmla="*/ 609506 h 1410656"/>
                  <a:gd name="connsiteX262" fmla="*/ 4440139 w 5260975"/>
                  <a:gd name="connsiteY262" fmla="*/ 621507 h 1410656"/>
                  <a:gd name="connsiteX263" fmla="*/ 4460015 w 5260975"/>
                  <a:gd name="connsiteY263" fmla="*/ 616899 h 1410656"/>
                  <a:gd name="connsiteX264" fmla="*/ 4516183 w 5260975"/>
                  <a:gd name="connsiteY264" fmla="*/ 577724 h 1410656"/>
                  <a:gd name="connsiteX265" fmla="*/ 4571681 w 5260975"/>
                  <a:gd name="connsiteY265" fmla="*/ 560250 h 1410656"/>
                  <a:gd name="connsiteX266" fmla="*/ 4613447 w 5260975"/>
                  <a:gd name="connsiteY266" fmla="*/ 555257 h 1410656"/>
                  <a:gd name="connsiteX267" fmla="*/ 4649355 w 5260975"/>
                  <a:gd name="connsiteY267" fmla="*/ 551417 h 1410656"/>
                  <a:gd name="connsiteX268" fmla="*/ 4692467 w 5260975"/>
                  <a:gd name="connsiteY268" fmla="*/ 540663 h 1410656"/>
                  <a:gd name="connsiteX269" fmla="*/ 4716855 w 5260975"/>
                  <a:gd name="connsiteY269" fmla="*/ 528949 h 1410656"/>
                  <a:gd name="connsiteX270" fmla="*/ 4755645 w 5260975"/>
                  <a:gd name="connsiteY270" fmla="*/ 512147 h 1410656"/>
                  <a:gd name="connsiteX271" fmla="*/ 4795395 w 5260975"/>
                  <a:gd name="connsiteY271" fmla="*/ 490351 h 1410656"/>
                  <a:gd name="connsiteX272" fmla="*/ 4825928 w 5260975"/>
                  <a:gd name="connsiteY272" fmla="*/ 459818 h 1410656"/>
                  <a:gd name="connsiteX273" fmla="*/ 4842347 w 5260975"/>
                  <a:gd name="connsiteY273" fmla="*/ 434086 h 1410656"/>
                  <a:gd name="connsiteX274" fmla="*/ 4890451 w 5260975"/>
                  <a:gd name="connsiteY274" fmla="*/ 397216 h 1410656"/>
                  <a:gd name="connsiteX275" fmla="*/ 4933945 w 5260975"/>
                  <a:gd name="connsiteY275" fmla="*/ 327701 h 1410656"/>
                  <a:gd name="connsiteX276" fmla="*/ 4961214 w 5260975"/>
                  <a:gd name="connsiteY276" fmla="*/ 298801 h 1410656"/>
                  <a:gd name="connsiteX277" fmla="*/ 4976672 w 5260975"/>
                  <a:gd name="connsiteY277" fmla="*/ 290639 h 1410656"/>
                  <a:gd name="connsiteX278" fmla="*/ 5002979 w 5260975"/>
                  <a:gd name="connsiteY278" fmla="*/ 270573 h 1410656"/>
                  <a:gd name="connsiteX279" fmla="*/ 5018535 w 5260975"/>
                  <a:gd name="connsiteY279" fmla="*/ 255690 h 1410656"/>
                  <a:gd name="connsiteX280" fmla="*/ 5061069 w 5260975"/>
                  <a:gd name="connsiteY280" fmla="*/ 200961 h 1410656"/>
                  <a:gd name="connsiteX281" fmla="*/ 5074127 w 5260975"/>
                  <a:gd name="connsiteY281" fmla="*/ 184735 h 1410656"/>
                  <a:gd name="connsiteX282" fmla="*/ 5101108 w 5260975"/>
                  <a:gd name="connsiteY282" fmla="*/ 156891 h 1410656"/>
                  <a:gd name="connsiteX283" fmla="*/ 5112918 w 5260975"/>
                  <a:gd name="connsiteY283" fmla="*/ 148441 h 1410656"/>
                  <a:gd name="connsiteX284" fmla="*/ 5133753 w 5260975"/>
                  <a:gd name="connsiteY284" fmla="*/ 125782 h 1410656"/>
                  <a:gd name="connsiteX285" fmla="*/ 5183393 w 5260975"/>
                  <a:gd name="connsiteY285" fmla="*/ 66348 h 1410656"/>
                  <a:gd name="connsiteX286" fmla="*/ 5204709 w 5260975"/>
                  <a:gd name="connsiteY286" fmla="*/ 33030 h 1410656"/>
                  <a:gd name="connsiteX287" fmla="*/ 5247243 w 5260975"/>
                  <a:gd name="connsiteY287" fmla="*/ 8451 h 14106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</a:cxnLst>
                <a:rect l="l" t="t" r="r" b="b"/>
                <a:pathLst>
                  <a:path w="5260975" h="1410656">
                    <a:moveTo>
                      <a:pt x="5260975" y="0"/>
                    </a:moveTo>
                    <a:lnTo>
                      <a:pt x="5260975" y="221634"/>
                    </a:lnTo>
                    <a:lnTo>
                      <a:pt x="5226503" y="237063"/>
                    </a:lnTo>
                    <a:cubicBezTo>
                      <a:pt x="5219783" y="239848"/>
                      <a:pt x="5212389" y="241384"/>
                      <a:pt x="5206341" y="245128"/>
                    </a:cubicBezTo>
                    <a:cubicBezTo>
                      <a:pt x="5178495" y="262219"/>
                      <a:pt x="5151515" y="280654"/>
                      <a:pt x="5123287" y="297073"/>
                    </a:cubicBezTo>
                    <a:cubicBezTo>
                      <a:pt x="5094195" y="314067"/>
                      <a:pt x="5068175" y="334134"/>
                      <a:pt x="5048107" y="361307"/>
                    </a:cubicBezTo>
                    <a:cubicBezTo>
                      <a:pt x="5029480" y="386559"/>
                      <a:pt x="5011429" y="412194"/>
                      <a:pt x="4992899" y="437542"/>
                    </a:cubicBezTo>
                    <a:cubicBezTo>
                      <a:pt x="4988194" y="443975"/>
                      <a:pt x="4983873" y="451561"/>
                      <a:pt x="4977440" y="455690"/>
                    </a:cubicBezTo>
                    <a:cubicBezTo>
                      <a:pt x="4964094" y="464331"/>
                      <a:pt x="4949499" y="471340"/>
                      <a:pt x="4935193" y="478445"/>
                    </a:cubicBezTo>
                    <a:cubicBezTo>
                      <a:pt x="4922903" y="484494"/>
                      <a:pt x="4909845" y="489006"/>
                      <a:pt x="4897844" y="495535"/>
                    </a:cubicBezTo>
                    <a:cubicBezTo>
                      <a:pt x="4888243" y="500721"/>
                      <a:pt x="4879697" y="507922"/>
                      <a:pt x="4870767" y="514451"/>
                    </a:cubicBezTo>
                    <a:cubicBezTo>
                      <a:pt x="4862990" y="520115"/>
                      <a:pt x="4854445" y="525012"/>
                      <a:pt x="4847916" y="531830"/>
                    </a:cubicBezTo>
                    <a:cubicBezTo>
                      <a:pt x="4831977" y="548344"/>
                      <a:pt x="4815942" y="564571"/>
                      <a:pt x="4796163" y="576765"/>
                    </a:cubicBezTo>
                    <a:cubicBezTo>
                      <a:pt x="4776672" y="588862"/>
                      <a:pt x="4758237" y="602401"/>
                      <a:pt x="4738843" y="614691"/>
                    </a:cubicBezTo>
                    <a:cubicBezTo>
                      <a:pt x="4719831" y="626693"/>
                      <a:pt x="4702645" y="639846"/>
                      <a:pt x="4692755" y="661162"/>
                    </a:cubicBezTo>
                    <a:cubicBezTo>
                      <a:pt x="4688339" y="670571"/>
                      <a:pt x="4682097" y="680845"/>
                      <a:pt x="4673744" y="686318"/>
                    </a:cubicBezTo>
                    <a:cubicBezTo>
                      <a:pt x="4661838" y="694095"/>
                      <a:pt x="4646764" y="696880"/>
                      <a:pt x="4633801" y="703505"/>
                    </a:cubicBezTo>
                    <a:cubicBezTo>
                      <a:pt x="4618535" y="711282"/>
                      <a:pt x="4600869" y="718003"/>
                      <a:pt x="4590499" y="730389"/>
                    </a:cubicBezTo>
                    <a:cubicBezTo>
                      <a:pt x="4581281" y="741431"/>
                      <a:pt x="4571968" y="750072"/>
                      <a:pt x="4559773" y="757081"/>
                    </a:cubicBezTo>
                    <a:cubicBezTo>
                      <a:pt x="4551229" y="761978"/>
                      <a:pt x="4544892" y="770907"/>
                      <a:pt x="4536059" y="774940"/>
                    </a:cubicBezTo>
                    <a:cubicBezTo>
                      <a:pt x="4524441" y="780317"/>
                      <a:pt x="4512727" y="784542"/>
                      <a:pt x="4502549" y="792895"/>
                    </a:cubicBezTo>
                    <a:cubicBezTo>
                      <a:pt x="4491987" y="801536"/>
                      <a:pt x="4479986" y="808353"/>
                      <a:pt x="4468944" y="816419"/>
                    </a:cubicBezTo>
                    <a:cubicBezTo>
                      <a:pt x="4463087" y="820739"/>
                      <a:pt x="4458286" y="826404"/>
                      <a:pt x="4452622" y="830917"/>
                    </a:cubicBezTo>
                    <a:cubicBezTo>
                      <a:pt x="4442252" y="839174"/>
                      <a:pt x="4431690" y="847239"/>
                      <a:pt x="4421032" y="855016"/>
                    </a:cubicBezTo>
                    <a:cubicBezTo>
                      <a:pt x="4410375" y="862794"/>
                      <a:pt x="4400197" y="871819"/>
                      <a:pt x="4388483" y="877484"/>
                    </a:cubicBezTo>
                    <a:cubicBezTo>
                      <a:pt x="4368513" y="887086"/>
                      <a:pt x="4346717" y="892847"/>
                      <a:pt x="4327321" y="903216"/>
                    </a:cubicBezTo>
                    <a:cubicBezTo>
                      <a:pt x="4307639" y="913777"/>
                      <a:pt x="4289107" y="927028"/>
                      <a:pt x="4271633" y="941046"/>
                    </a:cubicBezTo>
                    <a:cubicBezTo>
                      <a:pt x="4257807" y="952088"/>
                      <a:pt x="4244845" y="963034"/>
                      <a:pt x="4227465" y="968698"/>
                    </a:cubicBezTo>
                    <a:cubicBezTo>
                      <a:pt x="4217768" y="971867"/>
                      <a:pt x="4207591" y="978780"/>
                      <a:pt x="4201733" y="986846"/>
                    </a:cubicBezTo>
                    <a:cubicBezTo>
                      <a:pt x="4189059" y="1004416"/>
                      <a:pt x="4172833" y="1016802"/>
                      <a:pt x="4154494" y="1027364"/>
                    </a:cubicBezTo>
                    <a:cubicBezTo>
                      <a:pt x="4130010" y="1041574"/>
                      <a:pt x="4105814" y="1056072"/>
                      <a:pt x="4081234" y="1069994"/>
                    </a:cubicBezTo>
                    <a:cubicBezTo>
                      <a:pt x="4066737" y="1078252"/>
                      <a:pt x="4052335" y="1086989"/>
                      <a:pt x="4036971" y="1093038"/>
                    </a:cubicBezTo>
                    <a:cubicBezTo>
                      <a:pt x="4005575" y="1105520"/>
                      <a:pt x="3973410" y="1116177"/>
                      <a:pt x="3941725" y="1127796"/>
                    </a:cubicBezTo>
                    <a:cubicBezTo>
                      <a:pt x="3931355" y="1131540"/>
                      <a:pt x="3921561" y="1136917"/>
                      <a:pt x="3910999" y="1140182"/>
                    </a:cubicBezTo>
                    <a:cubicBezTo>
                      <a:pt x="3899573" y="1143734"/>
                      <a:pt x="3887285" y="1144790"/>
                      <a:pt x="3875859" y="1148343"/>
                    </a:cubicBezTo>
                    <a:cubicBezTo>
                      <a:pt x="3856847" y="1154199"/>
                      <a:pt x="3838412" y="1161689"/>
                      <a:pt x="3819401" y="1167642"/>
                    </a:cubicBezTo>
                    <a:cubicBezTo>
                      <a:pt x="3782723" y="1179068"/>
                      <a:pt x="3745949" y="1190014"/>
                      <a:pt x="3709176" y="1200863"/>
                    </a:cubicBezTo>
                    <a:cubicBezTo>
                      <a:pt x="3701303" y="1203168"/>
                      <a:pt x="3692757" y="1203456"/>
                      <a:pt x="3684981" y="1205952"/>
                    </a:cubicBezTo>
                    <a:cubicBezTo>
                      <a:pt x="3664337" y="1212673"/>
                      <a:pt x="3643789" y="1219970"/>
                      <a:pt x="3623338" y="1227363"/>
                    </a:cubicBezTo>
                    <a:cubicBezTo>
                      <a:pt x="3610953" y="1231876"/>
                      <a:pt x="3598854" y="1237445"/>
                      <a:pt x="3586373" y="1241765"/>
                    </a:cubicBezTo>
                    <a:cubicBezTo>
                      <a:pt x="3576387" y="1245222"/>
                      <a:pt x="3566113" y="1247910"/>
                      <a:pt x="3555743" y="1250023"/>
                    </a:cubicBezTo>
                    <a:cubicBezTo>
                      <a:pt x="3546814" y="1251848"/>
                      <a:pt x="3537501" y="1251655"/>
                      <a:pt x="3528667" y="1253864"/>
                    </a:cubicBezTo>
                    <a:cubicBezTo>
                      <a:pt x="3504759" y="1259816"/>
                      <a:pt x="3481140" y="1266538"/>
                      <a:pt x="3457424" y="1272874"/>
                    </a:cubicBezTo>
                    <a:cubicBezTo>
                      <a:pt x="3447919" y="1275371"/>
                      <a:pt x="3438221" y="1277196"/>
                      <a:pt x="3429003" y="1280364"/>
                    </a:cubicBezTo>
                    <a:cubicBezTo>
                      <a:pt x="3404327" y="1288717"/>
                      <a:pt x="3380036" y="1298222"/>
                      <a:pt x="3355264" y="1306096"/>
                    </a:cubicBezTo>
                    <a:cubicBezTo>
                      <a:pt x="3334717" y="1312625"/>
                      <a:pt x="3313593" y="1317329"/>
                      <a:pt x="3292757" y="1323090"/>
                    </a:cubicBezTo>
                    <a:cubicBezTo>
                      <a:pt x="3283924" y="1325587"/>
                      <a:pt x="3275475" y="1329140"/>
                      <a:pt x="3266643" y="1331251"/>
                    </a:cubicBezTo>
                    <a:cubicBezTo>
                      <a:pt x="3246863" y="1336053"/>
                      <a:pt x="3226796" y="1340085"/>
                      <a:pt x="3206921" y="1344886"/>
                    </a:cubicBezTo>
                    <a:cubicBezTo>
                      <a:pt x="3195590" y="1347670"/>
                      <a:pt x="3184645" y="1352663"/>
                      <a:pt x="3173123" y="1354488"/>
                    </a:cubicBezTo>
                    <a:cubicBezTo>
                      <a:pt x="3145759" y="1358808"/>
                      <a:pt x="3118203" y="1361880"/>
                      <a:pt x="3090646" y="1365337"/>
                    </a:cubicBezTo>
                    <a:cubicBezTo>
                      <a:pt x="3062227" y="1368889"/>
                      <a:pt x="3033902" y="1372634"/>
                      <a:pt x="3005480" y="1375802"/>
                    </a:cubicBezTo>
                    <a:cubicBezTo>
                      <a:pt x="2989926" y="1377435"/>
                      <a:pt x="2974275" y="1377723"/>
                      <a:pt x="2958721" y="1379259"/>
                    </a:cubicBezTo>
                    <a:cubicBezTo>
                      <a:pt x="2945087" y="1380604"/>
                      <a:pt x="2931549" y="1383100"/>
                      <a:pt x="2917915" y="1384733"/>
                    </a:cubicBezTo>
                    <a:cubicBezTo>
                      <a:pt x="2906105" y="1386076"/>
                      <a:pt x="2894199" y="1386844"/>
                      <a:pt x="2882389" y="1388189"/>
                    </a:cubicBezTo>
                    <a:cubicBezTo>
                      <a:pt x="2863475" y="1390397"/>
                      <a:pt x="2844655" y="1392894"/>
                      <a:pt x="2825837" y="1395198"/>
                    </a:cubicBezTo>
                    <a:cubicBezTo>
                      <a:pt x="2817964" y="1396062"/>
                      <a:pt x="2809706" y="1398462"/>
                      <a:pt x="2802313" y="1397023"/>
                    </a:cubicBezTo>
                    <a:cubicBezTo>
                      <a:pt x="2783686" y="1393373"/>
                      <a:pt x="2765347" y="1394430"/>
                      <a:pt x="2746816" y="1396926"/>
                    </a:cubicBezTo>
                    <a:cubicBezTo>
                      <a:pt x="2740479" y="1397791"/>
                      <a:pt x="2733662" y="1397598"/>
                      <a:pt x="2727517" y="1395966"/>
                    </a:cubicBezTo>
                    <a:cubicBezTo>
                      <a:pt x="2714939" y="1392701"/>
                      <a:pt x="2702745" y="1388092"/>
                      <a:pt x="2690359" y="1384060"/>
                    </a:cubicBezTo>
                    <a:cubicBezTo>
                      <a:pt x="2689014" y="1383580"/>
                      <a:pt x="2687382" y="1383484"/>
                      <a:pt x="2685943" y="1383196"/>
                    </a:cubicBezTo>
                    <a:cubicBezTo>
                      <a:pt x="2677781" y="1381563"/>
                      <a:pt x="2669717" y="1379931"/>
                      <a:pt x="2661554" y="1378491"/>
                    </a:cubicBezTo>
                    <a:cubicBezTo>
                      <a:pt x="2657138" y="1377723"/>
                      <a:pt x="2652625" y="1377627"/>
                      <a:pt x="2648208" y="1376955"/>
                    </a:cubicBezTo>
                    <a:cubicBezTo>
                      <a:pt x="2631118" y="1374266"/>
                      <a:pt x="2612299" y="1378779"/>
                      <a:pt x="2597512" y="1367162"/>
                    </a:cubicBezTo>
                    <a:cubicBezTo>
                      <a:pt x="2587911" y="1359672"/>
                      <a:pt x="2578597" y="1361401"/>
                      <a:pt x="2568324" y="1362553"/>
                    </a:cubicBezTo>
                    <a:cubicBezTo>
                      <a:pt x="2560547" y="1363417"/>
                      <a:pt x="2552577" y="1363128"/>
                      <a:pt x="2544704" y="1363225"/>
                    </a:cubicBezTo>
                    <a:cubicBezTo>
                      <a:pt x="2530878" y="1363512"/>
                      <a:pt x="2517052" y="1363609"/>
                      <a:pt x="2503225" y="1364089"/>
                    </a:cubicBezTo>
                    <a:cubicBezTo>
                      <a:pt x="2498808" y="1364281"/>
                      <a:pt x="2494297" y="1366682"/>
                      <a:pt x="2489975" y="1366298"/>
                    </a:cubicBezTo>
                    <a:cubicBezTo>
                      <a:pt x="2470004" y="1364473"/>
                      <a:pt x="2450033" y="1361592"/>
                      <a:pt x="2430061" y="1359960"/>
                    </a:cubicBezTo>
                    <a:cubicBezTo>
                      <a:pt x="2418732" y="1359001"/>
                      <a:pt x="2407114" y="1360824"/>
                      <a:pt x="2395880" y="1359480"/>
                    </a:cubicBezTo>
                    <a:cubicBezTo>
                      <a:pt x="2382919" y="1357944"/>
                      <a:pt x="2370245" y="1354008"/>
                      <a:pt x="2357378" y="1351607"/>
                    </a:cubicBezTo>
                    <a:cubicBezTo>
                      <a:pt x="2353826" y="1350935"/>
                      <a:pt x="2349889" y="1351799"/>
                      <a:pt x="2346145" y="1351991"/>
                    </a:cubicBezTo>
                    <a:cubicBezTo>
                      <a:pt x="2341920" y="1352183"/>
                      <a:pt x="2337791" y="1352567"/>
                      <a:pt x="2333567" y="1352663"/>
                    </a:cubicBezTo>
                    <a:cubicBezTo>
                      <a:pt x="2320700" y="1352856"/>
                      <a:pt x="2307835" y="1352567"/>
                      <a:pt x="2294968" y="1353240"/>
                    </a:cubicBezTo>
                    <a:cubicBezTo>
                      <a:pt x="2287095" y="1353624"/>
                      <a:pt x="2278839" y="1357560"/>
                      <a:pt x="2271540" y="1356120"/>
                    </a:cubicBezTo>
                    <a:cubicBezTo>
                      <a:pt x="2256659" y="1353335"/>
                      <a:pt x="2241776" y="1359576"/>
                      <a:pt x="2226895" y="1354392"/>
                    </a:cubicBezTo>
                    <a:cubicBezTo>
                      <a:pt x="2222285" y="1352856"/>
                      <a:pt x="2215948" y="1356696"/>
                      <a:pt x="2210379" y="1356888"/>
                    </a:cubicBezTo>
                    <a:cubicBezTo>
                      <a:pt x="2196457" y="1357368"/>
                      <a:pt x="2182535" y="1357272"/>
                      <a:pt x="2168613" y="1357176"/>
                    </a:cubicBezTo>
                    <a:cubicBezTo>
                      <a:pt x="2156131" y="1357080"/>
                      <a:pt x="2143168" y="1358424"/>
                      <a:pt x="2131167" y="1355736"/>
                    </a:cubicBezTo>
                    <a:cubicBezTo>
                      <a:pt x="2118588" y="1352856"/>
                      <a:pt x="2107259" y="1353240"/>
                      <a:pt x="2095065" y="1356504"/>
                    </a:cubicBezTo>
                    <a:cubicBezTo>
                      <a:pt x="2086711" y="1358712"/>
                      <a:pt x="2077878" y="1359001"/>
                      <a:pt x="2069237" y="1359672"/>
                    </a:cubicBezTo>
                    <a:cubicBezTo>
                      <a:pt x="2059924" y="1360440"/>
                      <a:pt x="2049650" y="1358424"/>
                      <a:pt x="2041201" y="1361592"/>
                    </a:cubicBezTo>
                    <a:cubicBezTo>
                      <a:pt x="2016044" y="1371002"/>
                      <a:pt x="1990216" y="1373018"/>
                      <a:pt x="1963909" y="1373018"/>
                    </a:cubicBezTo>
                    <a:cubicBezTo>
                      <a:pt x="1959107" y="1373018"/>
                      <a:pt x="1954210" y="1371675"/>
                      <a:pt x="1949603" y="1370234"/>
                    </a:cubicBezTo>
                    <a:cubicBezTo>
                      <a:pt x="1922717" y="1361592"/>
                      <a:pt x="1895737" y="1362360"/>
                      <a:pt x="1868373" y="1367641"/>
                    </a:cubicBezTo>
                    <a:cubicBezTo>
                      <a:pt x="1862708" y="1368794"/>
                      <a:pt x="1856372" y="1368986"/>
                      <a:pt x="1850707" y="1367834"/>
                    </a:cubicBezTo>
                    <a:cubicBezTo>
                      <a:pt x="1834768" y="1364473"/>
                      <a:pt x="1819309" y="1358904"/>
                      <a:pt x="1803275" y="1356504"/>
                    </a:cubicBezTo>
                    <a:cubicBezTo>
                      <a:pt x="1776775" y="1352567"/>
                      <a:pt x="1753828" y="1365817"/>
                      <a:pt x="1730112" y="1374459"/>
                    </a:cubicBezTo>
                    <a:cubicBezTo>
                      <a:pt x="1707548" y="1382620"/>
                      <a:pt x="1688345" y="1401055"/>
                      <a:pt x="1661652" y="1396926"/>
                    </a:cubicBezTo>
                    <a:cubicBezTo>
                      <a:pt x="1658965" y="1396542"/>
                      <a:pt x="1655988" y="1399134"/>
                      <a:pt x="1653011" y="1399807"/>
                    </a:cubicBezTo>
                    <a:cubicBezTo>
                      <a:pt x="1644850" y="1401631"/>
                      <a:pt x="1636689" y="1403839"/>
                      <a:pt x="1628431" y="1404704"/>
                    </a:cubicBezTo>
                    <a:cubicBezTo>
                      <a:pt x="1618350" y="1405856"/>
                      <a:pt x="1608076" y="1405472"/>
                      <a:pt x="1597995" y="1406432"/>
                    </a:cubicBezTo>
                    <a:cubicBezTo>
                      <a:pt x="1585032" y="1407584"/>
                      <a:pt x="1572263" y="1410656"/>
                      <a:pt x="1559396" y="1410656"/>
                    </a:cubicBezTo>
                    <a:cubicBezTo>
                      <a:pt x="1549026" y="1410656"/>
                      <a:pt x="1538753" y="1407104"/>
                      <a:pt x="1528480" y="1405375"/>
                    </a:cubicBezTo>
                    <a:cubicBezTo>
                      <a:pt x="1513981" y="1402975"/>
                      <a:pt x="1498042" y="1403647"/>
                      <a:pt x="1485272" y="1397502"/>
                    </a:cubicBezTo>
                    <a:cubicBezTo>
                      <a:pt x="1471639" y="1390973"/>
                      <a:pt x="1458676" y="1387997"/>
                      <a:pt x="1444562" y="1390013"/>
                    </a:cubicBezTo>
                    <a:cubicBezTo>
                      <a:pt x="1439857" y="1390685"/>
                      <a:pt x="1433808" y="1394718"/>
                      <a:pt x="1431696" y="1398846"/>
                    </a:cubicBezTo>
                    <a:cubicBezTo>
                      <a:pt x="1426991" y="1408064"/>
                      <a:pt x="1420559" y="1409697"/>
                      <a:pt x="1411821" y="1406527"/>
                    </a:cubicBezTo>
                    <a:cubicBezTo>
                      <a:pt x="1404236" y="1403839"/>
                      <a:pt x="1394922" y="1402495"/>
                      <a:pt x="1389738" y="1397310"/>
                    </a:cubicBezTo>
                    <a:cubicBezTo>
                      <a:pt x="1375047" y="1382620"/>
                      <a:pt x="1356324" y="1382140"/>
                      <a:pt x="1338081" y="1378204"/>
                    </a:cubicBezTo>
                    <a:cubicBezTo>
                      <a:pt x="1326945" y="1375802"/>
                      <a:pt x="1316574" y="1375707"/>
                      <a:pt x="1305436" y="1377339"/>
                    </a:cubicBezTo>
                    <a:cubicBezTo>
                      <a:pt x="1281241" y="1380988"/>
                      <a:pt x="1257717" y="1375802"/>
                      <a:pt x="1234481" y="1369178"/>
                    </a:cubicBezTo>
                    <a:cubicBezTo>
                      <a:pt x="1219118" y="1364761"/>
                      <a:pt x="1203372" y="1362073"/>
                      <a:pt x="1188106" y="1357560"/>
                    </a:cubicBezTo>
                    <a:cubicBezTo>
                      <a:pt x="1176680" y="1354104"/>
                      <a:pt x="1165255" y="1349975"/>
                      <a:pt x="1154790" y="1344406"/>
                    </a:cubicBezTo>
                    <a:cubicBezTo>
                      <a:pt x="1139618" y="1336244"/>
                      <a:pt x="1126369" y="1323954"/>
                      <a:pt x="1107069" y="1327219"/>
                    </a:cubicBezTo>
                    <a:cubicBezTo>
                      <a:pt x="1090074" y="1330099"/>
                      <a:pt x="1074713" y="1324051"/>
                      <a:pt x="1059158" y="1318290"/>
                    </a:cubicBezTo>
                    <a:cubicBezTo>
                      <a:pt x="1047732" y="1314065"/>
                      <a:pt x="1036308" y="1309744"/>
                      <a:pt x="1024496" y="1307056"/>
                    </a:cubicBezTo>
                    <a:cubicBezTo>
                      <a:pt x="1010478" y="1303887"/>
                      <a:pt x="994635" y="1305232"/>
                      <a:pt x="982153" y="1299374"/>
                    </a:cubicBezTo>
                    <a:cubicBezTo>
                      <a:pt x="969095" y="1293229"/>
                      <a:pt x="958246" y="1297358"/>
                      <a:pt x="946628" y="1299087"/>
                    </a:cubicBezTo>
                    <a:cubicBezTo>
                      <a:pt x="928097" y="1301775"/>
                      <a:pt x="909661" y="1306768"/>
                      <a:pt x="890939" y="1300431"/>
                    </a:cubicBezTo>
                    <a:cubicBezTo>
                      <a:pt x="868184" y="1292750"/>
                      <a:pt x="845620" y="1284493"/>
                      <a:pt x="822769" y="1277196"/>
                    </a:cubicBezTo>
                    <a:cubicBezTo>
                      <a:pt x="813934" y="1274410"/>
                      <a:pt x="804431" y="1273258"/>
                      <a:pt x="795212" y="1272010"/>
                    </a:cubicBezTo>
                    <a:cubicBezTo>
                      <a:pt x="786476" y="1270954"/>
                      <a:pt x="776010" y="1273642"/>
                      <a:pt x="769288" y="1269610"/>
                    </a:cubicBezTo>
                    <a:cubicBezTo>
                      <a:pt x="752005" y="1259241"/>
                      <a:pt x="734243" y="1254152"/>
                      <a:pt x="714271" y="1254152"/>
                    </a:cubicBezTo>
                    <a:cubicBezTo>
                      <a:pt x="706781" y="1254152"/>
                      <a:pt x="699484" y="1249831"/>
                      <a:pt x="691900" y="1249062"/>
                    </a:cubicBezTo>
                    <a:cubicBezTo>
                      <a:pt x="681529" y="1248103"/>
                      <a:pt x="669623" y="1245510"/>
                      <a:pt x="660598" y="1249159"/>
                    </a:cubicBezTo>
                    <a:cubicBezTo>
                      <a:pt x="639379" y="1257800"/>
                      <a:pt x="622193" y="1250599"/>
                      <a:pt x="603662" y="1242054"/>
                    </a:cubicBezTo>
                    <a:cubicBezTo>
                      <a:pt x="585418" y="1233604"/>
                      <a:pt x="566215" y="1226884"/>
                      <a:pt x="546821" y="1221314"/>
                    </a:cubicBezTo>
                    <a:cubicBezTo>
                      <a:pt x="539524" y="1219298"/>
                      <a:pt x="530787" y="1222659"/>
                      <a:pt x="522721" y="1223330"/>
                    </a:cubicBezTo>
                    <a:cubicBezTo>
                      <a:pt x="519840" y="1223523"/>
                      <a:pt x="516671" y="1223811"/>
                      <a:pt x="514080" y="1222851"/>
                    </a:cubicBezTo>
                    <a:cubicBezTo>
                      <a:pt x="489020" y="1213633"/>
                      <a:pt x="463575" y="1206624"/>
                      <a:pt x="436404" y="1211424"/>
                    </a:cubicBezTo>
                    <a:cubicBezTo>
                      <a:pt x="433908" y="1211905"/>
                      <a:pt x="431123" y="1210849"/>
                      <a:pt x="428626" y="1210177"/>
                    </a:cubicBezTo>
                    <a:cubicBezTo>
                      <a:pt x="416432" y="1206720"/>
                      <a:pt x="404526" y="1201247"/>
                      <a:pt x="392141" y="1199999"/>
                    </a:cubicBezTo>
                    <a:cubicBezTo>
                      <a:pt x="361608" y="1196927"/>
                      <a:pt x="330884" y="1195678"/>
                      <a:pt x="300157" y="1193662"/>
                    </a:cubicBezTo>
                    <a:cubicBezTo>
                      <a:pt x="298237" y="1193566"/>
                      <a:pt x="296221" y="1193566"/>
                      <a:pt x="294493" y="1192894"/>
                    </a:cubicBezTo>
                    <a:cubicBezTo>
                      <a:pt x="283163" y="1188765"/>
                      <a:pt x="273274" y="1190110"/>
                      <a:pt x="263671" y="1197982"/>
                    </a:cubicBezTo>
                    <a:cubicBezTo>
                      <a:pt x="259447" y="1201439"/>
                      <a:pt x="253686" y="1203263"/>
                      <a:pt x="248406" y="1205184"/>
                    </a:cubicBezTo>
                    <a:cubicBezTo>
                      <a:pt x="240628" y="1208065"/>
                      <a:pt x="232659" y="1210849"/>
                      <a:pt x="224594" y="1212673"/>
                    </a:cubicBezTo>
                    <a:cubicBezTo>
                      <a:pt x="216624" y="1214401"/>
                      <a:pt x="208079" y="1216801"/>
                      <a:pt x="200398" y="1215458"/>
                    </a:cubicBezTo>
                    <a:cubicBezTo>
                      <a:pt x="186572" y="1213057"/>
                      <a:pt x="173417" y="1207681"/>
                      <a:pt x="159783" y="1204127"/>
                    </a:cubicBezTo>
                    <a:cubicBezTo>
                      <a:pt x="155079" y="1202879"/>
                      <a:pt x="149893" y="1203072"/>
                      <a:pt x="144997" y="1202975"/>
                    </a:cubicBezTo>
                    <a:cubicBezTo>
                      <a:pt x="133763" y="1202688"/>
                      <a:pt x="122241" y="1205472"/>
                      <a:pt x="112064" y="1197503"/>
                    </a:cubicBezTo>
                    <a:cubicBezTo>
                      <a:pt x="102655" y="1190014"/>
                      <a:pt x="93148" y="1192221"/>
                      <a:pt x="83259" y="1197887"/>
                    </a:cubicBezTo>
                    <a:cubicBezTo>
                      <a:pt x="76154" y="1201920"/>
                      <a:pt x="68090" y="1205088"/>
                      <a:pt x="60120" y="1206624"/>
                    </a:cubicBezTo>
                    <a:cubicBezTo>
                      <a:pt x="49174" y="1208736"/>
                      <a:pt x="38324" y="1209601"/>
                      <a:pt x="26514" y="1208352"/>
                    </a:cubicBezTo>
                    <a:cubicBezTo>
                      <a:pt x="18161" y="1207488"/>
                      <a:pt x="11343" y="1207104"/>
                      <a:pt x="4814" y="1202015"/>
                    </a:cubicBezTo>
                    <a:cubicBezTo>
                      <a:pt x="3759" y="1201247"/>
                      <a:pt x="1839" y="1201055"/>
                      <a:pt x="398" y="1201152"/>
                    </a:cubicBezTo>
                    <a:lnTo>
                      <a:pt x="0" y="1201150"/>
                    </a:lnTo>
                    <a:lnTo>
                      <a:pt x="0" y="1004512"/>
                    </a:lnTo>
                    <a:lnTo>
                      <a:pt x="30355" y="1002784"/>
                    </a:lnTo>
                    <a:cubicBezTo>
                      <a:pt x="37748" y="1002111"/>
                      <a:pt x="44853" y="999520"/>
                      <a:pt x="52151" y="997695"/>
                    </a:cubicBezTo>
                    <a:cubicBezTo>
                      <a:pt x="56183" y="996639"/>
                      <a:pt x="60504" y="993855"/>
                      <a:pt x="64248" y="994430"/>
                    </a:cubicBezTo>
                    <a:cubicBezTo>
                      <a:pt x="85948" y="997791"/>
                      <a:pt x="105823" y="989534"/>
                      <a:pt x="126370" y="985405"/>
                    </a:cubicBezTo>
                    <a:cubicBezTo>
                      <a:pt x="135876" y="983485"/>
                      <a:pt x="144805" y="978876"/>
                      <a:pt x="154022" y="975708"/>
                    </a:cubicBezTo>
                    <a:cubicBezTo>
                      <a:pt x="156423" y="974843"/>
                      <a:pt x="159111" y="974075"/>
                      <a:pt x="161512" y="974268"/>
                    </a:cubicBezTo>
                    <a:cubicBezTo>
                      <a:pt x="175242" y="975420"/>
                      <a:pt x="188876" y="977052"/>
                      <a:pt x="202510" y="978300"/>
                    </a:cubicBezTo>
                    <a:cubicBezTo>
                      <a:pt x="214896" y="979452"/>
                      <a:pt x="227378" y="979836"/>
                      <a:pt x="233235" y="993950"/>
                    </a:cubicBezTo>
                    <a:cubicBezTo>
                      <a:pt x="234100" y="996159"/>
                      <a:pt x="236979" y="997791"/>
                      <a:pt x="239188" y="999231"/>
                    </a:cubicBezTo>
                    <a:cubicBezTo>
                      <a:pt x="273274" y="1021411"/>
                      <a:pt x="291516" y="1020835"/>
                      <a:pt x="324834" y="997407"/>
                    </a:cubicBezTo>
                    <a:cubicBezTo>
                      <a:pt x="328290" y="995007"/>
                      <a:pt x="335683" y="993278"/>
                      <a:pt x="337987" y="995198"/>
                    </a:cubicBezTo>
                    <a:cubicBezTo>
                      <a:pt x="357575" y="1011137"/>
                      <a:pt x="378986" y="1009409"/>
                      <a:pt x="401550" y="1004416"/>
                    </a:cubicBezTo>
                    <a:cubicBezTo>
                      <a:pt x="407407" y="1003072"/>
                      <a:pt x="415664" y="1003072"/>
                      <a:pt x="420081" y="1006240"/>
                    </a:cubicBezTo>
                    <a:cubicBezTo>
                      <a:pt x="441108" y="1020930"/>
                      <a:pt x="463672" y="1018819"/>
                      <a:pt x="486523" y="1014498"/>
                    </a:cubicBezTo>
                    <a:cubicBezTo>
                      <a:pt x="490075" y="1013826"/>
                      <a:pt x="494397" y="1010177"/>
                      <a:pt x="495932" y="1006817"/>
                    </a:cubicBezTo>
                    <a:cubicBezTo>
                      <a:pt x="501406" y="994911"/>
                      <a:pt x="511680" y="990878"/>
                      <a:pt x="523009" y="987517"/>
                    </a:cubicBezTo>
                    <a:cubicBezTo>
                      <a:pt x="540868" y="982044"/>
                      <a:pt x="558438" y="975611"/>
                      <a:pt x="576393" y="970427"/>
                    </a:cubicBezTo>
                    <a:cubicBezTo>
                      <a:pt x="580811" y="969179"/>
                      <a:pt x="586283" y="969947"/>
                      <a:pt x="590892" y="971387"/>
                    </a:cubicBezTo>
                    <a:cubicBezTo>
                      <a:pt x="606638" y="976284"/>
                      <a:pt x="616624" y="988574"/>
                      <a:pt x="627569" y="999904"/>
                    </a:cubicBezTo>
                    <a:cubicBezTo>
                      <a:pt x="632370" y="1004897"/>
                      <a:pt x="638995" y="1008449"/>
                      <a:pt x="645429" y="1011329"/>
                    </a:cubicBezTo>
                    <a:cubicBezTo>
                      <a:pt x="662135" y="1018723"/>
                      <a:pt x="679226" y="1025348"/>
                      <a:pt x="696125" y="1032356"/>
                    </a:cubicBezTo>
                    <a:cubicBezTo>
                      <a:pt x="697757" y="1033029"/>
                      <a:pt x="699100" y="1034757"/>
                      <a:pt x="700349" y="1036197"/>
                    </a:cubicBezTo>
                    <a:cubicBezTo>
                      <a:pt x="712831" y="1051368"/>
                      <a:pt x="725216" y="1066634"/>
                      <a:pt x="737795" y="1081804"/>
                    </a:cubicBezTo>
                    <a:cubicBezTo>
                      <a:pt x="740195" y="1084684"/>
                      <a:pt x="743652" y="1086797"/>
                      <a:pt x="746244" y="1089581"/>
                    </a:cubicBezTo>
                    <a:cubicBezTo>
                      <a:pt x="749893" y="1093422"/>
                      <a:pt x="754502" y="1097071"/>
                      <a:pt x="756422" y="1101680"/>
                    </a:cubicBezTo>
                    <a:cubicBezTo>
                      <a:pt x="762374" y="1116177"/>
                      <a:pt x="773801" y="1122419"/>
                      <a:pt x="788202" y="1125108"/>
                    </a:cubicBezTo>
                    <a:cubicBezTo>
                      <a:pt x="801357" y="1127603"/>
                      <a:pt x="814511" y="1129716"/>
                      <a:pt x="827569" y="1132596"/>
                    </a:cubicBezTo>
                    <a:cubicBezTo>
                      <a:pt x="843507" y="1136053"/>
                      <a:pt x="859350" y="1139798"/>
                      <a:pt x="875097" y="1144022"/>
                    </a:cubicBezTo>
                    <a:cubicBezTo>
                      <a:pt x="881913" y="1145847"/>
                      <a:pt x="889115" y="1147959"/>
                      <a:pt x="894972" y="1151704"/>
                    </a:cubicBezTo>
                    <a:cubicBezTo>
                      <a:pt x="911390" y="1162073"/>
                      <a:pt x="928961" y="1169082"/>
                      <a:pt x="948260" y="1166298"/>
                    </a:cubicBezTo>
                    <a:cubicBezTo>
                      <a:pt x="963718" y="1164089"/>
                      <a:pt x="976680" y="1169754"/>
                      <a:pt x="986282" y="1178588"/>
                    </a:cubicBezTo>
                    <a:cubicBezTo>
                      <a:pt x="1003757" y="1194623"/>
                      <a:pt x="1022479" y="1190973"/>
                      <a:pt x="1041107" y="1185789"/>
                    </a:cubicBezTo>
                    <a:cubicBezTo>
                      <a:pt x="1050708" y="1183101"/>
                      <a:pt x="1058581" y="1183485"/>
                      <a:pt x="1067703" y="1186076"/>
                    </a:cubicBezTo>
                    <a:cubicBezTo>
                      <a:pt x="1088826" y="1192126"/>
                      <a:pt x="1102941" y="1208544"/>
                      <a:pt x="1116574" y="1222946"/>
                    </a:cubicBezTo>
                    <a:cubicBezTo>
                      <a:pt x="1128193" y="1235236"/>
                      <a:pt x="1141251" y="1242149"/>
                      <a:pt x="1155557" y="1247335"/>
                    </a:cubicBezTo>
                    <a:cubicBezTo>
                      <a:pt x="1173608" y="1253959"/>
                      <a:pt x="1187914" y="1251464"/>
                      <a:pt x="1196556" y="1235525"/>
                    </a:cubicBezTo>
                    <a:cubicBezTo>
                      <a:pt x="1198956" y="1231012"/>
                      <a:pt x="1203180" y="1225730"/>
                      <a:pt x="1207693" y="1224387"/>
                    </a:cubicBezTo>
                    <a:cubicBezTo>
                      <a:pt x="1229488" y="1217666"/>
                      <a:pt x="1251572" y="1207872"/>
                      <a:pt x="1274904" y="1213826"/>
                    </a:cubicBezTo>
                    <a:cubicBezTo>
                      <a:pt x="1307165" y="1221987"/>
                      <a:pt x="1338658" y="1221507"/>
                      <a:pt x="1370919" y="1213442"/>
                    </a:cubicBezTo>
                    <a:cubicBezTo>
                      <a:pt x="1423247" y="1200383"/>
                      <a:pt x="1475575" y="1186557"/>
                      <a:pt x="1530593" y="1189437"/>
                    </a:cubicBezTo>
                    <a:cubicBezTo>
                      <a:pt x="1539713" y="1189917"/>
                      <a:pt x="1550563" y="1184060"/>
                      <a:pt x="1558436" y="1178299"/>
                    </a:cubicBezTo>
                    <a:cubicBezTo>
                      <a:pt x="1573511" y="1167354"/>
                      <a:pt x="1572838" y="1166489"/>
                      <a:pt x="1589737" y="1175515"/>
                    </a:cubicBezTo>
                    <a:cubicBezTo>
                      <a:pt x="1593770" y="1177724"/>
                      <a:pt x="1598763" y="1179068"/>
                      <a:pt x="1601740" y="1182333"/>
                    </a:cubicBezTo>
                    <a:cubicBezTo>
                      <a:pt x="1616909" y="1198943"/>
                      <a:pt x="1635633" y="1194910"/>
                      <a:pt x="1654259" y="1192510"/>
                    </a:cubicBezTo>
                    <a:cubicBezTo>
                      <a:pt x="1657524" y="1192030"/>
                      <a:pt x="1661460" y="1191358"/>
                      <a:pt x="1664246" y="1192702"/>
                    </a:cubicBezTo>
                    <a:cubicBezTo>
                      <a:pt x="1676823" y="1198750"/>
                      <a:pt x="1687481" y="1196639"/>
                      <a:pt x="1698427" y="1188381"/>
                    </a:cubicBezTo>
                    <a:cubicBezTo>
                      <a:pt x="1707932" y="1181276"/>
                      <a:pt x="1718878" y="1177052"/>
                      <a:pt x="1730112" y="1185885"/>
                    </a:cubicBezTo>
                    <a:cubicBezTo>
                      <a:pt x="1755076" y="1205472"/>
                      <a:pt x="1781767" y="1206432"/>
                      <a:pt x="1809996" y="1194046"/>
                    </a:cubicBezTo>
                    <a:cubicBezTo>
                      <a:pt x="1830159" y="1185213"/>
                      <a:pt x="1850034" y="1183196"/>
                      <a:pt x="1871254" y="1192126"/>
                    </a:cubicBezTo>
                    <a:cubicBezTo>
                      <a:pt x="1879415" y="1195582"/>
                      <a:pt x="1889977" y="1193278"/>
                      <a:pt x="1899482" y="1194046"/>
                    </a:cubicBezTo>
                    <a:cubicBezTo>
                      <a:pt x="1904859" y="1194430"/>
                      <a:pt x="1910813" y="1194526"/>
                      <a:pt x="1915420" y="1196927"/>
                    </a:cubicBezTo>
                    <a:cubicBezTo>
                      <a:pt x="1927711" y="1203072"/>
                      <a:pt x="1939136" y="1210945"/>
                      <a:pt x="1951522" y="1216994"/>
                    </a:cubicBezTo>
                    <a:cubicBezTo>
                      <a:pt x="1957475" y="1219874"/>
                      <a:pt x="1964580" y="1221410"/>
                      <a:pt x="1971302" y="1221507"/>
                    </a:cubicBezTo>
                    <a:cubicBezTo>
                      <a:pt x="1991177" y="1221987"/>
                      <a:pt x="2011052" y="1221987"/>
                      <a:pt x="2030831" y="1221123"/>
                    </a:cubicBezTo>
                    <a:cubicBezTo>
                      <a:pt x="2063476" y="1219778"/>
                      <a:pt x="2096601" y="1219490"/>
                      <a:pt x="2120125" y="1190878"/>
                    </a:cubicBezTo>
                    <a:cubicBezTo>
                      <a:pt x="2122046" y="1188573"/>
                      <a:pt x="2126174" y="1187229"/>
                      <a:pt x="2129439" y="1186845"/>
                    </a:cubicBezTo>
                    <a:cubicBezTo>
                      <a:pt x="2144513" y="1185021"/>
                      <a:pt x="2159971" y="1184828"/>
                      <a:pt x="2174854" y="1181852"/>
                    </a:cubicBezTo>
                    <a:cubicBezTo>
                      <a:pt x="2186760" y="1179452"/>
                      <a:pt x="2196650" y="1180220"/>
                      <a:pt x="2205674" y="1188669"/>
                    </a:cubicBezTo>
                    <a:cubicBezTo>
                      <a:pt x="2217485" y="1199807"/>
                      <a:pt x="2231887" y="1206336"/>
                      <a:pt x="2247634" y="1202784"/>
                    </a:cubicBezTo>
                    <a:cubicBezTo>
                      <a:pt x="2263379" y="1199327"/>
                      <a:pt x="2273749" y="1206816"/>
                      <a:pt x="2285367" y="1214594"/>
                    </a:cubicBezTo>
                    <a:cubicBezTo>
                      <a:pt x="2293817" y="1220258"/>
                      <a:pt x="2303418" y="1227363"/>
                      <a:pt x="2312827" y="1227939"/>
                    </a:cubicBezTo>
                    <a:cubicBezTo>
                      <a:pt x="2334143" y="1229187"/>
                      <a:pt x="2352482" y="1248967"/>
                      <a:pt x="2375622" y="1237733"/>
                    </a:cubicBezTo>
                    <a:cubicBezTo>
                      <a:pt x="2377158" y="1236965"/>
                      <a:pt x="2379942" y="1238885"/>
                      <a:pt x="2382151" y="1239365"/>
                    </a:cubicBezTo>
                    <a:cubicBezTo>
                      <a:pt x="2399817" y="1243014"/>
                      <a:pt x="2416428" y="1239461"/>
                      <a:pt x="2429390" y="1227459"/>
                    </a:cubicBezTo>
                    <a:cubicBezTo>
                      <a:pt x="2446385" y="1211809"/>
                      <a:pt x="2465203" y="1210272"/>
                      <a:pt x="2486134" y="1215362"/>
                    </a:cubicBezTo>
                    <a:cubicBezTo>
                      <a:pt x="2492856" y="1216994"/>
                      <a:pt x="2499577" y="1218146"/>
                      <a:pt x="2506394" y="1219490"/>
                    </a:cubicBezTo>
                    <a:cubicBezTo>
                      <a:pt x="2515611" y="1221410"/>
                      <a:pt x="2524925" y="1223427"/>
                      <a:pt x="2534142" y="1225347"/>
                    </a:cubicBezTo>
                    <a:cubicBezTo>
                      <a:pt x="2543072" y="1227268"/>
                      <a:pt x="2552962" y="1230532"/>
                      <a:pt x="2559874" y="1222275"/>
                    </a:cubicBezTo>
                    <a:cubicBezTo>
                      <a:pt x="2565827" y="1215169"/>
                      <a:pt x="2570052" y="1215842"/>
                      <a:pt x="2575525" y="1221987"/>
                    </a:cubicBezTo>
                    <a:cubicBezTo>
                      <a:pt x="2594536" y="1243494"/>
                      <a:pt x="2617580" y="1256936"/>
                      <a:pt x="2646960" y="1257896"/>
                    </a:cubicBezTo>
                    <a:cubicBezTo>
                      <a:pt x="2653009" y="1258088"/>
                      <a:pt x="2659154" y="1259432"/>
                      <a:pt x="2665107" y="1260873"/>
                    </a:cubicBezTo>
                    <a:cubicBezTo>
                      <a:pt x="2668756" y="1261736"/>
                      <a:pt x="2673173" y="1262697"/>
                      <a:pt x="2675381" y="1265290"/>
                    </a:cubicBezTo>
                    <a:cubicBezTo>
                      <a:pt x="2692567" y="1285068"/>
                      <a:pt x="2713979" y="1298799"/>
                      <a:pt x="2737311" y="1309841"/>
                    </a:cubicBezTo>
                    <a:cubicBezTo>
                      <a:pt x="2745664" y="1313777"/>
                      <a:pt x="2754594" y="1317713"/>
                      <a:pt x="2763619" y="1318866"/>
                    </a:cubicBezTo>
                    <a:cubicBezTo>
                      <a:pt x="2773028" y="1320018"/>
                      <a:pt x="2782917" y="1318098"/>
                      <a:pt x="2792519" y="1317041"/>
                    </a:cubicBezTo>
                    <a:cubicBezTo>
                      <a:pt x="2798184" y="1316466"/>
                      <a:pt x="2804713" y="1316561"/>
                      <a:pt x="2809226" y="1313777"/>
                    </a:cubicBezTo>
                    <a:cubicBezTo>
                      <a:pt x="2823532" y="1305039"/>
                      <a:pt x="2837358" y="1295631"/>
                      <a:pt x="2850705" y="1285452"/>
                    </a:cubicBezTo>
                    <a:cubicBezTo>
                      <a:pt x="2862131" y="1276715"/>
                      <a:pt x="2864435" y="1275467"/>
                      <a:pt x="2874324" y="1286413"/>
                    </a:cubicBezTo>
                    <a:cubicBezTo>
                      <a:pt x="2884502" y="1297647"/>
                      <a:pt x="2897176" y="1303503"/>
                      <a:pt x="2911194" y="1305903"/>
                    </a:cubicBezTo>
                    <a:cubicBezTo>
                      <a:pt x="2933373" y="1309648"/>
                      <a:pt x="2955745" y="1312816"/>
                      <a:pt x="2978116" y="1314641"/>
                    </a:cubicBezTo>
                    <a:cubicBezTo>
                      <a:pt x="2998375" y="1316273"/>
                      <a:pt x="3008073" y="1307440"/>
                      <a:pt x="3012106" y="1287373"/>
                    </a:cubicBezTo>
                    <a:cubicBezTo>
                      <a:pt x="3014410" y="1276235"/>
                      <a:pt x="3017387" y="1264137"/>
                      <a:pt x="3029676" y="1261161"/>
                    </a:cubicBezTo>
                    <a:cubicBezTo>
                      <a:pt x="3049744" y="1256360"/>
                      <a:pt x="3070579" y="1254248"/>
                      <a:pt x="3080469" y="1230724"/>
                    </a:cubicBezTo>
                    <a:cubicBezTo>
                      <a:pt x="3085941" y="1235909"/>
                      <a:pt x="3089302" y="1238981"/>
                      <a:pt x="3092567" y="1242054"/>
                    </a:cubicBezTo>
                    <a:cubicBezTo>
                      <a:pt x="3101592" y="1250599"/>
                      <a:pt x="3120314" y="1254248"/>
                      <a:pt x="3129821" y="1246855"/>
                    </a:cubicBezTo>
                    <a:cubicBezTo>
                      <a:pt x="3143839" y="1236101"/>
                      <a:pt x="3156705" y="1238117"/>
                      <a:pt x="3170147" y="1246471"/>
                    </a:cubicBezTo>
                    <a:cubicBezTo>
                      <a:pt x="3192615" y="1260297"/>
                      <a:pt x="3217674" y="1257128"/>
                      <a:pt x="3240429" y="1251559"/>
                    </a:cubicBezTo>
                    <a:cubicBezTo>
                      <a:pt x="3257617" y="1247430"/>
                      <a:pt x="3275956" y="1239845"/>
                      <a:pt x="3287189" y="1222466"/>
                    </a:cubicBezTo>
                    <a:cubicBezTo>
                      <a:pt x="3290741" y="1216898"/>
                      <a:pt x="3298711" y="1214113"/>
                      <a:pt x="3305049" y="1210465"/>
                    </a:cubicBezTo>
                    <a:cubicBezTo>
                      <a:pt x="3310329" y="1207488"/>
                      <a:pt x="3315898" y="1204704"/>
                      <a:pt x="3321755" y="1202784"/>
                    </a:cubicBezTo>
                    <a:cubicBezTo>
                      <a:pt x="3327995" y="1200671"/>
                      <a:pt x="3334909" y="1197598"/>
                      <a:pt x="3341055" y="1198463"/>
                    </a:cubicBezTo>
                    <a:cubicBezTo>
                      <a:pt x="3359681" y="1200959"/>
                      <a:pt x="3374467" y="1196062"/>
                      <a:pt x="3387621" y="1182140"/>
                    </a:cubicBezTo>
                    <a:cubicBezTo>
                      <a:pt x="3394439" y="1174939"/>
                      <a:pt x="3404520" y="1166202"/>
                      <a:pt x="3413161" y="1166105"/>
                    </a:cubicBezTo>
                    <a:cubicBezTo>
                      <a:pt x="3434189" y="1165818"/>
                      <a:pt x="3451663" y="1158905"/>
                      <a:pt x="3470579" y="1150647"/>
                    </a:cubicBezTo>
                    <a:cubicBezTo>
                      <a:pt x="3482772" y="1145366"/>
                      <a:pt x="3496598" y="1141718"/>
                      <a:pt x="3509657" y="1136821"/>
                    </a:cubicBezTo>
                    <a:cubicBezTo>
                      <a:pt x="3524923" y="1131060"/>
                      <a:pt x="3541534" y="1128948"/>
                      <a:pt x="3550847" y="1113009"/>
                    </a:cubicBezTo>
                    <a:cubicBezTo>
                      <a:pt x="3551903" y="1111281"/>
                      <a:pt x="3555072" y="1110993"/>
                      <a:pt x="3556608" y="1109361"/>
                    </a:cubicBezTo>
                    <a:cubicBezTo>
                      <a:pt x="3561505" y="1104368"/>
                      <a:pt x="3567842" y="1099760"/>
                      <a:pt x="3570435" y="1093710"/>
                    </a:cubicBezTo>
                    <a:cubicBezTo>
                      <a:pt x="3577923" y="1076044"/>
                      <a:pt x="3583780" y="1057800"/>
                      <a:pt x="3590501" y="1039846"/>
                    </a:cubicBezTo>
                    <a:cubicBezTo>
                      <a:pt x="3591942" y="1036005"/>
                      <a:pt x="3593285" y="1031108"/>
                      <a:pt x="3596263" y="1028900"/>
                    </a:cubicBezTo>
                    <a:cubicBezTo>
                      <a:pt x="3613449" y="1016226"/>
                      <a:pt x="3630925" y="1004032"/>
                      <a:pt x="3648591" y="992030"/>
                    </a:cubicBezTo>
                    <a:cubicBezTo>
                      <a:pt x="3655696" y="987229"/>
                      <a:pt x="3661649" y="989918"/>
                      <a:pt x="3667986" y="995487"/>
                    </a:cubicBezTo>
                    <a:cubicBezTo>
                      <a:pt x="3674131" y="1000768"/>
                      <a:pt x="3681717" y="1006240"/>
                      <a:pt x="3689397" y="1007585"/>
                    </a:cubicBezTo>
                    <a:cubicBezTo>
                      <a:pt x="3704760" y="1010177"/>
                      <a:pt x="3720698" y="1010753"/>
                      <a:pt x="3736349" y="1010753"/>
                    </a:cubicBezTo>
                    <a:cubicBezTo>
                      <a:pt x="3742205" y="1010753"/>
                      <a:pt x="3748446" y="1007297"/>
                      <a:pt x="3753919" y="1004513"/>
                    </a:cubicBezTo>
                    <a:cubicBezTo>
                      <a:pt x="3764289" y="999231"/>
                      <a:pt x="3773890" y="992126"/>
                      <a:pt x="3784643" y="987710"/>
                    </a:cubicBezTo>
                    <a:cubicBezTo>
                      <a:pt x="3797126" y="982621"/>
                      <a:pt x="3804615" y="974459"/>
                      <a:pt x="3808359" y="961689"/>
                    </a:cubicBezTo>
                    <a:cubicBezTo>
                      <a:pt x="3813929" y="942679"/>
                      <a:pt x="3827179" y="929428"/>
                      <a:pt x="3842829" y="918674"/>
                    </a:cubicBezTo>
                    <a:cubicBezTo>
                      <a:pt x="3862705" y="904944"/>
                      <a:pt x="3886421" y="905616"/>
                      <a:pt x="3908983" y="902256"/>
                    </a:cubicBezTo>
                    <a:cubicBezTo>
                      <a:pt x="3917625" y="901008"/>
                      <a:pt x="3926555" y="899951"/>
                      <a:pt x="3934428" y="896783"/>
                    </a:cubicBezTo>
                    <a:cubicBezTo>
                      <a:pt x="3964288" y="884877"/>
                      <a:pt x="3994149" y="873548"/>
                      <a:pt x="4026987" y="873835"/>
                    </a:cubicBezTo>
                    <a:cubicBezTo>
                      <a:pt x="4029674" y="873835"/>
                      <a:pt x="4032363" y="873548"/>
                      <a:pt x="4035051" y="873067"/>
                    </a:cubicBezTo>
                    <a:cubicBezTo>
                      <a:pt x="4058383" y="869131"/>
                      <a:pt x="4082483" y="867594"/>
                      <a:pt x="4099189" y="846664"/>
                    </a:cubicBezTo>
                    <a:cubicBezTo>
                      <a:pt x="4102261" y="842823"/>
                      <a:pt x="4109271" y="841671"/>
                      <a:pt x="4114647" y="840134"/>
                    </a:cubicBezTo>
                    <a:cubicBezTo>
                      <a:pt x="4123961" y="837638"/>
                      <a:pt x="4130203" y="832549"/>
                      <a:pt x="4133563" y="823427"/>
                    </a:cubicBezTo>
                    <a:cubicBezTo>
                      <a:pt x="4139229" y="807681"/>
                      <a:pt x="4145949" y="792223"/>
                      <a:pt x="4151039" y="776284"/>
                    </a:cubicBezTo>
                    <a:cubicBezTo>
                      <a:pt x="4154591" y="765338"/>
                      <a:pt x="4161215" y="759289"/>
                      <a:pt x="4171489" y="754776"/>
                    </a:cubicBezTo>
                    <a:cubicBezTo>
                      <a:pt x="4177251" y="752280"/>
                      <a:pt x="4182243" y="746808"/>
                      <a:pt x="4186372" y="741718"/>
                    </a:cubicBezTo>
                    <a:cubicBezTo>
                      <a:pt x="4191365" y="735573"/>
                      <a:pt x="4193957" y="727412"/>
                      <a:pt x="4199429" y="721940"/>
                    </a:cubicBezTo>
                    <a:cubicBezTo>
                      <a:pt x="4212775" y="708305"/>
                      <a:pt x="4216905" y="693231"/>
                      <a:pt x="4212487" y="674604"/>
                    </a:cubicBezTo>
                    <a:cubicBezTo>
                      <a:pt x="4208551" y="658090"/>
                      <a:pt x="4218921" y="636006"/>
                      <a:pt x="4232555" y="632645"/>
                    </a:cubicBezTo>
                    <a:cubicBezTo>
                      <a:pt x="4247629" y="628900"/>
                      <a:pt x="4257999" y="619684"/>
                      <a:pt x="4268657" y="609410"/>
                    </a:cubicBezTo>
                    <a:cubicBezTo>
                      <a:pt x="4274609" y="603649"/>
                      <a:pt x="4282963" y="598656"/>
                      <a:pt x="4291028" y="597216"/>
                    </a:cubicBezTo>
                    <a:cubicBezTo>
                      <a:pt x="4321657" y="591647"/>
                      <a:pt x="4350557" y="598464"/>
                      <a:pt x="4379651" y="609506"/>
                    </a:cubicBezTo>
                    <a:cubicBezTo>
                      <a:pt x="4398661" y="616707"/>
                      <a:pt x="4419784" y="618627"/>
                      <a:pt x="4440139" y="621507"/>
                    </a:cubicBezTo>
                    <a:cubicBezTo>
                      <a:pt x="4446477" y="622371"/>
                      <a:pt x="4454542" y="620452"/>
                      <a:pt x="4460015" y="616899"/>
                    </a:cubicBezTo>
                    <a:cubicBezTo>
                      <a:pt x="4479218" y="604609"/>
                      <a:pt x="4498325" y="591935"/>
                      <a:pt x="4516183" y="577724"/>
                    </a:cubicBezTo>
                    <a:cubicBezTo>
                      <a:pt x="4532795" y="564379"/>
                      <a:pt x="4551517" y="558810"/>
                      <a:pt x="4571681" y="560250"/>
                    </a:cubicBezTo>
                    <a:cubicBezTo>
                      <a:pt x="4586371" y="561306"/>
                      <a:pt x="4599621" y="558905"/>
                      <a:pt x="4613447" y="555257"/>
                    </a:cubicBezTo>
                    <a:cubicBezTo>
                      <a:pt x="4624969" y="552185"/>
                      <a:pt x="4637643" y="550072"/>
                      <a:pt x="4649355" y="551417"/>
                    </a:cubicBezTo>
                    <a:cubicBezTo>
                      <a:pt x="4665775" y="553337"/>
                      <a:pt x="4679313" y="550553"/>
                      <a:pt x="4692467" y="540663"/>
                    </a:cubicBezTo>
                    <a:cubicBezTo>
                      <a:pt x="4699476" y="535382"/>
                      <a:pt x="4708502" y="532598"/>
                      <a:pt x="4716855" y="528949"/>
                    </a:cubicBezTo>
                    <a:cubicBezTo>
                      <a:pt x="4729721" y="523284"/>
                      <a:pt x="4743067" y="518483"/>
                      <a:pt x="4755645" y="512147"/>
                    </a:cubicBezTo>
                    <a:cubicBezTo>
                      <a:pt x="4769183" y="505425"/>
                      <a:pt x="4781569" y="496112"/>
                      <a:pt x="4795395" y="490351"/>
                    </a:cubicBezTo>
                    <a:cubicBezTo>
                      <a:pt x="4810278" y="484110"/>
                      <a:pt x="4819879" y="474605"/>
                      <a:pt x="4825928" y="459818"/>
                    </a:cubicBezTo>
                    <a:cubicBezTo>
                      <a:pt x="4829769" y="450504"/>
                      <a:pt x="4835049" y="440615"/>
                      <a:pt x="4842347" y="434086"/>
                    </a:cubicBezTo>
                    <a:cubicBezTo>
                      <a:pt x="4857422" y="420740"/>
                      <a:pt x="4875087" y="410370"/>
                      <a:pt x="4890451" y="397216"/>
                    </a:cubicBezTo>
                    <a:cubicBezTo>
                      <a:pt x="4912054" y="378781"/>
                      <a:pt x="4932025" y="359194"/>
                      <a:pt x="4933945" y="327701"/>
                    </a:cubicBezTo>
                    <a:cubicBezTo>
                      <a:pt x="4935001" y="310322"/>
                      <a:pt x="4944219" y="302929"/>
                      <a:pt x="4961214" y="298801"/>
                    </a:cubicBezTo>
                    <a:cubicBezTo>
                      <a:pt x="4966878" y="297457"/>
                      <a:pt x="4974945" y="294864"/>
                      <a:pt x="4976672" y="290639"/>
                    </a:cubicBezTo>
                    <a:cubicBezTo>
                      <a:pt x="4981857" y="278061"/>
                      <a:pt x="4992610" y="275565"/>
                      <a:pt x="5002979" y="270573"/>
                    </a:cubicBezTo>
                    <a:cubicBezTo>
                      <a:pt x="5009221" y="267596"/>
                      <a:pt x="5016903" y="261739"/>
                      <a:pt x="5018535" y="255690"/>
                    </a:cubicBezTo>
                    <a:cubicBezTo>
                      <a:pt x="5025255" y="231206"/>
                      <a:pt x="5043690" y="216804"/>
                      <a:pt x="5061069" y="200961"/>
                    </a:cubicBezTo>
                    <a:cubicBezTo>
                      <a:pt x="5066158" y="196256"/>
                      <a:pt x="5071631" y="190879"/>
                      <a:pt x="5074127" y="184735"/>
                    </a:cubicBezTo>
                    <a:cubicBezTo>
                      <a:pt x="5079409" y="171484"/>
                      <a:pt x="5087281" y="161882"/>
                      <a:pt x="5101108" y="156891"/>
                    </a:cubicBezTo>
                    <a:cubicBezTo>
                      <a:pt x="5105524" y="155354"/>
                      <a:pt x="5109557" y="151801"/>
                      <a:pt x="5112918" y="148441"/>
                    </a:cubicBezTo>
                    <a:cubicBezTo>
                      <a:pt x="5120119" y="141144"/>
                      <a:pt x="5126167" y="132598"/>
                      <a:pt x="5133753" y="125782"/>
                    </a:cubicBezTo>
                    <a:cubicBezTo>
                      <a:pt x="5153051" y="108211"/>
                      <a:pt x="5172159" y="90928"/>
                      <a:pt x="5183393" y="66348"/>
                    </a:cubicBezTo>
                    <a:cubicBezTo>
                      <a:pt x="5188865" y="54346"/>
                      <a:pt x="5195107" y="41288"/>
                      <a:pt x="5204709" y="33030"/>
                    </a:cubicBezTo>
                    <a:cubicBezTo>
                      <a:pt x="5216903" y="22565"/>
                      <a:pt x="5232937" y="16612"/>
                      <a:pt x="5247243" y="8451"/>
                    </a:cubicBezTo>
                    <a:close/>
                  </a:path>
                </a:pathLst>
              </a:custGeom>
              <a:blipFill dpi="0" rotWithShape="1">
                <a:blip r:embed="rId2">
                  <a:alphaModFix amt="57000"/>
                </a:blip>
                <a:srcRect/>
                <a:tile tx="0" ty="0" sx="100000" sy="100000" flip="none" algn="tl"/>
              </a:blip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99DA53B2-0EDB-4B30-C583-EF073B8F9D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81826" y="3146400"/>
            <a:ext cx="4391024" cy="24543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uk-UA" sz="2400" noProof="0" dirty="0">
                <a:solidFill>
                  <a:schemeClr val="bg1">
                    <a:alpha val="8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Розглянемо можливі значення параметра </a:t>
            </a:r>
            <a:r>
              <a:rPr lang="uk-UA" sz="2400" noProof="0" dirty="0" err="1">
                <a:solidFill>
                  <a:schemeClr val="bg1">
                    <a:alpha val="8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mode</a:t>
            </a:r>
            <a:r>
              <a:rPr lang="uk-UA" sz="2400" noProof="0" dirty="0">
                <a:solidFill>
                  <a:schemeClr val="bg1">
                    <a:alpha val="8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у функції </a:t>
            </a:r>
            <a:r>
              <a:rPr lang="uk-UA" sz="2400" noProof="0" dirty="0" err="1">
                <a:solidFill>
                  <a:schemeClr val="bg1">
                    <a:alpha val="8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open</a:t>
            </a:r>
            <a:r>
              <a:rPr lang="uk-UA" sz="2400" noProof="0" dirty="0">
                <a:solidFill>
                  <a:schemeClr val="bg1">
                    <a:alpha val="8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.</a:t>
            </a:r>
          </a:p>
          <a:p>
            <a:pPr marL="0" indent="0">
              <a:buNone/>
            </a:pPr>
            <a:endParaRPr lang="uk-UA" sz="2400" noProof="0" dirty="0">
              <a:solidFill>
                <a:schemeClr val="bg1">
                  <a:alpha val="80000"/>
                </a:schemeClr>
              </a:solidFill>
            </a:endParaRPr>
          </a:p>
        </p:txBody>
      </p:sp>
      <p:graphicFrame>
        <p:nvGraphicFramePr>
          <p:cNvPr id="4" name="Таблиця 3">
            <a:extLst>
              <a:ext uri="{FF2B5EF4-FFF2-40B4-BE49-F238E27FC236}">
                <a16:creationId xmlns:a16="http://schemas.microsoft.com/office/drawing/2014/main" id="{9B57BC4F-B4B2-A4B1-C707-411E0CE6EB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8884092"/>
              </p:ext>
            </p:extLst>
          </p:nvPr>
        </p:nvGraphicFramePr>
        <p:xfrm>
          <a:off x="995680" y="2038271"/>
          <a:ext cx="4988559" cy="30029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983620">
                  <a:extLst>
                    <a:ext uri="{9D8B030D-6E8A-4147-A177-3AD203B41FA5}">
                      <a16:colId xmlns:a16="http://schemas.microsoft.com/office/drawing/2014/main" val="1188203031"/>
                    </a:ext>
                  </a:extLst>
                </a:gridCol>
                <a:gridCol w="4004939">
                  <a:extLst>
                    <a:ext uri="{9D8B030D-6E8A-4147-A177-3AD203B41FA5}">
                      <a16:colId xmlns:a16="http://schemas.microsoft.com/office/drawing/2014/main" val="3476089271"/>
                    </a:ext>
                  </a:extLst>
                </a:gridCol>
              </a:tblGrid>
              <a:tr h="357104">
                <a:tc>
                  <a:txBody>
                    <a:bodyPr/>
                    <a:lstStyle/>
                    <a:p>
                      <a:r>
                        <a:rPr lang="uk-UA" sz="1600" noProof="0"/>
                        <a:t>mode</a:t>
                      </a:r>
                    </a:p>
                  </a:txBody>
                  <a:tcPr marL="81160" marR="81160" marT="40580" marB="40580"/>
                </a:tc>
                <a:tc>
                  <a:txBody>
                    <a:bodyPr/>
                    <a:lstStyle/>
                    <a:p>
                      <a:r>
                        <a:rPr lang="uk-UA" sz="1600" noProof="0" dirty="0"/>
                        <a:t>Значення</a:t>
                      </a:r>
                    </a:p>
                  </a:txBody>
                  <a:tcPr marL="81160" marR="81160" marT="40580" marB="40580"/>
                </a:tc>
                <a:extLst>
                  <a:ext uri="{0D108BD9-81ED-4DB2-BD59-A6C34878D82A}">
                    <a16:rowId xmlns:a16="http://schemas.microsoft.com/office/drawing/2014/main" val="2287278478"/>
                  </a:ext>
                </a:extLst>
              </a:tr>
              <a:tr h="357104">
                <a:tc>
                  <a:txBody>
                    <a:bodyPr/>
                    <a:lstStyle/>
                    <a:p>
                      <a:r>
                        <a:rPr lang="uk-UA" sz="1600" noProof="0"/>
                        <a:t>‘r’</a:t>
                      </a:r>
                      <a:endParaRPr lang="uk-UA" sz="1600" noProof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81160" marR="81160" marT="40580" marB="40580"/>
                </a:tc>
                <a:tc>
                  <a:txBody>
                    <a:bodyPr/>
                    <a:lstStyle/>
                    <a:p>
                      <a:r>
                        <a:rPr lang="uk-UA" sz="1600" noProof="0"/>
                        <a:t>Відкрити архів для читання</a:t>
                      </a:r>
                    </a:p>
                  </a:txBody>
                  <a:tcPr marL="81160" marR="81160" marT="40580" marB="40580"/>
                </a:tc>
                <a:extLst>
                  <a:ext uri="{0D108BD9-81ED-4DB2-BD59-A6C34878D82A}">
                    <a16:rowId xmlns:a16="http://schemas.microsoft.com/office/drawing/2014/main" val="2928355208"/>
                  </a:ext>
                </a:extLst>
              </a:tr>
              <a:tr h="600584">
                <a:tc>
                  <a:txBody>
                    <a:bodyPr/>
                    <a:lstStyle/>
                    <a:p>
                      <a:r>
                        <a:rPr lang="uk-UA" sz="1600" noProof="0"/>
                        <a:t>‘w:gz’</a:t>
                      </a:r>
                      <a:endParaRPr lang="uk-UA" sz="1600" noProof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81160" marR="81160" marT="40580" marB="40580"/>
                </a:tc>
                <a:tc>
                  <a:txBody>
                    <a:bodyPr/>
                    <a:lstStyle/>
                    <a:p>
                      <a:r>
                        <a:rPr lang="uk-UA" sz="1600" noProof="0"/>
                        <a:t>Відкрити для запису (стиснення) у форматі gzip</a:t>
                      </a:r>
                    </a:p>
                  </a:txBody>
                  <a:tcPr marL="81160" marR="81160" marT="40580" marB="40580"/>
                </a:tc>
                <a:extLst>
                  <a:ext uri="{0D108BD9-81ED-4DB2-BD59-A6C34878D82A}">
                    <a16:rowId xmlns:a16="http://schemas.microsoft.com/office/drawing/2014/main" val="2712907016"/>
                  </a:ext>
                </a:extLst>
              </a:tr>
              <a:tr h="844064">
                <a:tc>
                  <a:txBody>
                    <a:bodyPr/>
                    <a:lstStyle/>
                    <a:p>
                      <a:r>
                        <a:rPr lang="uk-UA" sz="1600" noProof="0"/>
                        <a:t>‘w:bz2’</a:t>
                      </a:r>
                      <a:endParaRPr lang="uk-UA" sz="1600" noProof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81160" marR="81160" marT="40580" marB="4058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uk-UA" sz="1600" noProof="0"/>
                        <a:t>Відкрити для запису (стиснення) у форматі bzip2</a:t>
                      </a:r>
                    </a:p>
                    <a:p>
                      <a:endParaRPr lang="uk-UA" sz="1600" noProof="0"/>
                    </a:p>
                  </a:txBody>
                  <a:tcPr marL="81160" marR="81160" marT="40580" marB="40580"/>
                </a:tc>
                <a:extLst>
                  <a:ext uri="{0D108BD9-81ED-4DB2-BD59-A6C34878D82A}">
                    <a16:rowId xmlns:a16="http://schemas.microsoft.com/office/drawing/2014/main" val="2041857464"/>
                  </a:ext>
                </a:extLst>
              </a:tr>
              <a:tr h="844064">
                <a:tc>
                  <a:txBody>
                    <a:bodyPr/>
                    <a:lstStyle/>
                    <a:p>
                      <a:r>
                        <a:rPr lang="uk-UA" sz="1600" noProof="0"/>
                        <a:t>‘w:xy’</a:t>
                      </a:r>
                      <a:endParaRPr lang="uk-UA" sz="1600" noProof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81160" marR="81160" marT="40580" marB="4058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uk-UA" sz="1600" noProof="0" dirty="0"/>
                        <a:t>Відкрити для запису (стиснення) у форматі  </a:t>
                      </a:r>
                      <a:r>
                        <a:rPr lang="uk-UA" sz="1600" noProof="0" dirty="0" err="1"/>
                        <a:t>lzma</a:t>
                      </a:r>
                      <a:endParaRPr lang="uk-UA" sz="1600" noProof="0" dirty="0"/>
                    </a:p>
                    <a:p>
                      <a:endParaRPr lang="uk-UA" sz="1600" noProof="0" dirty="0"/>
                    </a:p>
                  </a:txBody>
                  <a:tcPr marL="81160" marR="81160" marT="40580" marB="40580"/>
                </a:tc>
                <a:extLst>
                  <a:ext uri="{0D108BD9-81ED-4DB2-BD59-A6C34878D82A}">
                    <a16:rowId xmlns:a16="http://schemas.microsoft.com/office/drawing/2014/main" val="31393655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7524618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D24DC50-9EB0-0667-F886-2F50B11DCD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noProof="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Приклад. </a:t>
            </a:r>
            <a:r>
              <a:rPr lang="uk-UA" noProof="0" dirty="0" err="1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Backup</a:t>
            </a:r>
            <a:r>
              <a:rPr lang="uk-UA" noProof="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 + Архів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BD0091A7-5BB9-6019-6F1F-BA6BFBDAF9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uk-UA" noProof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Необхідно забезпечити збереження даних кількох каталогів. Реалізувати їх </a:t>
            </a:r>
            <a:r>
              <a:rPr lang="uk-UA" noProof="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backap</a:t>
            </a:r>
            <a:r>
              <a:rPr lang="uk-UA" noProof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.</a:t>
            </a:r>
          </a:p>
          <a:p>
            <a:r>
              <a:rPr lang="uk-UA" noProof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Для того, щоб запобігти вичерпанню ресурсу носія (наприклад жорсткого диску) потрібно реалізувати архівування всіх </a:t>
            </a:r>
            <a:r>
              <a:rPr lang="uk-UA" noProof="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backup</a:t>
            </a:r>
            <a:r>
              <a:rPr lang="uk-UA" noProof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-версій, крім останньої.</a:t>
            </a:r>
          </a:p>
          <a:p>
            <a:r>
              <a:rPr lang="uk-UA" noProof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Модифікуємо попередню програму додавши дві функції: </a:t>
            </a:r>
            <a:r>
              <a:rPr lang="uk-UA" noProof="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archivesubdirs</a:t>
            </a:r>
            <a:r>
              <a:rPr lang="uk-UA" noProof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для архівування підкаталогів та </a:t>
            </a:r>
            <a:r>
              <a:rPr lang="uk-UA" noProof="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removedir</a:t>
            </a:r>
            <a:r>
              <a:rPr lang="uk-UA" noProof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для рекурсивного видалення раніше </a:t>
            </a:r>
            <a:r>
              <a:rPr lang="uk-UA" noProof="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заархівованого</a:t>
            </a:r>
            <a:r>
              <a:rPr lang="uk-UA" noProof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підкаталогу з його усіма файлами.</a:t>
            </a:r>
          </a:p>
          <a:p>
            <a:pPr marL="0" indent="0">
              <a:buNone/>
            </a:pPr>
            <a:r>
              <a:rPr lang="uk-UA" noProof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2" action="ppaction://hlinkfile"/>
              </a:rPr>
              <a:t>Розв’язок</a:t>
            </a:r>
            <a:endParaRPr lang="uk-UA" noProof="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84715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 dir="r"/>
      </p:transition>
    </mc:Choice>
    <mc:Fallback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72E0FA1-C202-5654-D5BF-99D97C8F24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noProof="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Модуль </a:t>
            </a:r>
            <a:r>
              <a:rPr lang="en-US" noProof="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s</a:t>
            </a:r>
            <a:r>
              <a:rPr lang="uk-UA" noProof="0" dirty="0" err="1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hutil</a:t>
            </a:r>
            <a:endParaRPr lang="uk-UA" noProof="0" dirty="0">
              <a:latin typeface="Roboto Black" panose="02000000000000000000" pitchFamily="2" charset="0"/>
              <a:ea typeface="Roboto Black" panose="02000000000000000000" pitchFamily="2" charset="0"/>
              <a:cs typeface="Roboto Black" panose="02000000000000000000" pitchFamily="2" charset="0"/>
            </a:endParaRP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CB00A5A1-86CD-AEC8-D7F9-35BA45E412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uk-UA" noProof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Масові дії над файлами та каталогами можна виконувати, користуючись модулем </a:t>
            </a:r>
            <a:r>
              <a:rPr lang="uk-UA" noProof="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shututil</a:t>
            </a:r>
            <a:r>
              <a:rPr lang="uk-UA" noProof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.</a:t>
            </a:r>
          </a:p>
          <a:p>
            <a:pPr marL="0" indent="0">
              <a:buNone/>
            </a:pPr>
            <a:r>
              <a:rPr lang="uk-UA" noProof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Цей модуль містить функції для копіювання файлів та каталогів, їх видалення, архівування тощо.</a:t>
            </a:r>
          </a:p>
        </p:txBody>
      </p:sp>
    </p:spTree>
    <p:extLst>
      <p:ext uri="{BB962C8B-B14F-4D97-AF65-F5344CB8AC3E}">
        <p14:creationId xmlns:p14="http://schemas.microsoft.com/office/powerpoint/2010/main" val="337297988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69A2043-F88B-90E1-C2EB-0C5353B003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noProof="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Модуль </a:t>
            </a:r>
            <a:r>
              <a:rPr lang="en-US" noProof="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s</a:t>
            </a:r>
            <a:r>
              <a:rPr lang="uk-UA" noProof="0" dirty="0" err="1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hutil</a:t>
            </a:r>
            <a:endParaRPr lang="uk-UA" noProof="0" dirty="0">
              <a:latin typeface="Roboto Black" panose="02000000000000000000" pitchFamily="2" charset="0"/>
              <a:ea typeface="Roboto Black" panose="02000000000000000000" pitchFamily="2" charset="0"/>
              <a:cs typeface="Roboto Black" panose="02000000000000000000" pitchFamily="2" charset="0"/>
            </a:endParaRPr>
          </a:p>
        </p:txBody>
      </p:sp>
      <p:graphicFrame>
        <p:nvGraphicFramePr>
          <p:cNvPr id="4" name="Місце для вмісту 3">
            <a:extLst>
              <a:ext uri="{FF2B5EF4-FFF2-40B4-BE49-F238E27FC236}">
                <a16:creationId xmlns:a16="http://schemas.microsoft.com/office/drawing/2014/main" id="{573DCED6-65B4-CB96-9E2E-8E4DA9A15EB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59854318"/>
              </p:ext>
            </p:extLst>
          </p:nvPr>
        </p:nvGraphicFramePr>
        <p:xfrm>
          <a:off x="838200" y="1690688"/>
          <a:ext cx="10515600" cy="4394200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4680962">
                  <a:extLst>
                    <a:ext uri="{9D8B030D-6E8A-4147-A177-3AD203B41FA5}">
                      <a16:colId xmlns:a16="http://schemas.microsoft.com/office/drawing/2014/main" val="565163261"/>
                    </a:ext>
                  </a:extLst>
                </a:gridCol>
                <a:gridCol w="5834638">
                  <a:extLst>
                    <a:ext uri="{9D8B030D-6E8A-4147-A177-3AD203B41FA5}">
                      <a16:colId xmlns:a16="http://schemas.microsoft.com/office/drawing/2014/main" val="93504026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uk-UA" noProof="0" dirty="0"/>
                        <a:t>Функція</a:t>
                      </a:r>
                      <a:endParaRPr lang="uk-UA" noProof="0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88864" marR="8886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noProof="0" dirty="0"/>
                        <a:t>Опис</a:t>
                      </a:r>
                      <a:endParaRPr lang="uk-UA" noProof="0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88864" marR="88864"/>
                </a:tc>
                <a:extLst>
                  <a:ext uri="{0D108BD9-81ED-4DB2-BD59-A6C34878D82A}">
                    <a16:rowId xmlns:a16="http://schemas.microsoft.com/office/drawing/2014/main" val="1700094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uk-UA" noProof="0" dirty="0" err="1"/>
                        <a:t>shutil.copy</a:t>
                      </a:r>
                      <a:r>
                        <a:rPr lang="uk-UA" noProof="0" dirty="0"/>
                        <a:t>(</a:t>
                      </a:r>
                      <a:r>
                        <a:rPr lang="uk-UA" noProof="0" dirty="0" err="1"/>
                        <a:t>scr,dst</a:t>
                      </a:r>
                      <a:r>
                        <a:rPr lang="uk-UA" noProof="0" dirty="0"/>
                        <a:t>)</a:t>
                      </a:r>
                      <a:endParaRPr lang="uk-UA" noProof="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88864" marR="88864"/>
                </a:tc>
                <a:tc>
                  <a:txBody>
                    <a:bodyPr/>
                    <a:lstStyle/>
                    <a:p>
                      <a:r>
                        <a:rPr lang="uk-UA" noProof="0" dirty="0"/>
                        <a:t>Копіює файл (або каталог) </a:t>
                      </a:r>
                      <a:r>
                        <a:rPr lang="uk-UA" noProof="0" dirty="0" err="1"/>
                        <a:t>scr</a:t>
                      </a:r>
                      <a:r>
                        <a:rPr lang="uk-UA" noProof="0" dirty="0"/>
                        <a:t>. </a:t>
                      </a:r>
                      <a:r>
                        <a:rPr lang="uk-UA" noProof="0" dirty="0" err="1"/>
                        <a:t>Dst</a:t>
                      </a:r>
                      <a:r>
                        <a:rPr lang="uk-UA" noProof="0" dirty="0"/>
                        <a:t> – повне ім’я файлу, включаючи шлях до нього. Якщо </a:t>
                      </a:r>
                      <a:r>
                        <a:rPr lang="uk-UA" noProof="0" dirty="0" err="1"/>
                        <a:t>dst</a:t>
                      </a:r>
                      <a:r>
                        <a:rPr lang="uk-UA" noProof="0" dirty="0"/>
                        <a:t> -  каталог, то файл буде скопійовано з тим же ж ім’ям, що і </a:t>
                      </a:r>
                      <a:r>
                        <a:rPr lang="uk-UA" noProof="0" dirty="0" err="1"/>
                        <a:t>scr</a:t>
                      </a:r>
                      <a:r>
                        <a:rPr lang="uk-UA" noProof="0" dirty="0"/>
                        <a:t>.</a:t>
                      </a:r>
                      <a:endParaRPr lang="uk-UA" noProof="0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88864" marR="88864"/>
                </a:tc>
                <a:extLst>
                  <a:ext uri="{0D108BD9-81ED-4DB2-BD59-A6C34878D82A}">
                    <a16:rowId xmlns:a16="http://schemas.microsoft.com/office/drawing/2014/main" val="21397173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uk-UA" noProof="0" dirty="0" err="1"/>
                        <a:t>shutil.copytree</a:t>
                      </a:r>
                      <a:r>
                        <a:rPr lang="uk-UA" noProof="0" dirty="0"/>
                        <a:t>(</a:t>
                      </a:r>
                      <a:r>
                        <a:rPr lang="uk-UA" noProof="0" dirty="0" err="1"/>
                        <a:t>scr,dst</a:t>
                      </a:r>
                      <a:r>
                        <a:rPr lang="uk-UA" noProof="0" dirty="0"/>
                        <a:t>)</a:t>
                      </a:r>
                    </a:p>
                    <a:p>
                      <a:endParaRPr lang="uk-UA" noProof="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88864" marR="88864"/>
                </a:tc>
                <a:tc>
                  <a:txBody>
                    <a:bodyPr/>
                    <a:lstStyle/>
                    <a:p>
                      <a:r>
                        <a:rPr lang="uk-UA" noProof="0" dirty="0"/>
                        <a:t>Копіює каталог </a:t>
                      </a:r>
                      <a:r>
                        <a:rPr lang="uk-UA" noProof="0" dirty="0" err="1"/>
                        <a:t>scr</a:t>
                      </a:r>
                      <a:r>
                        <a:rPr lang="uk-UA" noProof="0" dirty="0"/>
                        <a:t> у каталог </a:t>
                      </a:r>
                      <a:r>
                        <a:rPr lang="uk-UA" noProof="0" dirty="0" err="1"/>
                        <a:t>dst</a:t>
                      </a:r>
                      <a:r>
                        <a:rPr lang="uk-UA" noProof="0" dirty="0"/>
                        <a:t> </a:t>
                      </a:r>
                      <a:r>
                        <a:rPr lang="uk-UA" noProof="0" dirty="0" err="1"/>
                        <a:t>рекурсивно</a:t>
                      </a:r>
                      <a:r>
                        <a:rPr lang="uk-UA" noProof="0" dirty="0"/>
                        <a:t> разом з усіма підкаталогами</a:t>
                      </a:r>
                      <a:endParaRPr lang="uk-UA" noProof="0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88864" marR="88864"/>
                </a:tc>
                <a:extLst>
                  <a:ext uri="{0D108BD9-81ED-4DB2-BD59-A6C34878D82A}">
                    <a16:rowId xmlns:a16="http://schemas.microsoft.com/office/drawing/2014/main" val="25570214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uk-UA" noProof="0" dirty="0" err="1"/>
                        <a:t>shutil.rmtree</a:t>
                      </a:r>
                      <a:r>
                        <a:rPr lang="uk-UA" noProof="0" dirty="0"/>
                        <a:t>(</a:t>
                      </a:r>
                      <a:r>
                        <a:rPr lang="uk-UA" noProof="0" dirty="0" err="1"/>
                        <a:t>path</a:t>
                      </a:r>
                      <a:r>
                        <a:rPr lang="uk-UA" noProof="0" dirty="0"/>
                        <a:t>)</a:t>
                      </a:r>
                    </a:p>
                    <a:p>
                      <a:endParaRPr lang="uk-UA" noProof="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88864" marR="88864"/>
                </a:tc>
                <a:tc>
                  <a:txBody>
                    <a:bodyPr/>
                    <a:lstStyle/>
                    <a:p>
                      <a:r>
                        <a:rPr lang="uk-UA" noProof="0" dirty="0"/>
                        <a:t>Видаляє каталог </a:t>
                      </a:r>
                      <a:r>
                        <a:rPr lang="uk-UA" noProof="0" dirty="0" err="1"/>
                        <a:t>path</a:t>
                      </a:r>
                      <a:r>
                        <a:rPr lang="uk-UA" noProof="0" dirty="0"/>
                        <a:t> </a:t>
                      </a:r>
                      <a:r>
                        <a:rPr lang="uk-UA" noProof="0" dirty="0" err="1"/>
                        <a:t>рекурсивно</a:t>
                      </a:r>
                      <a:r>
                        <a:rPr lang="uk-UA" noProof="0" dirty="0"/>
                        <a:t> з усіма підкаталогами. При цьому каталог може бути і не порожнім.</a:t>
                      </a:r>
                      <a:endParaRPr lang="uk-UA" noProof="0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88864" marR="88864"/>
                </a:tc>
                <a:extLst>
                  <a:ext uri="{0D108BD9-81ED-4DB2-BD59-A6C34878D82A}">
                    <a16:rowId xmlns:a16="http://schemas.microsoft.com/office/drawing/2014/main" val="32359530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uk-UA" noProof="0" dirty="0" err="1"/>
                        <a:t>shutil.make_archive</a:t>
                      </a:r>
                      <a:r>
                        <a:rPr lang="uk-UA" noProof="0" dirty="0"/>
                        <a:t>(</a:t>
                      </a:r>
                      <a:r>
                        <a:rPr lang="uk-UA" noProof="0" dirty="0" err="1"/>
                        <a:t>base_name</a:t>
                      </a:r>
                      <a:r>
                        <a:rPr lang="uk-UA" noProof="0" dirty="0"/>
                        <a:t>, </a:t>
                      </a:r>
                      <a:r>
                        <a:rPr lang="uk-UA" noProof="0" dirty="0" err="1"/>
                        <a:t>format</a:t>
                      </a:r>
                      <a:r>
                        <a:rPr lang="uk-UA" noProof="0" dirty="0"/>
                        <a:t>[, </a:t>
                      </a:r>
                      <a:r>
                        <a:rPr lang="uk-UA" noProof="0" dirty="0" err="1"/>
                        <a:t>root_dir</a:t>
                      </a:r>
                      <a:r>
                        <a:rPr lang="uk-UA" noProof="0" dirty="0"/>
                        <a:t>])</a:t>
                      </a:r>
                    </a:p>
                    <a:p>
                      <a:endParaRPr lang="uk-UA" noProof="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88864" marR="88864"/>
                </a:tc>
                <a:tc>
                  <a:txBody>
                    <a:bodyPr/>
                    <a:lstStyle/>
                    <a:p>
                      <a:r>
                        <a:rPr lang="uk-UA" noProof="0" dirty="0"/>
                        <a:t>Створює архів з ім’ям </a:t>
                      </a:r>
                      <a:r>
                        <a:rPr lang="uk-UA" noProof="0" dirty="0" err="1"/>
                        <a:t>base_name</a:t>
                      </a:r>
                      <a:r>
                        <a:rPr lang="uk-UA" noProof="0" dirty="0"/>
                        <a:t> у форматі </a:t>
                      </a:r>
                      <a:r>
                        <a:rPr lang="uk-UA" noProof="0" dirty="0" err="1"/>
                        <a:t>format</a:t>
                      </a:r>
                      <a:r>
                        <a:rPr lang="uk-UA" noProof="0" dirty="0"/>
                        <a:t> та додає до нього усі файли з каталогу </a:t>
                      </a:r>
                      <a:r>
                        <a:rPr lang="uk-UA" noProof="0" dirty="0" err="1"/>
                        <a:t>root_dir</a:t>
                      </a:r>
                      <a:r>
                        <a:rPr lang="uk-UA" noProof="0" dirty="0"/>
                        <a:t>. Значеннями </a:t>
                      </a:r>
                      <a:r>
                        <a:rPr lang="uk-UA" noProof="0" dirty="0" err="1"/>
                        <a:t>format</a:t>
                      </a:r>
                      <a:r>
                        <a:rPr lang="uk-UA" noProof="0" dirty="0"/>
                        <a:t> можуть бути ‘</a:t>
                      </a:r>
                      <a:r>
                        <a:rPr lang="uk-UA" noProof="0" dirty="0" err="1"/>
                        <a:t>zip</a:t>
                      </a:r>
                      <a:r>
                        <a:rPr lang="uk-UA" noProof="0" dirty="0"/>
                        <a:t>’,’</a:t>
                      </a:r>
                      <a:r>
                        <a:rPr lang="uk-UA" noProof="0" dirty="0" err="1"/>
                        <a:t>tar</a:t>
                      </a:r>
                      <a:r>
                        <a:rPr lang="uk-UA" noProof="0" dirty="0"/>
                        <a:t>’, або ’</a:t>
                      </a:r>
                      <a:r>
                        <a:rPr lang="uk-UA" noProof="0" dirty="0" err="1"/>
                        <a:t>bztar</a:t>
                      </a:r>
                      <a:r>
                        <a:rPr lang="uk-UA" noProof="0" dirty="0"/>
                        <a:t>’</a:t>
                      </a:r>
                      <a:endParaRPr lang="uk-UA" noProof="0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88864" marR="88864"/>
                </a:tc>
                <a:extLst>
                  <a:ext uri="{0D108BD9-81ED-4DB2-BD59-A6C34878D82A}">
                    <a16:rowId xmlns:a16="http://schemas.microsoft.com/office/drawing/2014/main" val="39288582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uk-UA" noProof="0" dirty="0" err="1"/>
                        <a:t>shutil.unpack_archive</a:t>
                      </a:r>
                      <a:r>
                        <a:rPr lang="uk-UA" noProof="0" dirty="0"/>
                        <a:t>(</a:t>
                      </a:r>
                      <a:r>
                        <a:rPr lang="uk-UA" noProof="0" dirty="0" err="1"/>
                        <a:t>filename</a:t>
                      </a:r>
                      <a:r>
                        <a:rPr lang="uk-UA" noProof="0" dirty="0"/>
                        <a:t>[, </a:t>
                      </a:r>
                      <a:r>
                        <a:rPr lang="uk-UA" noProof="0" dirty="0" err="1"/>
                        <a:t>extract_dir</a:t>
                      </a:r>
                      <a:r>
                        <a:rPr lang="uk-UA" noProof="0" dirty="0"/>
                        <a:t>])</a:t>
                      </a:r>
                      <a:endParaRPr lang="uk-UA" noProof="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88864" marR="88864"/>
                </a:tc>
                <a:tc>
                  <a:txBody>
                    <a:bodyPr/>
                    <a:lstStyle/>
                    <a:p>
                      <a:r>
                        <a:rPr lang="uk-UA" noProof="0" dirty="0" err="1"/>
                        <a:t>Розпакуваати</a:t>
                      </a:r>
                      <a:r>
                        <a:rPr lang="uk-UA" noProof="0" dirty="0"/>
                        <a:t> усі файли архіву </a:t>
                      </a:r>
                      <a:r>
                        <a:rPr lang="uk-UA" noProof="0" dirty="0" err="1"/>
                        <a:t>filenameу</a:t>
                      </a:r>
                      <a:r>
                        <a:rPr lang="uk-UA" noProof="0" dirty="0"/>
                        <a:t> каталог </a:t>
                      </a:r>
                      <a:r>
                        <a:rPr lang="uk-UA" noProof="0" dirty="0" err="1"/>
                        <a:t>extract_dir</a:t>
                      </a:r>
                      <a:endParaRPr lang="uk-UA" noProof="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88864" marR="88864"/>
                </a:tc>
                <a:extLst>
                  <a:ext uri="{0D108BD9-81ED-4DB2-BD59-A6C34878D82A}">
                    <a16:rowId xmlns:a16="http://schemas.microsoft.com/office/drawing/2014/main" val="5106661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7008650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FFC2E4-DDAD-B45E-8FD9-FC6BBC34D0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З</a:t>
            </a:r>
            <a:r>
              <a:rPr lang="uk-UA" noProof="0" dirty="0" err="1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авдання</a:t>
            </a:r>
            <a:endParaRPr lang="uk-UA" noProof="0" dirty="0">
              <a:latin typeface="Roboto Black" panose="02000000000000000000" pitchFamily="2" charset="0"/>
              <a:ea typeface="Roboto Black" panose="02000000000000000000" pitchFamily="2" charset="0"/>
              <a:cs typeface="Roboto Black" panose="02000000000000000000" pitchFamily="2" charset="0"/>
            </a:endParaRP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9A61E5F4-A8DC-1EB8-3669-58615E05A6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uk-UA" noProof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Використовуючи попередній код та можливості модуля </a:t>
            </a:r>
            <a:r>
              <a:rPr lang="uk-UA" noProof="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shutil</a:t>
            </a:r>
            <a:r>
              <a:rPr lang="uk-UA" noProof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реалізувати </a:t>
            </a:r>
            <a:r>
              <a:rPr lang="uk-UA" noProof="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backup</a:t>
            </a:r>
            <a:r>
              <a:rPr lang="uk-UA" noProof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з кількох каталогів.</a:t>
            </a:r>
          </a:p>
        </p:txBody>
      </p:sp>
    </p:spTree>
    <p:extLst>
      <p:ext uri="{BB962C8B-B14F-4D97-AF65-F5344CB8AC3E}">
        <p14:creationId xmlns:p14="http://schemas.microsoft.com/office/powerpoint/2010/main" val="334119755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2F4D5922-434B-4829-B93E-02DC38A295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35FBA24-5C01-4635-A984-1DB6E340B0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D89A5114-55F8-4976-BBE9-EB03D13143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B68E7F15-1BC6-438A-8D72-8DC7AED512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61641807-6842-4066-AF10-93EC82C9F3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F982CAD2-2793-4D56-BE4D-E6CEF77D76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02ADA1AD-25F7-4EE1-9E91-CB4534B565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07625553-33A6-42A6-BA58-B6F60A4E53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75B990D2-1682-41A9-850F-4DC602C318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9" name="Rectangle 28">
            <a:extLst>
              <a:ext uri="{FF2B5EF4-FFF2-40B4-BE49-F238E27FC236}">
                <a16:creationId xmlns:a16="http://schemas.microsoft.com/office/drawing/2014/main" id="{5819102A-0400-4C1F-8614-973F5262EF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EA8FBDFC-CF2A-4A9A-88B1-15D45D68BC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4EC299EF-4D18-40D1-AAB9-5082B26ABF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C649880C-55B6-4C46-A7F6-6A2856231B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2C809907-F418-42B7-B7DA-7578B44AAB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F71152CA-C7C6-498B-AC68-B4620D2421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7" name="Rectangle 36">
            <a:extLst>
              <a:ext uri="{FF2B5EF4-FFF2-40B4-BE49-F238E27FC236}">
                <a16:creationId xmlns:a16="http://schemas.microsoft.com/office/drawing/2014/main" id="{CF1485CA-41D2-421F-B28D-15EF845D5F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04ED96A1-E6CA-493F-8610-6B8B7A28E3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3C9231B8-0812-4FDE-9AC6-94984E20AC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4BF59FE3-7AD8-46E8-9440-D268639942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6EEEDF00-F676-4147-BAF0-64840E2857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94D3F73A-55E6-4A58-872D-BE9E9C7C30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" name="Місце для вмісту 4" descr="Wondering O Fox">
            <a:extLst>
              <a:ext uri="{FF2B5EF4-FFF2-40B4-BE49-F238E27FC236}">
                <a16:creationId xmlns:a16="http://schemas.microsoft.com/office/drawing/2014/main" id="{93E63844-7BDE-5016-65C1-E8C747E9A6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33" r="5759" b="2"/>
          <a:stretch>
            <a:fillRect/>
          </a:stretch>
        </p:blipFill>
        <p:spPr>
          <a:xfrm>
            <a:off x="6997974" y="706170"/>
            <a:ext cx="4492357" cy="5431517"/>
          </a:xfrm>
          <a:prstGeom prst="rect">
            <a:avLst/>
          </a:prstGeom>
        </p:spPr>
      </p:pic>
      <p:grpSp>
        <p:nvGrpSpPr>
          <p:cNvPr id="45" name="Group 44">
            <a:extLst>
              <a:ext uri="{FF2B5EF4-FFF2-40B4-BE49-F238E27FC236}">
                <a16:creationId xmlns:a16="http://schemas.microsoft.com/office/drawing/2014/main" id="{8D2BC472-0671-410F-BA77-E46AA62106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6867670" y="850149"/>
            <a:ext cx="304800" cy="429768"/>
            <a:chOff x="215328" y="-46937"/>
            <a:chExt cx="304800" cy="2773841"/>
          </a:xfrm>
        </p:grpSpPr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DC68B2A3-267E-4DE4-8DD5-C0378482D2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F6474CC6-D7FB-4A38-8991-680F048CFF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05825D0E-A1E4-4466-81B2-33325B3B3F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A1BD1E16-C3EF-4A05-9C71-590A55BFC5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07FBB53-2080-E03D-88F8-5704F63547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853" y="2369089"/>
            <a:ext cx="6171202" cy="2819399"/>
          </a:xfrm>
          <a:noFill/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 sz="21500" noProof="0" dirty="0">
                <a:solidFill>
                  <a:schemeClr val="bg1"/>
                </a:solidFill>
              </a:rPr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2221423422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Офіс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1956</TotalTime>
  <Words>2271</Words>
  <Application>Microsoft Office PowerPoint</Application>
  <PresentationFormat>Широкий екран</PresentationFormat>
  <Paragraphs>208</Paragraphs>
  <Slides>25</Slides>
  <Notes>0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25</vt:i4>
      </vt:variant>
    </vt:vector>
  </HeadingPairs>
  <TitlesOfParts>
    <vt:vector size="33" baseType="lpstr">
      <vt:lpstr>Aptos</vt:lpstr>
      <vt:lpstr>Aptos Display</vt:lpstr>
      <vt:lpstr>Arial</vt:lpstr>
      <vt:lpstr>Calibri</vt:lpstr>
      <vt:lpstr>Courier New</vt:lpstr>
      <vt:lpstr>Roboto</vt:lpstr>
      <vt:lpstr>Roboto Black</vt:lpstr>
      <vt:lpstr>Тема Office</vt:lpstr>
      <vt:lpstr>Лекція 5.  Файли та каталоги</vt:lpstr>
      <vt:lpstr>Операційна система</vt:lpstr>
      <vt:lpstr>Модулі для роботи з ОС</vt:lpstr>
      <vt:lpstr>Модулі для роботи з ОС</vt:lpstr>
      <vt:lpstr>Модуль sys та стандартні файли</vt:lpstr>
      <vt:lpstr>Файлова система</vt:lpstr>
      <vt:lpstr>Файлова система</vt:lpstr>
      <vt:lpstr>Файлова система</vt:lpstr>
      <vt:lpstr>Робота з файлами та каталогами</vt:lpstr>
      <vt:lpstr>Модуль os</vt:lpstr>
      <vt:lpstr>Модуль os.path</vt:lpstr>
      <vt:lpstr>Модуль pathlib</vt:lpstr>
      <vt:lpstr>Модуль pathlib</vt:lpstr>
      <vt:lpstr>Модуль pathlib</vt:lpstr>
      <vt:lpstr>Набори файлів та каталогів. Модуль glob</vt:lpstr>
      <vt:lpstr>Приклад. Побудова списку каталогів впорядкованого за розміром </vt:lpstr>
      <vt:lpstr>Приклад. Збереження файлів із заданих каталогів - backup</vt:lpstr>
      <vt:lpstr>Архівування</vt:lpstr>
      <vt:lpstr>Архівування</vt:lpstr>
      <vt:lpstr>Архівування</vt:lpstr>
      <vt:lpstr>Приклад. Backup + Архів</vt:lpstr>
      <vt:lpstr>Модуль shutil</vt:lpstr>
      <vt:lpstr>Модуль shutil</vt:lpstr>
      <vt:lpstr>Завдання</vt:lpstr>
      <vt:lpstr>Q&amp;A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Олександра Лисецька</dc:creator>
  <cp:lastModifiedBy>Олександра Лисецька</cp:lastModifiedBy>
  <cp:revision>6</cp:revision>
  <dcterms:created xsi:type="dcterms:W3CDTF">2025-03-18T19:52:15Z</dcterms:created>
  <dcterms:modified xsi:type="dcterms:W3CDTF">2026-03-13T08:15:44Z</dcterms:modified>
</cp:coreProperties>
</file>