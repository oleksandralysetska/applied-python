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83" r:id="rId11"/>
    <p:sldId id="284" r:id="rId12"/>
    <p:sldId id="265" r:id="rId13"/>
    <p:sldId id="266" r:id="rId14"/>
    <p:sldId id="267" r:id="rId15"/>
    <p:sldId id="268" r:id="rId16"/>
    <p:sldId id="269" r:id="rId17"/>
    <p:sldId id="270" r:id="rId18"/>
    <p:sldId id="272" r:id="rId19"/>
    <p:sldId id="271" r:id="rId20"/>
    <p:sldId id="273" r:id="rId21"/>
    <p:sldId id="274" r:id="rId22"/>
    <p:sldId id="277" r:id="rId23"/>
    <p:sldId id="275" r:id="rId24"/>
    <p:sldId id="276" r:id="rId25"/>
    <p:sldId id="280" r:id="rId26"/>
    <p:sldId id="281" r:id="rId27"/>
    <p:sldId id="282" r:id="rId28"/>
    <p:sldId id="285" r:id="rId29"/>
    <p:sldId id="286" r:id="rId30"/>
    <p:sldId id="288" r:id="rId31"/>
    <p:sldId id="296" r:id="rId32"/>
    <p:sldId id="289" r:id="rId33"/>
    <p:sldId id="291" r:id="rId34"/>
    <p:sldId id="292" r:id="rId35"/>
    <p:sldId id="290" r:id="rId36"/>
    <p:sldId id="294" r:id="rId37"/>
    <p:sldId id="293" r:id="rId38"/>
    <p:sldId id="295" r:id="rId39"/>
    <p:sldId id="299" r:id="rId40"/>
    <p:sldId id="287" r:id="rId41"/>
    <p:sldId id="302" r:id="rId42"/>
    <p:sldId id="304" r:id="rId43"/>
    <p:sldId id="297" r:id="rId44"/>
    <p:sldId id="300" r:id="rId45"/>
    <p:sldId id="298" r:id="rId46"/>
    <p:sldId id="301" r:id="rId47"/>
    <p:sldId id="305" r:id="rId48"/>
    <p:sldId id="306" r:id="rId49"/>
    <p:sldId id="307" r:id="rId50"/>
    <p:sldId id="309" r:id="rId51"/>
    <p:sldId id="308" r:id="rId5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Помірний стиль 2 –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Помірний стиль 2 –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Помірний стиль 2 –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F3EBEA8-9E5E-4662-A0FF-11ABB3B6D3A7}" type="doc">
      <dgm:prSet loTypeId="urn:microsoft.com/office/officeart/2005/8/layout/default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uk-UA"/>
        </a:p>
      </dgm:t>
    </dgm:pt>
    <dgm:pt modelId="{2E95AA22-5953-4690-BED5-32CF8ED9081D}">
      <dgm:prSet phldrT="[Текст]"/>
      <dgm:spPr/>
      <dgm:t>
        <a:bodyPr/>
        <a:lstStyle/>
        <a:p>
          <a:r>
            <a:rPr lang="uk-UA" b="1" dirty="0">
              <a:solidFill>
                <a:schemeClr val="bg1"/>
              </a:solidFill>
            </a:rPr>
            <a:t>Існування рівноваги</a:t>
          </a:r>
        </a:p>
        <a:p>
          <a:endParaRPr lang="uk-UA" dirty="0">
            <a:solidFill>
              <a:schemeClr val="bg1"/>
            </a:solidFill>
          </a:endParaRPr>
        </a:p>
        <a:p>
          <a:r>
            <a:rPr lang="uk-UA" dirty="0">
              <a:solidFill>
                <a:schemeClr val="bg1"/>
              </a:solidFill>
            </a:rPr>
            <a:t>Рівновага є природнім наслідком гри раціональних агентів</a:t>
          </a:r>
        </a:p>
      </dgm:t>
    </dgm:pt>
    <dgm:pt modelId="{0531AB6A-A9FB-4EA3-9BD4-0AAA99C54FBF}" type="parTrans" cxnId="{0E69F6ED-C162-467A-8F28-D2A9C0CC35E4}">
      <dgm:prSet/>
      <dgm:spPr/>
      <dgm:t>
        <a:bodyPr/>
        <a:lstStyle/>
        <a:p>
          <a:endParaRPr lang="uk-UA"/>
        </a:p>
      </dgm:t>
    </dgm:pt>
    <dgm:pt modelId="{7BC736D2-314B-41CE-9F80-8C5986A87AE9}" type="sibTrans" cxnId="{0E69F6ED-C162-467A-8F28-D2A9C0CC35E4}">
      <dgm:prSet/>
      <dgm:spPr/>
      <dgm:t>
        <a:bodyPr/>
        <a:lstStyle/>
        <a:p>
          <a:endParaRPr lang="uk-UA"/>
        </a:p>
      </dgm:t>
    </dgm:pt>
    <dgm:pt modelId="{5E026722-623F-4411-BD26-7FCD6EB1EBAD}">
      <dgm:prSet phldrT="[Текст]"/>
      <dgm:spPr/>
      <dgm:t>
        <a:bodyPr/>
        <a:lstStyle/>
        <a:p>
          <a:r>
            <a:rPr lang="uk-UA" b="1" dirty="0">
              <a:solidFill>
                <a:schemeClr val="bg1"/>
              </a:solidFill>
            </a:rPr>
            <a:t>Віднайдення рівноваги</a:t>
          </a:r>
        </a:p>
        <a:p>
          <a:endParaRPr lang="uk-UA" dirty="0">
            <a:solidFill>
              <a:schemeClr val="bg1"/>
            </a:solidFill>
          </a:endParaRPr>
        </a:p>
        <a:p>
          <a:r>
            <a:rPr lang="uk-UA" dirty="0">
              <a:solidFill>
                <a:schemeClr val="bg1"/>
              </a:solidFill>
            </a:rPr>
            <a:t>Знаходження різних типів </a:t>
          </a:r>
          <a:r>
            <a:rPr lang="uk-UA" dirty="0" err="1">
              <a:solidFill>
                <a:schemeClr val="bg1"/>
              </a:solidFill>
            </a:rPr>
            <a:t>рівноваг</a:t>
          </a:r>
          <a:r>
            <a:rPr lang="uk-UA" dirty="0">
              <a:solidFill>
                <a:schemeClr val="bg1"/>
              </a:solidFill>
            </a:rPr>
            <a:t> у іграх</a:t>
          </a:r>
        </a:p>
      </dgm:t>
    </dgm:pt>
    <dgm:pt modelId="{0EAA5DE0-15CE-422C-A700-6207FF3DDFD8}" type="parTrans" cxnId="{747FF1FA-80EB-46B2-8C9C-D2CF3D9B15BF}">
      <dgm:prSet/>
      <dgm:spPr/>
      <dgm:t>
        <a:bodyPr/>
        <a:lstStyle/>
        <a:p>
          <a:endParaRPr lang="uk-UA"/>
        </a:p>
      </dgm:t>
    </dgm:pt>
    <dgm:pt modelId="{C1E965D4-D13D-4769-A66A-85BB5D2580DE}" type="sibTrans" cxnId="{747FF1FA-80EB-46B2-8C9C-D2CF3D9B15BF}">
      <dgm:prSet/>
      <dgm:spPr/>
      <dgm:t>
        <a:bodyPr/>
        <a:lstStyle/>
        <a:p>
          <a:endParaRPr lang="uk-UA"/>
        </a:p>
      </dgm:t>
    </dgm:pt>
    <dgm:pt modelId="{E5E3DAB6-2644-4841-976F-ED5D0EF50BAF}">
      <dgm:prSet phldrT="[Текст]"/>
      <dgm:spPr/>
      <dgm:t>
        <a:bodyPr/>
        <a:lstStyle/>
        <a:p>
          <a:r>
            <a:rPr lang="uk-UA" b="1" dirty="0">
              <a:solidFill>
                <a:schemeClr val="bg1"/>
              </a:solidFill>
            </a:rPr>
            <a:t>Відтворення рівноваги</a:t>
          </a:r>
        </a:p>
        <a:p>
          <a:endParaRPr lang="uk-UA" dirty="0">
            <a:solidFill>
              <a:schemeClr val="bg1"/>
            </a:solidFill>
          </a:endParaRPr>
        </a:p>
        <a:p>
          <a:r>
            <a:rPr lang="uk-UA" dirty="0">
              <a:solidFill>
                <a:schemeClr val="bg1"/>
              </a:solidFill>
            </a:rPr>
            <a:t>Механізми приведення моделі до необхідної рівноваги, наприклад у аукціонах</a:t>
          </a:r>
        </a:p>
      </dgm:t>
    </dgm:pt>
    <dgm:pt modelId="{F9EF7D69-980F-4D18-A94A-2F486D336CDD}" type="parTrans" cxnId="{275F6F07-F081-4D82-9A17-F7209A035018}">
      <dgm:prSet/>
      <dgm:spPr/>
      <dgm:t>
        <a:bodyPr/>
        <a:lstStyle/>
        <a:p>
          <a:endParaRPr lang="uk-UA"/>
        </a:p>
      </dgm:t>
    </dgm:pt>
    <dgm:pt modelId="{5D09450E-977F-4F89-82B0-906F1E1DC539}" type="sibTrans" cxnId="{275F6F07-F081-4D82-9A17-F7209A035018}">
      <dgm:prSet/>
      <dgm:spPr/>
      <dgm:t>
        <a:bodyPr/>
        <a:lstStyle/>
        <a:p>
          <a:endParaRPr lang="uk-UA"/>
        </a:p>
      </dgm:t>
    </dgm:pt>
    <dgm:pt modelId="{8312DD21-2A20-4631-A506-C1F1A7F4C403}">
      <dgm:prSet phldrT="[Текст]"/>
      <dgm:spPr/>
      <dgm:t>
        <a:bodyPr/>
        <a:lstStyle/>
        <a:p>
          <a:r>
            <a:rPr lang="uk-UA" b="1" dirty="0">
              <a:solidFill>
                <a:schemeClr val="bg1"/>
              </a:solidFill>
            </a:rPr>
            <a:t>Обчислення рівноваги</a:t>
          </a:r>
        </a:p>
        <a:p>
          <a:endParaRPr lang="uk-UA" dirty="0">
            <a:solidFill>
              <a:schemeClr val="bg1"/>
            </a:solidFill>
          </a:endParaRPr>
        </a:p>
        <a:p>
          <a:r>
            <a:rPr lang="uk-UA" dirty="0">
              <a:solidFill>
                <a:schemeClr val="bg1"/>
              </a:solidFill>
            </a:rPr>
            <a:t>Як обчислити рівновагу у іграх, віднайдення алгоритмів з найменшою складністю (</a:t>
          </a:r>
          <a:r>
            <a:rPr lang="en-US" dirty="0">
              <a:solidFill>
                <a:schemeClr val="bg1"/>
              </a:solidFill>
            </a:rPr>
            <a:t>PPAD class</a:t>
          </a:r>
          <a:r>
            <a:rPr lang="uk-UA" dirty="0">
              <a:solidFill>
                <a:schemeClr val="bg1"/>
              </a:solidFill>
            </a:rPr>
            <a:t>)</a:t>
          </a:r>
        </a:p>
      </dgm:t>
    </dgm:pt>
    <dgm:pt modelId="{5F866CF1-7BEA-43B0-9576-E133DA35E300}" type="parTrans" cxnId="{84B4B7E1-9000-4B9E-8FEB-1A5401FE8D3C}">
      <dgm:prSet/>
      <dgm:spPr/>
      <dgm:t>
        <a:bodyPr/>
        <a:lstStyle/>
        <a:p>
          <a:endParaRPr lang="uk-UA"/>
        </a:p>
      </dgm:t>
    </dgm:pt>
    <dgm:pt modelId="{ED224759-2C97-42B9-97A1-95EACF5921CE}" type="sibTrans" cxnId="{84B4B7E1-9000-4B9E-8FEB-1A5401FE8D3C}">
      <dgm:prSet/>
      <dgm:spPr/>
      <dgm:t>
        <a:bodyPr/>
        <a:lstStyle/>
        <a:p>
          <a:endParaRPr lang="uk-UA"/>
        </a:p>
      </dgm:t>
    </dgm:pt>
    <dgm:pt modelId="{80EDD6C5-BD79-4E74-A993-2EB12B2F67BB}">
      <dgm:prSet phldrT="[Текст]"/>
      <dgm:spPr/>
      <dgm:t>
        <a:bodyPr/>
        <a:lstStyle/>
        <a:p>
          <a:r>
            <a:rPr lang="uk-UA" dirty="0">
              <a:solidFill>
                <a:schemeClr val="bg1"/>
              </a:solidFill>
            </a:rPr>
            <a:t>Навчання алгоритмів</a:t>
          </a:r>
        </a:p>
        <a:p>
          <a:endParaRPr lang="uk-UA" dirty="0">
            <a:solidFill>
              <a:schemeClr val="bg1"/>
            </a:solidFill>
          </a:endParaRPr>
        </a:p>
        <a:p>
          <a:r>
            <a:rPr lang="uk-UA" dirty="0">
              <a:solidFill>
                <a:schemeClr val="bg1"/>
              </a:solidFill>
            </a:rPr>
            <a:t>При навчанні моделі потрібно враховувати, як навчаються інші</a:t>
          </a:r>
        </a:p>
      </dgm:t>
    </dgm:pt>
    <dgm:pt modelId="{7EC59BFD-7B3D-4D04-8C66-B91AE38CDA5E}" type="parTrans" cxnId="{D52BD672-502B-4BBD-B969-CBA18993E6B1}">
      <dgm:prSet/>
      <dgm:spPr/>
      <dgm:t>
        <a:bodyPr/>
        <a:lstStyle/>
        <a:p>
          <a:endParaRPr lang="uk-UA"/>
        </a:p>
      </dgm:t>
    </dgm:pt>
    <dgm:pt modelId="{A2EFB589-A1B4-45AB-B249-FEE2AF31C8D1}" type="sibTrans" cxnId="{D52BD672-502B-4BBD-B969-CBA18993E6B1}">
      <dgm:prSet/>
      <dgm:spPr/>
      <dgm:t>
        <a:bodyPr/>
        <a:lstStyle/>
        <a:p>
          <a:endParaRPr lang="uk-UA"/>
        </a:p>
      </dgm:t>
    </dgm:pt>
    <dgm:pt modelId="{BCE32C61-6A2D-462B-91FC-17AF241155A9}" type="pres">
      <dgm:prSet presAssocID="{7F3EBEA8-9E5E-4662-A0FF-11ABB3B6D3A7}" presName="diagram" presStyleCnt="0">
        <dgm:presLayoutVars>
          <dgm:dir/>
          <dgm:resizeHandles val="exact"/>
        </dgm:presLayoutVars>
      </dgm:prSet>
      <dgm:spPr/>
    </dgm:pt>
    <dgm:pt modelId="{37C546BC-E478-444D-BB6F-05F8BF060E78}" type="pres">
      <dgm:prSet presAssocID="{2E95AA22-5953-4690-BED5-32CF8ED9081D}" presName="node" presStyleLbl="node1" presStyleIdx="0" presStyleCnt="5">
        <dgm:presLayoutVars>
          <dgm:bulletEnabled val="1"/>
        </dgm:presLayoutVars>
      </dgm:prSet>
      <dgm:spPr/>
    </dgm:pt>
    <dgm:pt modelId="{E527348B-F5FE-44E3-998E-18F5FE532512}" type="pres">
      <dgm:prSet presAssocID="{7BC736D2-314B-41CE-9F80-8C5986A87AE9}" presName="sibTrans" presStyleCnt="0"/>
      <dgm:spPr/>
    </dgm:pt>
    <dgm:pt modelId="{2C54038A-0003-400A-A8CB-504A823E67BF}" type="pres">
      <dgm:prSet presAssocID="{5E026722-623F-4411-BD26-7FCD6EB1EBAD}" presName="node" presStyleLbl="node1" presStyleIdx="1" presStyleCnt="5">
        <dgm:presLayoutVars>
          <dgm:bulletEnabled val="1"/>
        </dgm:presLayoutVars>
      </dgm:prSet>
      <dgm:spPr/>
    </dgm:pt>
    <dgm:pt modelId="{FCDEC03C-03A1-4B78-A248-8509D833F758}" type="pres">
      <dgm:prSet presAssocID="{C1E965D4-D13D-4769-A66A-85BB5D2580DE}" presName="sibTrans" presStyleCnt="0"/>
      <dgm:spPr/>
    </dgm:pt>
    <dgm:pt modelId="{52DC8825-6977-4074-83AF-663B6FDE5054}" type="pres">
      <dgm:prSet presAssocID="{E5E3DAB6-2644-4841-976F-ED5D0EF50BAF}" presName="node" presStyleLbl="node1" presStyleIdx="2" presStyleCnt="5">
        <dgm:presLayoutVars>
          <dgm:bulletEnabled val="1"/>
        </dgm:presLayoutVars>
      </dgm:prSet>
      <dgm:spPr/>
    </dgm:pt>
    <dgm:pt modelId="{65051E89-3008-4EB4-83E5-036A4714324A}" type="pres">
      <dgm:prSet presAssocID="{5D09450E-977F-4F89-82B0-906F1E1DC539}" presName="sibTrans" presStyleCnt="0"/>
      <dgm:spPr/>
    </dgm:pt>
    <dgm:pt modelId="{D0105FD6-34CF-452A-A1F3-8403333AE1D0}" type="pres">
      <dgm:prSet presAssocID="{8312DD21-2A20-4631-A506-C1F1A7F4C403}" presName="node" presStyleLbl="node1" presStyleIdx="3" presStyleCnt="5">
        <dgm:presLayoutVars>
          <dgm:bulletEnabled val="1"/>
        </dgm:presLayoutVars>
      </dgm:prSet>
      <dgm:spPr/>
    </dgm:pt>
    <dgm:pt modelId="{83D5215F-440A-44FC-B4FF-866C82799221}" type="pres">
      <dgm:prSet presAssocID="{ED224759-2C97-42B9-97A1-95EACF5921CE}" presName="sibTrans" presStyleCnt="0"/>
      <dgm:spPr/>
    </dgm:pt>
    <dgm:pt modelId="{F00AAC16-3C32-4FDC-8B16-DEEB10E2C615}" type="pres">
      <dgm:prSet presAssocID="{80EDD6C5-BD79-4E74-A993-2EB12B2F67BB}" presName="node" presStyleLbl="node1" presStyleIdx="4" presStyleCnt="5">
        <dgm:presLayoutVars>
          <dgm:bulletEnabled val="1"/>
        </dgm:presLayoutVars>
      </dgm:prSet>
      <dgm:spPr/>
    </dgm:pt>
  </dgm:ptLst>
  <dgm:cxnLst>
    <dgm:cxn modelId="{275F6F07-F081-4D82-9A17-F7209A035018}" srcId="{7F3EBEA8-9E5E-4662-A0FF-11ABB3B6D3A7}" destId="{E5E3DAB6-2644-4841-976F-ED5D0EF50BAF}" srcOrd="2" destOrd="0" parTransId="{F9EF7D69-980F-4D18-A94A-2F486D336CDD}" sibTransId="{5D09450E-977F-4F89-82B0-906F1E1DC539}"/>
    <dgm:cxn modelId="{6287B913-B479-473E-861A-1CFAEF5C831E}" type="presOf" srcId="{5E026722-623F-4411-BD26-7FCD6EB1EBAD}" destId="{2C54038A-0003-400A-A8CB-504A823E67BF}" srcOrd="0" destOrd="0" presId="urn:microsoft.com/office/officeart/2005/8/layout/default"/>
    <dgm:cxn modelId="{8D838521-F37A-4452-8B45-93AA8B7D714F}" type="presOf" srcId="{7F3EBEA8-9E5E-4662-A0FF-11ABB3B6D3A7}" destId="{BCE32C61-6A2D-462B-91FC-17AF241155A9}" srcOrd="0" destOrd="0" presId="urn:microsoft.com/office/officeart/2005/8/layout/default"/>
    <dgm:cxn modelId="{C642DC2A-035B-4C47-98C3-117A7976F09D}" type="presOf" srcId="{8312DD21-2A20-4631-A506-C1F1A7F4C403}" destId="{D0105FD6-34CF-452A-A1F3-8403333AE1D0}" srcOrd="0" destOrd="0" presId="urn:microsoft.com/office/officeart/2005/8/layout/default"/>
    <dgm:cxn modelId="{D52BD672-502B-4BBD-B969-CBA18993E6B1}" srcId="{7F3EBEA8-9E5E-4662-A0FF-11ABB3B6D3A7}" destId="{80EDD6C5-BD79-4E74-A993-2EB12B2F67BB}" srcOrd="4" destOrd="0" parTransId="{7EC59BFD-7B3D-4D04-8C66-B91AE38CDA5E}" sibTransId="{A2EFB589-A1B4-45AB-B249-FEE2AF31C8D1}"/>
    <dgm:cxn modelId="{344CC17E-4DCA-462F-B5DC-13D9BD4D6673}" type="presOf" srcId="{E5E3DAB6-2644-4841-976F-ED5D0EF50BAF}" destId="{52DC8825-6977-4074-83AF-663B6FDE5054}" srcOrd="0" destOrd="0" presId="urn:microsoft.com/office/officeart/2005/8/layout/default"/>
    <dgm:cxn modelId="{50B6F089-42F6-4D6D-869D-EDFC43D1F17B}" type="presOf" srcId="{2E95AA22-5953-4690-BED5-32CF8ED9081D}" destId="{37C546BC-E478-444D-BB6F-05F8BF060E78}" srcOrd="0" destOrd="0" presId="urn:microsoft.com/office/officeart/2005/8/layout/default"/>
    <dgm:cxn modelId="{5937E3C7-9957-477D-8B1F-DF3EC0C447F9}" type="presOf" srcId="{80EDD6C5-BD79-4E74-A993-2EB12B2F67BB}" destId="{F00AAC16-3C32-4FDC-8B16-DEEB10E2C615}" srcOrd="0" destOrd="0" presId="urn:microsoft.com/office/officeart/2005/8/layout/default"/>
    <dgm:cxn modelId="{84B4B7E1-9000-4B9E-8FEB-1A5401FE8D3C}" srcId="{7F3EBEA8-9E5E-4662-A0FF-11ABB3B6D3A7}" destId="{8312DD21-2A20-4631-A506-C1F1A7F4C403}" srcOrd="3" destOrd="0" parTransId="{5F866CF1-7BEA-43B0-9576-E133DA35E300}" sibTransId="{ED224759-2C97-42B9-97A1-95EACF5921CE}"/>
    <dgm:cxn modelId="{0E69F6ED-C162-467A-8F28-D2A9C0CC35E4}" srcId="{7F3EBEA8-9E5E-4662-A0FF-11ABB3B6D3A7}" destId="{2E95AA22-5953-4690-BED5-32CF8ED9081D}" srcOrd="0" destOrd="0" parTransId="{0531AB6A-A9FB-4EA3-9BD4-0AAA99C54FBF}" sibTransId="{7BC736D2-314B-41CE-9F80-8C5986A87AE9}"/>
    <dgm:cxn modelId="{747FF1FA-80EB-46B2-8C9C-D2CF3D9B15BF}" srcId="{7F3EBEA8-9E5E-4662-A0FF-11ABB3B6D3A7}" destId="{5E026722-623F-4411-BD26-7FCD6EB1EBAD}" srcOrd="1" destOrd="0" parTransId="{0EAA5DE0-15CE-422C-A700-6207FF3DDFD8}" sibTransId="{C1E965D4-D13D-4769-A66A-85BB5D2580DE}"/>
    <dgm:cxn modelId="{77C30245-0A2C-49BE-B2CF-AA2A01E05ECC}" type="presParOf" srcId="{BCE32C61-6A2D-462B-91FC-17AF241155A9}" destId="{37C546BC-E478-444D-BB6F-05F8BF060E78}" srcOrd="0" destOrd="0" presId="urn:microsoft.com/office/officeart/2005/8/layout/default"/>
    <dgm:cxn modelId="{15575644-7A71-412C-AC53-DFABA8F2E18E}" type="presParOf" srcId="{BCE32C61-6A2D-462B-91FC-17AF241155A9}" destId="{E527348B-F5FE-44E3-998E-18F5FE532512}" srcOrd="1" destOrd="0" presId="urn:microsoft.com/office/officeart/2005/8/layout/default"/>
    <dgm:cxn modelId="{D7B9AD32-5A9B-496B-8DB1-487D5D97AA98}" type="presParOf" srcId="{BCE32C61-6A2D-462B-91FC-17AF241155A9}" destId="{2C54038A-0003-400A-A8CB-504A823E67BF}" srcOrd="2" destOrd="0" presId="urn:microsoft.com/office/officeart/2005/8/layout/default"/>
    <dgm:cxn modelId="{32BAABFB-44D6-4EF2-AF65-EC9B099EFAD2}" type="presParOf" srcId="{BCE32C61-6A2D-462B-91FC-17AF241155A9}" destId="{FCDEC03C-03A1-4B78-A248-8509D833F758}" srcOrd="3" destOrd="0" presId="urn:microsoft.com/office/officeart/2005/8/layout/default"/>
    <dgm:cxn modelId="{0CF15508-7030-4888-8F9D-640802E75134}" type="presParOf" srcId="{BCE32C61-6A2D-462B-91FC-17AF241155A9}" destId="{52DC8825-6977-4074-83AF-663B6FDE5054}" srcOrd="4" destOrd="0" presId="urn:microsoft.com/office/officeart/2005/8/layout/default"/>
    <dgm:cxn modelId="{4E993F69-80B4-4926-9A22-25A0DCBDB723}" type="presParOf" srcId="{BCE32C61-6A2D-462B-91FC-17AF241155A9}" destId="{65051E89-3008-4EB4-83E5-036A4714324A}" srcOrd="5" destOrd="0" presId="urn:microsoft.com/office/officeart/2005/8/layout/default"/>
    <dgm:cxn modelId="{2445D3B5-45DE-4F7C-BB1E-1ED2EEC059A6}" type="presParOf" srcId="{BCE32C61-6A2D-462B-91FC-17AF241155A9}" destId="{D0105FD6-34CF-452A-A1F3-8403333AE1D0}" srcOrd="6" destOrd="0" presId="urn:microsoft.com/office/officeart/2005/8/layout/default"/>
    <dgm:cxn modelId="{C517AE4C-363C-457C-89F9-2995149B8E31}" type="presParOf" srcId="{BCE32C61-6A2D-462B-91FC-17AF241155A9}" destId="{83D5215F-440A-44FC-B4FF-866C82799221}" srcOrd="7" destOrd="0" presId="urn:microsoft.com/office/officeart/2005/8/layout/default"/>
    <dgm:cxn modelId="{DA42B484-18DD-481C-A122-B587F0FC2B56}" type="presParOf" srcId="{BCE32C61-6A2D-462B-91FC-17AF241155A9}" destId="{F00AAC16-3C32-4FDC-8B16-DEEB10E2C615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D971F9F-19C3-4CF9-B187-0B327723130D}" type="doc">
      <dgm:prSet loTypeId="urn:microsoft.com/office/officeart/2005/8/layout/hierarchy5" loCatId="hierarchy" qsTypeId="urn:microsoft.com/office/officeart/2009/2/quickstyle/3d8" qsCatId="3D" csTypeId="urn:microsoft.com/office/officeart/2005/8/colors/colorful4" csCatId="colorful" phldr="1"/>
      <dgm:spPr>
        <a:scene3d>
          <a:camera prst="obliqueTopRight" zoom="82000"/>
          <a:lightRig rig="morning" dir="t">
            <a:rot lat="0" lon="0" rev="20400000"/>
          </a:lightRig>
        </a:scene3d>
      </dgm:spPr>
      <dgm:t>
        <a:bodyPr/>
        <a:lstStyle/>
        <a:p>
          <a:endParaRPr lang="uk-UA"/>
        </a:p>
      </dgm:t>
    </dgm:pt>
    <dgm:pt modelId="{970F9E85-E724-4F0D-AD9E-7CCEC63D5738}">
      <dgm:prSet phldrT="[Текст]"/>
      <dgm:spPr/>
      <dgm:t>
        <a:bodyPr/>
        <a:lstStyle/>
        <a:p>
          <a:r>
            <a:rPr lang="uk-UA" dirty="0"/>
            <a:t>Теорія Ігор</a:t>
          </a:r>
        </a:p>
      </dgm:t>
    </dgm:pt>
    <dgm:pt modelId="{0FC6CB8B-E002-4579-A311-2C3241F05803}" type="parTrans" cxnId="{880D5521-915D-4484-A7B7-94BCCF66F96C}">
      <dgm:prSet/>
      <dgm:spPr/>
      <dgm:t>
        <a:bodyPr/>
        <a:lstStyle/>
        <a:p>
          <a:endParaRPr lang="uk-UA"/>
        </a:p>
      </dgm:t>
    </dgm:pt>
    <dgm:pt modelId="{0B6FFEE1-739D-4561-9052-3A29F796BFC4}" type="sibTrans" cxnId="{880D5521-915D-4484-A7B7-94BCCF66F96C}">
      <dgm:prSet/>
      <dgm:spPr/>
      <dgm:t>
        <a:bodyPr/>
        <a:lstStyle/>
        <a:p>
          <a:endParaRPr lang="uk-UA"/>
        </a:p>
      </dgm:t>
    </dgm:pt>
    <dgm:pt modelId="{6281258E-13E2-4092-A2D7-DAE748C0FBD3}" type="asst">
      <dgm:prSet phldrT="[Текст]"/>
      <dgm:spPr/>
      <dgm:t>
        <a:bodyPr/>
        <a:lstStyle/>
        <a:p>
          <a:r>
            <a:rPr lang="uk-UA" dirty="0"/>
            <a:t>Класична ТІ</a:t>
          </a:r>
        </a:p>
      </dgm:t>
    </dgm:pt>
    <dgm:pt modelId="{01796E9D-0450-4324-943D-14329D9B968A}" type="parTrans" cxnId="{E572794A-F058-48E7-A1DD-9B87AEB685B0}">
      <dgm:prSet/>
      <dgm:spPr/>
      <dgm:t>
        <a:bodyPr/>
        <a:lstStyle/>
        <a:p>
          <a:endParaRPr lang="uk-UA"/>
        </a:p>
      </dgm:t>
    </dgm:pt>
    <dgm:pt modelId="{C372BD42-3412-4DA1-94E9-5113BA1877C3}" type="sibTrans" cxnId="{E572794A-F058-48E7-A1DD-9B87AEB685B0}">
      <dgm:prSet/>
      <dgm:spPr/>
      <dgm:t>
        <a:bodyPr/>
        <a:lstStyle/>
        <a:p>
          <a:endParaRPr lang="uk-UA"/>
        </a:p>
      </dgm:t>
    </dgm:pt>
    <dgm:pt modelId="{2BCD37DC-E5D4-4E3C-B96B-64AA944BD5BA}">
      <dgm:prSet phldrT="[Текст]"/>
      <dgm:spPr/>
      <dgm:t>
        <a:bodyPr/>
        <a:lstStyle/>
        <a:p>
          <a:r>
            <a:rPr lang="uk-UA" dirty="0"/>
            <a:t>Поведінкова ТІ</a:t>
          </a:r>
        </a:p>
      </dgm:t>
    </dgm:pt>
    <dgm:pt modelId="{2BE131C8-A69B-4E38-8BC6-DA9C9AA63BBF}" type="parTrans" cxnId="{1EA1F7AE-6158-445B-B491-2993D105E854}">
      <dgm:prSet/>
      <dgm:spPr/>
      <dgm:t>
        <a:bodyPr/>
        <a:lstStyle/>
        <a:p>
          <a:endParaRPr lang="uk-UA"/>
        </a:p>
      </dgm:t>
    </dgm:pt>
    <dgm:pt modelId="{68D9E995-4A38-4BD3-8134-D14A12E14AEC}" type="sibTrans" cxnId="{1EA1F7AE-6158-445B-B491-2993D105E854}">
      <dgm:prSet/>
      <dgm:spPr/>
      <dgm:t>
        <a:bodyPr/>
        <a:lstStyle/>
        <a:p>
          <a:endParaRPr lang="uk-UA"/>
        </a:p>
      </dgm:t>
    </dgm:pt>
    <dgm:pt modelId="{1FBF26FB-AC8B-4FF6-9506-4967D5794071}">
      <dgm:prSet phldrT="[Текст]"/>
      <dgm:spPr/>
      <dgm:t>
        <a:bodyPr/>
        <a:lstStyle/>
        <a:p>
          <a:r>
            <a:rPr lang="uk-UA" dirty="0"/>
            <a:t>Алгоритмічна ТІ</a:t>
          </a:r>
        </a:p>
      </dgm:t>
    </dgm:pt>
    <dgm:pt modelId="{8F408A45-E85F-420B-B9E7-676ED18E9985}" type="parTrans" cxnId="{AC033325-3DE1-4D6E-9B9A-DA8745361A8C}">
      <dgm:prSet/>
      <dgm:spPr/>
      <dgm:t>
        <a:bodyPr/>
        <a:lstStyle/>
        <a:p>
          <a:endParaRPr lang="uk-UA"/>
        </a:p>
      </dgm:t>
    </dgm:pt>
    <dgm:pt modelId="{E36029F3-3CBA-435B-A766-9F32BC03D0E6}" type="sibTrans" cxnId="{AC033325-3DE1-4D6E-9B9A-DA8745361A8C}">
      <dgm:prSet/>
      <dgm:spPr/>
      <dgm:t>
        <a:bodyPr/>
        <a:lstStyle/>
        <a:p>
          <a:endParaRPr lang="uk-UA"/>
        </a:p>
      </dgm:t>
    </dgm:pt>
    <dgm:pt modelId="{88FF95CC-0F64-475F-86FA-37ABC6D687B8}" type="asst">
      <dgm:prSet phldrT="[Текст]"/>
      <dgm:spPr/>
      <dgm:t>
        <a:bodyPr/>
        <a:lstStyle/>
        <a:p>
          <a:r>
            <a:rPr lang="uk-UA" dirty="0"/>
            <a:t>Динамічні ігри</a:t>
          </a:r>
        </a:p>
      </dgm:t>
    </dgm:pt>
    <dgm:pt modelId="{0D2784E4-36EF-4BEB-8405-CFB41ECC7E81}" type="parTrans" cxnId="{57BA9AAF-F981-47DB-ABC5-542D50B576F1}">
      <dgm:prSet/>
      <dgm:spPr/>
      <dgm:t>
        <a:bodyPr/>
        <a:lstStyle/>
        <a:p>
          <a:endParaRPr lang="uk-UA"/>
        </a:p>
      </dgm:t>
    </dgm:pt>
    <dgm:pt modelId="{C357550A-5EB3-4C3C-9BE7-E9F06EAF5059}" type="sibTrans" cxnId="{57BA9AAF-F981-47DB-ABC5-542D50B576F1}">
      <dgm:prSet/>
      <dgm:spPr/>
      <dgm:t>
        <a:bodyPr/>
        <a:lstStyle/>
        <a:p>
          <a:endParaRPr lang="uk-UA"/>
        </a:p>
      </dgm:t>
    </dgm:pt>
    <dgm:pt modelId="{3AF3C0B3-F51F-48B4-A757-CC8757B418B7}" type="asst">
      <dgm:prSet phldrT="[Текст]"/>
      <dgm:spPr/>
      <dgm:t>
        <a:bodyPr/>
        <a:lstStyle/>
        <a:p>
          <a:r>
            <a:rPr lang="uk-UA" dirty="0"/>
            <a:t>Динамічні ігри</a:t>
          </a:r>
        </a:p>
      </dgm:t>
    </dgm:pt>
    <dgm:pt modelId="{1B9B7692-45AE-4020-B65F-83C242AA502E}" type="parTrans" cxnId="{49C1185B-239C-433F-8E87-E87C44AC465D}">
      <dgm:prSet/>
      <dgm:spPr/>
      <dgm:t>
        <a:bodyPr/>
        <a:lstStyle/>
        <a:p>
          <a:endParaRPr lang="uk-UA"/>
        </a:p>
      </dgm:t>
    </dgm:pt>
    <dgm:pt modelId="{2C300550-41D1-40B7-A042-06528B334867}" type="sibTrans" cxnId="{49C1185B-239C-433F-8E87-E87C44AC465D}">
      <dgm:prSet/>
      <dgm:spPr/>
      <dgm:t>
        <a:bodyPr/>
        <a:lstStyle/>
        <a:p>
          <a:endParaRPr lang="uk-UA"/>
        </a:p>
      </dgm:t>
    </dgm:pt>
    <dgm:pt modelId="{A6CAA4B5-B5EE-46B7-942F-9F73CFA138DD}" type="asst">
      <dgm:prSet phldrT="[Текст]"/>
      <dgm:spPr/>
      <dgm:t>
        <a:bodyPr/>
        <a:lstStyle/>
        <a:p>
          <a:r>
            <a:rPr lang="uk-UA" dirty="0"/>
            <a:t>Ігри з повною інформацією</a:t>
          </a:r>
        </a:p>
      </dgm:t>
    </dgm:pt>
    <dgm:pt modelId="{C6489AF7-EE65-4060-A2AD-AC3DCDD27DF3}" type="parTrans" cxnId="{090A3741-6758-4F29-97C0-60CDC511B121}">
      <dgm:prSet/>
      <dgm:spPr/>
      <dgm:t>
        <a:bodyPr/>
        <a:lstStyle/>
        <a:p>
          <a:endParaRPr lang="uk-UA"/>
        </a:p>
      </dgm:t>
    </dgm:pt>
    <dgm:pt modelId="{3AAFE4F0-F4F6-45E1-9C0E-452B6CE5E4E2}" type="sibTrans" cxnId="{090A3741-6758-4F29-97C0-60CDC511B121}">
      <dgm:prSet/>
      <dgm:spPr/>
      <dgm:t>
        <a:bodyPr/>
        <a:lstStyle/>
        <a:p>
          <a:endParaRPr lang="uk-UA"/>
        </a:p>
      </dgm:t>
    </dgm:pt>
    <dgm:pt modelId="{A60A85D8-65E4-4CCB-9BE0-E7C6861AD14F}" type="asst">
      <dgm:prSet phldrT="[Текст]"/>
      <dgm:spPr/>
      <dgm:t>
        <a:bodyPr/>
        <a:lstStyle/>
        <a:p>
          <a:r>
            <a:rPr lang="uk-UA" dirty="0"/>
            <a:t>Статичні ігри </a:t>
          </a:r>
        </a:p>
      </dgm:t>
    </dgm:pt>
    <dgm:pt modelId="{4634D914-D03E-498C-B405-2E3298303DB3}" type="parTrans" cxnId="{561746E2-B338-46E2-A465-E074273DFD11}">
      <dgm:prSet/>
      <dgm:spPr/>
      <dgm:t>
        <a:bodyPr/>
        <a:lstStyle/>
        <a:p>
          <a:endParaRPr lang="uk-UA"/>
        </a:p>
      </dgm:t>
    </dgm:pt>
    <dgm:pt modelId="{12EAF74D-AA1B-476B-808E-7C2131D01DBD}" type="sibTrans" cxnId="{561746E2-B338-46E2-A465-E074273DFD11}">
      <dgm:prSet/>
      <dgm:spPr/>
      <dgm:t>
        <a:bodyPr/>
        <a:lstStyle/>
        <a:p>
          <a:endParaRPr lang="uk-UA"/>
        </a:p>
      </dgm:t>
    </dgm:pt>
    <dgm:pt modelId="{B2DFD29E-DBA1-4D64-ADC8-C5B8270DC47A}" type="asst">
      <dgm:prSet phldrT="[Текст]"/>
      <dgm:spPr/>
      <dgm:t>
        <a:bodyPr/>
        <a:lstStyle/>
        <a:p>
          <a:r>
            <a:rPr lang="uk-UA" dirty="0"/>
            <a:t>Ігри з неповною інформацією</a:t>
          </a:r>
        </a:p>
      </dgm:t>
    </dgm:pt>
    <dgm:pt modelId="{A0C34755-8F2E-4205-B9D2-2064FEFF5C8B}" type="parTrans" cxnId="{9839F605-F0D5-4863-A785-C0065F910380}">
      <dgm:prSet/>
      <dgm:spPr/>
      <dgm:t>
        <a:bodyPr/>
        <a:lstStyle/>
        <a:p>
          <a:endParaRPr lang="uk-UA"/>
        </a:p>
      </dgm:t>
    </dgm:pt>
    <dgm:pt modelId="{77CAA1CE-5AC7-49B4-9DE4-CAB8BFC7D6A6}" type="sibTrans" cxnId="{9839F605-F0D5-4863-A785-C0065F910380}">
      <dgm:prSet/>
      <dgm:spPr/>
      <dgm:t>
        <a:bodyPr/>
        <a:lstStyle/>
        <a:p>
          <a:endParaRPr lang="uk-UA"/>
        </a:p>
      </dgm:t>
    </dgm:pt>
    <dgm:pt modelId="{AF706E32-C1E4-4B86-9685-2AEFCF8BF6B6}" type="asst">
      <dgm:prSet phldrT="[Текст]"/>
      <dgm:spPr/>
      <dgm:t>
        <a:bodyPr/>
        <a:lstStyle/>
        <a:p>
          <a:r>
            <a:rPr lang="uk-UA" dirty="0"/>
            <a:t>Статичні ігри</a:t>
          </a:r>
        </a:p>
      </dgm:t>
    </dgm:pt>
    <dgm:pt modelId="{9F1F00CB-1157-447C-B620-9E1AEB518F05}" type="parTrans" cxnId="{F1F55ABC-5E13-4F84-AC96-9E5819048E77}">
      <dgm:prSet/>
      <dgm:spPr/>
      <dgm:t>
        <a:bodyPr/>
        <a:lstStyle/>
        <a:p>
          <a:endParaRPr lang="uk-UA"/>
        </a:p>
      </dgm:t>
    </dgm:pt>
    <dgm:pt modelId="{0B11C249-81B5-4976-9BD3-27E26AC7E42D}" type="sibTrans" cxnId="{F1F55ABC-5E13-4F84-AC96-9E5819048E77}">
      <dgm:prSet/>
      <dgm:spPr/>
      <dgm:t>
        <a:bodyPr/>
        <a:lstStyle/>
        <a:p>
          <a:endParaRPr lang="uk-UA"/>
        </a:p>
      </dgm:t>
    </dgm:pt>
    <dgm:pt modelId="{50E62BFE-CA00-4A33-8E33-9021C0D8D646}">
      <dgm:prSet phldrT="[Текст]"/>
      <dgm:spPr/>
      <dgm:t>
        <a:bodyPr/>
        <a:lstStyle/>
        <a:p>
          <a:r>
            <a:rPr lang="uk-UA" dirty="0"/>
            <a:t>Ігри  з рівновагою</a:t>
          </a:r>
        </a:p>
      </dgm:t>
    </dgm:pt>
    <dgm:pt modelId="{322DC45C-434F-4572-9B65-18ADE90E4312}" type="parTrans" cxnId="{A6414D87-7D05-42DE-9C6C-3F8DFF3E4317}">
      <dgm:prSet/>
      <dgm:spPr/>
      <dgm:t>
        <a:bodyPr/>
        <a:lstStyle/>
        <a:p>
          <a:endParaRPr lang="uk-UA"/>
        </a:p>
      </dgm:t>
    </dgm:pt>
    <dgm:pt modelId="{C357E1EE-85E4-4EAB-8CDD-36A7583002CC}" type="sibTrans" cxnId="{A6414D87-7D05-42DE-9C6C-3F8DFF3E4317}">
      <dgm:prSet/>
      <dgm:spPr/>
      <dgm:t>
        <a:bodyPr/>
        <a:lstStyle/>
        <a:p>
          <a:endParaRPr lang="uk-UA"/>
        </a:p>
      </dgm:t>
    </dgm:pt>
    <dgm:pt modelId="{7C821322-E5AC-4B9C-AD95-21EF7E30AE10}" type="pres">
      <dgm:prSet presAssocID="{BD971F9F-19C3-4CF9-B187-0B327723130D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E50D2384-8AB8-47A1-BEC9-73BF0A6A485D}" type="pres">
      <dgm:prSet presAssocID="{BD971F9F-19C3-4CF9-B187-0B327723130D}" presName="hierFlow" presStyleCnt="0"/>
      <dgm:spPr/>
    </dgm:pt>
    <dgm:pt modelId="{E69CDBFD-1FB5-45ED-9F85-AE7324D70AA5}" type="pres">
      <dgm:prSet presAssocID="{BD971F9F-19C3-4CF9-B187-0B327723130D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2BF6EE5D-8B24-4D92-923F-8886E21C8E0E}" type="pres">
      <dgm:prSet presAssocID="{970F9E85-E724-4F0D-AD9E-7CCEC63D5738}" presName="Name17" presStyleCnt="0"/>
      <dgm:spPr/>
    </dgm:pt>
    <dgm:pt modelId="{344B3859-0331-4C0F-843F-7B46001C60D6}" type="pres">
      <dgm:prSet presAssocID="{970F9E85-E724-4F0D-AD9E-7CCEC63D5738}" presName="level1Shape" presStyleLbl="node0" presStyleIdx="0" presStyleCnt="1">
        <dgm:presLayoutVars>
          <dgm:chPref val="3"/>
        </dgm:presLayoutVars>
      </dgm:prSet>
      <dgm:spPr/>
    </dgm:pt>
    <dgm:pt modelId="{560FDC32-A93E-4DF6-ABFF-9597F6076521}" type="pres">
      <dgm:prSet presAssocID="{970F9E85-E724-4F0D-AD9E-7CCEC63D5738}" presName="hierChild2" presStyleCnt="0"/>
      <dgm:spPr/>
    </dgm:pt>
    <dgm:pt modelId="{CC6EA5E5-9105-4B7D-9D5D-C9DD50FD0DC3}" type="pres">
      <dgm:prSet presAssocID="{01796E9D-0450-4324-943D-14329D9B968A}" presName="Name25" presStyleLbl="parChTrans1D2" presStyleIdx="0" presStyleCnt="3"/>
      <dgm:spPr/>
    </dgm:pt>
    <dgm:pt modelId="{0CF4855F-011F-4A87-A452-32F6F2DD2E4E}" type="pres">
      <dgm:prSet presAssocID="{01796E9D-0450-4324-943D-14329D9B968A}" presName="connTx" presStyleLbl="parChTrans1D2" presStyleIdx="0" presStyleCnt="3"/>
      <dgm:spPr/>
    </dgm:pt>
    <dgm:pt modelId="{5B57A9D0-B101-4B05-ACAA-4791F9BBE010}" type="pres">
      <dgm:prSet presAssocID="{6281258E-13E2-4092-A2D7-DAE748C0FBD3}" presName="Name30" presStyleCnt="0"/>
      <dgm:spPr/>
    </dgm:pt>
    <dgm:pt modelId="{BFEA7C30-32D6-4AD8-ACC0-5B7B19527DB1}" type="pres">
      <dgm:prSet presAssocID="{6281258E-13E2-4092-A2D7-DAE748C0FBD3}" presName="level2Shape" presStyleLbl="asst1" presStyleIdx="0" presStyleCnt="7"/>
      <dgm:spPr/>
    </dgm:pt>
    <dgm:pt modelId="{DDB99D1A-F1B9-4A40-98F5-62C05F9EBBE6}" type="pres">
      <dgm:prSet presAssocID="{6281258E-13E2-4092-A2D7-DAE748C0FBD3}" presName="hierChild3" presStyleCnt="0"/>
      <dgm:spPr/>
    </dgm:pt>
    <dgm:pt modelId="{DB3A93B3-ED06-44B5-9F98-8043115CA9FE}" type="pres">
      <dgm:prSet presAssocID="{C6489AF7-EE65-4060-A2AD-AC3DCDD27DF3}" presName="Name25" presStyleLbl="parChTrans1D3" presStyleIdx="0" presStyleCnt="3"/>
      <dgm:spPr/>
    </dgm:pt>
    <dgm:pt modelId="{3D8252F1-9628-43E5-A9B9-D7ACB7D1362B}" type="pres">
      <dgm:prSet presAssocID="{C6489AF7-EE65-4060-A2AD-AC3DCDD27DF3}" presName="connTx" presStyleLbl="parChTrans1D3" presStyleIdx="0" presStyleCnt="3"/>
      <dgm:spPr/>
    </dgm:pt>
    <dgm:pt modelId="{05289FB0-F959-47FF-951A-E16182F9F8B8}" type="pres">
      <dgm:prSet presAssocID="{A6CAA4B5-B5EE-46B7-942F-9F73CFA138DD}" presName="Name30" presStyleCnt="0"/>
      <dgm:spPr/>
    </dgm:pt>
    <dgm:pt modelId="{7BB995A1-7D6D-477E-881F-2EC33CD6B59A}" type="pres">
      <dgm:prSet presAssocID="{A6CAA4B5-B5EE-46B7-942F-9F73CFA138DD}" presName="level2Shape" presStyleLbl="asst1" presStyleIdx="1" presStyleCnt="7"/>
      <dgm:spPr/>
    </dgm:pt>
    <dgm:pt modelId="{9BFF58AE-C3BC-434D-B9E4-817A582C99EF}" type="pres">
      <dgm:prSet presAssocID="{A6CAA4B5-B5EE-46B7-942F-9F73CFA138DD}" presName="hierChild3" presStyleCnt="0"/>
      <dgm:spPr/>
    </dgm:pt>
    <dgm:pt modelId="{F39CB397-0F79-4771-9D33-47C2E680B053}" type="pres">
      <dgm:prSet presAssocID="{4634D914-D03E-498C-B405-2E3298303DB3}" presName="Name25" presStyleLbl="parChTrans1D4" presStyleIdx="0" presStyleCnt="4"/>
      <dgm:spPr/>
    </dgm:pt>
    <dgm:pt modelId="{FF779C17-6264-4FDC-BADA-7B4D28F56A40}" type="pres">
      <dgm:prSet presAssocID="{4634D914-D03E-498C-B405-2E3298303DB3}" presName="connTx" presStyleLbl="parChTrans1D4" presStyleIdx="0" presStyleCnt="4"/>
      <dgm:spPr/>
    </dgm:pt>
    <dgm:pt modelId="{58ED20DA-606E-4201-992C-13FEC4775952}" type="pres">
      <dgm:prSet presAssocID="{A60A85D8-65E4-4CCB-9BE0-E7C6861AD14F}" presName="Name30" presStyleCnt="0"/>
      <dgm:spPr/>
    </dgm:pt>
    <dgm:pt modelId="{0DC5FA1C-F792-45D4-9A4C-80F99E4023F7}" type="pres">
      <dgm:prSet presAssocID="{A60A85D8-65E4-4CCB-9BE0-E7C6861AD14F}" presName="level2Shape" presStyleLbl="asst1" presStyleIdx="2" presStyleCnt="7"/>
      <dgm:spPr/>
    </dgm:pt>
    <dgm:pt modelId="{E3C0AD5C-25D4-49E4-9B0C-B2DA754995FA}" type="pres">
      <dgm:prSet presAssocID="{A60A85D8-65E4-4CCB-9BE0-E7C6861AD14F}" presName="hierChild3" presStyleCnt="0"/>
      <dgm:spPr/>
    </dgm:pt>
    <dgm:pt modelId="{696CFCEA-1A7C-4D9B-AC82-582F539087EB}" type="pres">
      <dgm:prSet presAssocID="{1B9B7692-45AE-4020-B65F-83C242AA502E}" presName="Name25" presStyleLbl="parChTrans1D4" presStyleIdx="1" presStyleCnt="4"/>
      <dgm:spPr/>
    </dgm:pt>
    <dgm:pt modelId="{2E294284-C8DE-4976-B4F9-2F3D4CB14BFA}" type="pres">
      <dgm:prSet presAssocID="{1B9B7692-45AE-4020-B65F-83C242AA502E}" presName="connTx" presStyleLbl="parChTrans1D4" presStyleIdx="1" presStyleCnt="4"/>
      <dgm:spPr/>
    </dgm:pt>
    <dgm:pt modelId="{13A47718-3E34-436D-8E17-3C5240410A62}" type="pres">
      <dgm:prSet presAssocID="{3AF3C0B3-F51F-48B4-A757-CC8757B418B7}" presName="Name30" presStyleCnt="0"/>
      <dgm:spPr/>
    </dgm:pt>
    <dgm:pt modelId="{67D01827-4204-4947-A0D9-D8795CBF3697}" type="pres">
      <dgm:prSet presAssocID="{3AF3C0B3-F51F-48B4-A757-CC8757B418B7}" presName="level2Shape" presStyleLbl="asst1" presStyleIdx="3" presStyleCnt="7"/>
      <dgm:spPr/>
    </dgm:pt>
    <dgm:pt modelId="{79B7653A-AEC8-4605-9AE6-90F4A120AE27}" type="pres">
      <dgm:prSet presAssocID="{3AF3C0B3-F51F-48B4-A757-CC8757B418B7}" presName="hierChild3" presStyleCnt="0"/>
      <dgm:spPr/>
    </dgm:pt>
    <dgm:pt modelId="{6B9B60E7-CD3F-4D34-85B3-B4D09A3BAAC4}" type="pres">
      <dgm:prSet presAssocID="{A0C34755-8F2E-4205-B9D2-2064FEFF5C8B}" presName="Name25" presStyleLbl="parChTrans1D3" presStyleIdx="1" presStyleCnt="3"/>
      <dgm:spPr/>
    </dgm:pt>
    <dgm:pt modelId="{FC8F4D56-A35A-4026-AF0B-5286789C6EDC}" type="pres">
      <dgm:prSet presAssocID="{A0C34755-8F2E-4205-B9D2-2064FEFF5C8B}" presName="connTx" presStyleLbl="parChTrans1D3" presStyleIdx="1" presStyleCnt="3"/>
      <dgm:spPr/>
    </dgm:pt>
    <dgm:pt modelId="{C00B56FC-805E-49C7-9DD7-415C58023828}" type="pres">
      <dgm:prSet presAssocID="{B2DFD29E-DBA1-4D64-ADC8-C5B8270DC47A}" presName="Name30" presStyleCnt="0"/>
      <dgm:spPr/>
    </dgm:pt>
    <dgm:pt modelId="{E139C27D-357A-4810-82F5-CA190939523A}" type="pres">
      <dgm:prSet presAssocID="{B2DFD29E-DBA1-4D64-ADC8-C5B8270DC47A}" presName="level2Shape" presStyleLbl="asst1" presStyleIdx="4" presStyleCnt="7"/>
      <dgm:spPr/>
    </dgm:pt>
    <dgm:pt modelId="{E7FA71A6-BA6A-43F8-BB24-7B229A65AA0E}" type="pres">
      <dgm:prSet presAssocID="{B2DFD29E-DBA1-4D64-ADC8-C5B8270DC47A}" presName="hierChild3" presStyleCnt="0"/>
      <dgm:spPr/>
    </dgm:pt>
    <dgm:pt modelId="{C1B48713-A067-4F1B-9441-795750DA745B}" type="pres">
      <dgm:prSet presAssocID="{9F1F00CB-1157-447C-B620-9E1AEB518F05}" presName="Name25" presStyleLbl="parChTrans1D4" presStyleIdx="2" presStyleCnt="4"/>
      <dgm:spPr/>
    </dgm:pt>
    <dgm:pt modelId="{1DF96A2F-7312-4C9C-BBE3-48A51F3E1613}" type="pres">
      <dgm:prSet presAssocID="{9F1F00CB-1157-447C-B620-9E1AEB518F05}" presName="connTx" presStyleLbl="parChTrans1D4" presStyleIdx="2" presStyleCnt="4"/>
      <dgm:spPr/>
    </dgm:pt>
    <dgm:pt modelId="{2145C34D-B354-4526-B949-7F66EB835A75}" type="pres">
      <dgm:prSet presAssocID="{AF706E32-C1E4-4B86-9685-2AEFCF8BF6B6}" presName="Name30" presStyleCnt="0"/>
      <dgm:spPr/>
    </dgm:pt>
    <dgm:pt modelId="{1475CC22-2BB4-4008-A7FE-98C913785734}" type="pres">
      <dgm:prSet presAssocID="{AF706E32-C1E4-4B86-9685-2AEFCF8BF6B6}" presName="level2Shape" presStyleLbl="asst1" presStyleIdx="5" presStyleCnt="7"/>
      <dgm:spPr/>
    </dgm:pt>
    <dgm:pt modelId="{4BA603C9-AB78-433A-9BDD-0B8EB40CC5C2}" type="pres">
      <dgm:prSet presAssocID="{AF706E32-C1E4-4B86-9685-2AEFCF8BF6B6}" presName="hierChild3" presStyleCnt="0"/>
      <dgm:spPr/>
    </dgm:pt>
    <dgm:pt modelId="{435161DD-9646-4F59-9C19-84036DF14DDB}" type="pres">
      <dgm:prSet presAssocID="{0D2784E4-36EF-4BEB-8405-CFB41ECC7E81}" presName="Name25" presStyleLbl="parChTrans1D4" presStyleIdx="3" presStyleCnt="4"/>
      <dgm:spPr/>
    </dgm:pt>
    <dgm:pt modelId="{807E63EE-3E7F-479F-9295-DCAEA73FF3F9}" type="pres">
      <dgm:prSet presAssocID="{0D2784E4-36EF-4BEB-8405-CFB41ECC7E81}" presName="connTx" presStyleLbl="parChTrans1D4" presStyleIdx="3" presStyleCnt="4"/>
      <dgm:spPr/>
    </dgm:pt>
    <dgm:pt modelId="{F64662F4-0D80-421D-A17F-0D349C3B83C6}" type="pres">
      <dgm:prSet presAssocID="{88FF95CC-0F64-475F-86FA-37ABC6D687B8}" presName="Name30" presStyleCnt="0"/>
      <dgm:spPr/>
    </dgm:pt>
    <dgm:pt modelId="{C7D417BA-4C63-4434-A8D2-2471B64FCB98}" type="pres">
      <dgm:prSet presAssocID="{88FF95CC-0F64-475F-86FA-37ABC6D687B8}" presName="level2Shape" presStyleLbl="asst1" presStyleIdx="6" presStyleCnt="7"/>
      <dgm:spPr/>
    </dgm:pt>
    <dgm:pt modelId="{C5D1D900-4A7B-4F95-833A-B9DC72167552}" type="pres">
      <dgm:prSet presAssocID="{88FF95CC-0F64-475F-86FA-37ABC6D687B8}" presName="hierChild3" presStyleCnt="0"/>
      <dgm:spPr/>
    </dgm:pt>
    <dgm:pt modelId="{31ABA62C-1A7A-49C2-BA2B-752C2A438F47}" type="pres">
      <dgm:prSet presAssocID="{2BE131C8-A69B-4E38-8BC6-DA9C9AA63BBF}" presName="Name25" presStyleLbl="parChTrans1D2" presStyleIdx="1" presStyleCnt="3"/>
      <dgm:spPr/>
    </dgm:pt>
    <dgm:pt modelId="{F4FA59E8-1C62-4C91-A9CC-15627B36B97E}" type="pres">
      <dgm:prSet presAssocID="{2BE131C8-A69B-4E38-8BC6-DA9C9AA63BBF}" presName="connTx" presStyleLbl="parChTrans1D2" presStyleIdx="1" presStyleCnt="3"/>
      <dgm:spPr/>
    </dgm:pt>
    <dgm:pt modelId="{312A3EFA-6F75-46E7-82C3-3C0ABA58F95C}" type="pres">
      <dgm:prSet presAssocID="{2BCD37DC-E5D4-4E3C-B96B-64AA944BD5BA}" presName="Name30" presStyleCnt="0"/>
      <dgm:spPr/>
    </dgm:pt>
    <dgm:pt modelId="{320C2365-98CA-40A4-8CE8-16E2D8509DBC}" type="pres">
      <dgm:prSet presAssocID="{2BCD37DC-E5D4-4E3C-B96B-64AA944BD5BA}" presName="level2Shape" presStyleLbl="node2" presStyleIdx="0" presStyleCnt="2"/>
      <dgm:spPr/>
    </dgm:pt>
    <dgm:pt modelId="{5DC9CBC3-2A8D-4A45-A1F5-780F148635E5}" type="pres">
      <dgm:prSet presAssocID="{2BCD37DC-E5D4-4E3C-B96B-64AA944BD5BA}" presName="hierChild3" presStyleCnt="0"/>
      <dgm:spPr/>
    </dgm:pt>
    <dgm:pt modelId="{22C57D5B-64B0-4EE1-AB70-7024C6B33376}" type="pres">
      <dgm:prSet presAssocID="{8F408A45-E85F-420B-B9E7-676ED18E9985}" presName="Name25" presStyleLbl="parChTrans1D2" presStyleIdx="2" presStyleCnt="3"/>
      <dgm:spPr/>
    </dgm:pt>
    <dgm:pt modelId="{6449B573-5A2C-4D5D-BB6D-1D50AA9B8140}" type="pres">
      <dgm:prSet presAssocID="{8F408A45-E85F-420B-B9E7-676ED18E9985}" presName="connTx" presStyleLbl="parChTrans1D2" presStyleIdx="2" presStyleCnt="3"/>
      <dgm:spPr/>
    </dgm:pt>
    <dgm:pt modelId="{4394BCA8-B294-4811-8649-C509B1DD6E79}" type="pres">
      <dgm:prSet presAssocID="{1FBF26FB-AC8B-4FF6-9506-4967D5794071}" presName="Name30" presStyleCnt="0"/>
      <dgm:spPr/>
    </dgm:pt>
    <dgm:pt modelId="{9509D80D-3CB9-4B90-909C-EDEF64DED302}" type="pres">
      <dgm:prSet presAssocID="{1FBF26FB-AC8B-4FF6-9506-4967D5794071}" presName="level2Shape" presStyleLbl="node2" presStyleIdx="1" presStyleCnt="2"/>
      <dgm:spPr/>
    </dgm:pt>
    <dgm:pt modelId="{C3F110B0-2F73-4924-BB30-0E529FD953EE}" type="pres">
      <dgm:prSet presAssocID="{1FBF26FB-AC8B-4FF6-9506-4967D5794071}" presName="hierChild3" presStyleCnt="0"/>
      <dgm:spPr/>
    </dgm:pt>
    <dgm:pt modelId="{413FB72A-9635-44C9-A4A7-96F770A4D21D}" type="pres">
      <dgm:prSet presAssocID="{322DC45C-434F-4572-9B65-18ADE90E4312}" presName="Name25" presStyleLbl="parChTrans1D3" presStyleIdx="2" presStyleCnt="3"/>
      <dgm:spPr/>
    </dgm:pt>
    <dgm:pt modelId="{9BD98146-7270-4B27-9B96-71CF7CEE4324}" type="pres">
      <dgm:prSet presAssocID="{322DC45C-434F-4572-9B65-18ADE90E4312}" presName="connTx" presStyleLbl="parChTrans1D3" presStyleIdx="2" presStyleCnt="3"/>
      <dgm:spPr/>
    </dgm:pt>
    <dgm:pt modelId="{02285633-8D0D-46A8-9762-2FB880EBB1FA}" type="pres">
      <dgm:prSet presAssocID="{50E62BFE-CA00-4A33-8E33-9021C0D8D646}" presName="Name30" presStyleCnt="0"/>
      <dgm:spPr/>
    </dgm:pt>
    <dgm:pt modelId="{832124D3-2B87-4680-86F9-406B480FBB26}" type="pres">
      <dgm:prSet presAssocID="{50E62BFE-CA00-4A33-8E33-9021C0D8D646}" presName="level2Shape" presStyleLbl="node3" presStyleIdx="0" presStyleCnt="1"/>
      <dgm:spPr/>
    </dgm:pt>
    <dgm:pt modelId="{CFF12135-4384-49E2-921B-8AEB7554CF8D}" type="pres">
      <dgm:prSet presAssocID="{50E62BFE-CA00-4A33-8E33-9021C0D8D646}" presName="hierChild3" presStyleCnt="0"/>
      <dgm:spPr/>
    </dgm:pt>
    <dgm:pt modelId="{EE5B8CDC-CDF0-451F-9A07-BF4D0751207C}" type="pres">
      <dgm:prSet presAssocID="{BD971F9F-19C3-4CF9-B187-0B327723130D}" presName="bgShapesFlow" presStyleCnt="0"/>
      <dgm:spPr/>
    </dgm:pt>
  </dgm:ptLst>
  <dgm:cxnLst>
    <dgm:cxn modelId="{9839F605-F0D5-4863-A785-C0065F910380}" srcId="{6281258E-13E2-4092-A2D7-DAE748C0FBD3}" destId="{B2DFD29E-DBA1-4D64-ADC8-C5B8270DC47A}" srcOrd="1" destOrd="0" parTransId="{A0C34755-8F2E-4205-B9D2-2064FEFF5C8B}" sibTransId="{77CAA1CE-5AC7-49B4-9DE4-CAB8BFC7D6A6}"/>
    <dgm:cxn modelId="{8D3B6409-9B2E-40AA-9803-9CC31100E1B8}" type="presOf" srcId="{9F1F00CB-1157-447C-B620-9E1AEB518F05}" destId="{1DF96A2F-7312-4C9C-BBE3-48A51F3E1613}" srcOrd="1" destOrd="0" presId="urn:microsoft.com/office/officeart/2005/8/layout/hierarchy5"/>
    <dgm:cxn modelId="{8CB4A60D-0108-4B46-BB33-7736E63DB7FE}" type="presOf" srcId="{AF706E32-C1E4-4B86-9685-2AEFCF8BF6B6}" destId="{1475CC22-2BB4-4008-A7FE-98C913785734}" srcOrd="0" destOrd="0" presId="urn:microsoft.com/office/officeart/2005/8/layout/hierarchy5"/>
    <dgm:cxn modelId="{880D5521-915D-4484-A7B7-94BCCF66F96C}" srcId="{BD971F9F-19C3-4CF9-B187-0B327723130D}" destId="{970F9E85-E724-4F0D-AD9E-7CCEC63D5738}" srcOrd="0" destOrd="0" parTransId="{0FC6CB8B-E002-4579-A311-2C3241F05803}" sibTransId="{0B6FFEE1-739D-4561-9052-3A29F796BFC4}"/>
    <dgm:cxn modelId="{AC033325-3DE1-4D6E-9B9A-DA8745361A8C}" srcId="{970F9E85-E724-4F0D-AD9E-7CCEC63D5738}" destId="{1FBF26FB-AC8B-4FF6-9506-4967D5794071}" srcOrd="2" destOrd="0" parTransId="{8F408A45-E85F-420B-B9E7-676ED18E9985}" sibTransId="{E36029F3-3CBA-435B-A766-9F32BC03D0E6}"/>
    <dgm:cxn modelId="{C2EC0E32-E2CB-443A-8F83-18DD400B919D}" type="presOf" srcId="{8F408A45-E85F-420B-B9E7-676ED18E9985}" destId="{6449B573-5A2C-4D5D-BB6D-1D50AA9B8140}" srcOrd="1" destOrd="0" presId="urn:microsoft.com/office/officeart/2005/8/layout/hierarchy5"/>
    <dgm:cxn modelId="{5B8E5E35-39CA-4A5D-AE36-8E2D3D908FA1}" type="presOf" srcId="{01796E9D-0450-4324-943D-14329D9B968A}" destId="{CC6EA5E5-9105-4B7D-9D5D-C9DD50FD0DC3}" srcOrd="0" destOrd="0" presId="urn:microsoft.com/office/officeart/2005/8/layout/hierarchy5"/>
    <dgm:cxn modelId="{60655738-2BAD-4705-9AD3-11BEE7AA523E}" type="presOf" srcId="{C6489AF7-EE65-4060-A2AD-AC3DCDD27DF3}" destId="{DB3A93B3-ED06-44B5-9F98-8043115CA9FE}" srcOrd="0" destOrd="0" presId="urn:microsoft.com/office/officeart/2005/8/layout/hierarchy5"/>
    <dgm:cxn modelId="{49C1185B-239C-433F-8E87-E87C44AC465D}" srcId="{A6CAA4B5-B5EE-46B7-942F-9F73CFA138DD}" destId="{3AF3C0B3-F51F-48B4-A757-CC8757B418B7}" srcOrd="1" destOrd="0" parTransId="{1B9B7692-45AE-4020-B65F-83C242AA502E}" sibTransId="{2C300550-41D1-40B7-A042-06528B334867}"/>
    <dgm:cxn modelId="{090A3741-6758-4F29-97C0-60CDC511B121}" srcId="{6281258E-13E2-4092-A2D7-DAE748C0FBD3}" destId="{A6CAA4B5-B5EE-46B7-942F-9F73CFA138DD}" srcOrd="0" destOrd="0" parTransId="{C6489AF7-EE65-4060-A2AD-AC3DCDD27DF3}" sibTransId="{3AAFE4F0-F4F6-45E1-9C0E-452B6CE5E4E2}"/>
    <dgm:cxn modelId="{6E486541-FCC0-4FD3-8642-978B68D7AB94}" type="presOf" srcId="{6281258E-13E2-4092-A2D7-DAE748C0FBD3}" destId="{BFEA7C30-32D6-4AD8-ACC0-5B7B19527DB1}" srcOrd="0" destOrd="0" presId="urn:microsoft.com/office/officeart/2005/8/layout/hierarchy5"/>
    <dgm:cxn modelId="{DC76B741-6CA7-46BE-9B38-6BFC1D8CBCED}" type="presOf" srcId="{2BE131C8-A69B-4E38-8BC6-DA9C9AA63BBF}" destId="{31ABA62C-1A7A-49C2-BA2B-752C2A438F47}" srcOrd="0" destOrd="0" presId="urn:microsoft.com/office/officeart/2005/8/layout/hierarchy5"/>
    <dgm:cxn modelId="{9F8E1A64-8C95-4B24-A096-74EA79B93DAD}" type="presOf" srcId="{1B9B7692-45AE-4020-B65F-83C242AA502E}" destId="{2E294284-C8DE-4976-B4F9-2F3D4CB14BFA}" srcOrd="1" destOrd="0" presId="urn:microsoft.com/office/officeart/2005/8/layout/hierarchy5"/>
    <dgm:cxn modelId="{26D61665-3516-4612-9E89-968318FE771C}" type="presOf" srcId="{B2DFD29E-DBA1-4D64-ADC8-C5B8270DC47A}" destId="{E139C27D-357A-4810-82F5-CA190939523A}" srcOrd="0" destOrd="0" presId="urn:microsoft.com/office/officeart/2005/8/layout/hierarchy5"/>
    <dgm:cxn modelId="{9771AE67-2C3C-4D9F-B666-7770E05F138F}" type="presOf" srcId="{0D2784E4-36EF-4BEB-8405-CFB41ECC7E81}" destId="{435161DD-9646-4F59-9C19-84036DF14DDB}" srcOrd="0" destOrd="0" presId="urn:microsoft.com/office/officeart/2005/8/layout/hierarchy5"/>
    <dgm:cxn modelId="{7F06276A-81B8-4A02-BA1B-DC1922AA07EF}" type="presOf" srcId="{8F408A45-E85F-420B-B9E7-676ED18E9985}" destId="{22C57D5B-64B0-4EE1-AB70-7024C6B33376}" srcOrd="0" destOrd="0" presId="urn:microsoft.com/office/officeart/2005/8/layout/hierarchy5"/>
    <dgm:cxn modelId="{E572794A-F058-48E7-A1DD-9B87AEB685B0}" srcId="{970F9E85-E724-4F0D-AD9E-7CCEC63D5738}" destId="{6281258E-13E2-4092-A2D7-DAE748C0FBD3}" srcOrd="0" destOrd="0" parTransId="{01796E9D-0450-4324-943D-14329D9B968A}" sibTransId="{C372BD42-3412-4DA1-94E9-5113BA1877C3}"/>
    <dgm:cxn modelId="{06A12371-CB2F-45EA-B785-2F360AD5F732}" type="presOf" srcId="{4634D914-D03E-498C-B405-2E3298303DB3}" destId="{F39CB397-0F79-4771-9D33-47C2E680B053}" srcOrd="0" destOrd="0" presId="urn:microsoft.com/office/officeart/2005/8/layout/hierarchy5"/>
    <dgm:cxn modelId="{0F961855-1E79-4580-BB24-51F6D52114A4}" type="presOf" srcId="{2BCD37DC-E5D4-4E3C-B96B-64AA944BD5BA}" destId="{320C2365-98CA-40A4-8CE8-16E2D8509DBC}" srcOrd="0" destOrd="0" presId="urn:microsoft.com/office/officeart/2005/8/layout/hierarchy5"/>
    <dgm:cxn modelId="{6B0A0877-1E74-4273-8D1C-7CFB47D3773B}" type="presOf" srcId="{A0C34755-8F2E-4205-B9D2-2064FEFF5C8B}" destId="{FC8F4D56-A35A-4026-AF0B-5286789C6EDC}" srcOrd="1" destOrd="0" presId="urn:microsoft.com/office/officeart/2005/8/layout/hierarchy5"/>
    <dgm:cxn modelId="{EAEDBC58-F9A1-4FC6-A2B7-85EC97222D1E}" type="presOf" srcId="{9F1F00CB-1157-447C-B620-9E1AEB518F05}" destId="{C1B48713-A067-4F1B-9441-795750DA745B}" srcOrd="0" destOrd="0" presId="urn:microsoft.com/office/officeart/2005/8/layout/hierarchy5"/>
    <dgm:cxn modelId="{6CF3BD78-A892-44D0-A303-E10CD5933C18}" type="presOf" srcId="{1B9B7692-45AE-4020-B65F-83C242AA502E}" destId="{696CFCEA-1A7C-4D9B-AC82-582F539087EB}" srcOrd="0" destOrd="0" presId="urn:microsoft.com/office/officeart/2005/8/layout/hierarchy5"/>
    <dgm:cxn modelId="{0A12F678-2E2A-45B1-98D0-110CD1463BC8}" type="presOf" srcId="{BD971F9F-19C3-4CF9-B187-0B327723130D}" destId="{7C821322-E5AC-4B9C-AD95-21EF7E30AE10}" srcOrd="0" destOrd="0" presId="urn:microsoft.com/office/officeart/2005/8/layout/hierarchy5"/>
    <dgm:cxn modelId="{A6414D87-7D05-42DE-9C6C-3F8DFF3E4317}" srcId="{1FBF26FB-AC8B-4FF6-9506-4967D5794071}" destId="{50E62BFE-CA00-4A33-8E33-9021C0D8D646}" srcOrd="0" destOrd="0" parTransId="{322DC45C-434F-4572-9B65-18ADE90E4312}" sibTransId="{C357E1EE-85E4-4EAB-8CDD-36A7583002CC}"/>
    <dgm:cxn modelId="{066C2588-A84E-4AFB-94F2-C47AB83A9497}" type="presOf" srcId="{01796E9D-0450-4324-943D-14329D9B968A}" destId="{0CF4855F-011F-4A87-A452-32F6F2DD2E4E}" srcOrd="1" destOrd="0" presId="urn:microsoft.com/office/officeart/2005/8/layout/hierarchy5"/>
    <dgm:cxn modelId="{DFE4379D-75E7-4F8A-BD8A-442EFF1D27CA}" type="presOf" srcId="{2BE131C8-A69B-4E38-8BC6-DA9C9AA63BBF}" destId="{F4FA59E8-1C62-4C91-A9CC-15627B36B97E}" srcOrd="1" destOrd="0" presId="urn:microsoft.com/office/officeart/2005/8/layout/hierarchy5"/>
    <dgm:cxn modelId="{7C317AA9-4D32-43A3-97DD-EBF3769FBEFD}" type="presOf" srcId="{322DC45C-434F-4572-9B65-18ADE90E4312}" destId="{413FB72A-9635-44C9-A4A7-96F770A4D21D}" srcOrd="0" destOrd="0" presId="urn:microsoft.com/office/officeart/2005/8/layout/hierarchy5"/>
    <dgm:cxn modelId="{1EA1F7AE-6158-445B-B491-2993D105E854}" srcId="{970F9E85-E724-4F0D-AD9E-7CCEC63D5738}" destId="{2BCD37DC-E5D4-4E3C-B96B-64AA944BD5BA}" srcOrd="1" destOrd="0" parTransId="{2BE131C8-A69B-4E38-8BC6-DA9C9AA63BBF}" sibTransId="{68D9E995-4A38-4BD3-8134-D14A12E14AEC}"/>
    <dgm:cxn modelId="{57BA9AAF-F981-47DB-ABC5-542D50B576F1}" srcId="{B2DFD29E-DBA1-4D64-ADC8-C5B8270DC47A}" destId="{88FF95CC-0F64-475F-86FA-37ABC6D687B8}" srcOrd="1" destOrd="0" parTransId="{0D2784E4-36EF-4BEB-8405-CFB41ECC7E81}" sibTransId="{C357550A-5EB3-4C3C-9BE7-E9F06EAF5059}"/>
    <dgm:cxn modelId="{42295DB2-038A-4C3D-B102-24A4C530BA6F}" type="presOf" srcId="{A0C34755-8F2E-4205-B9D2-2064FEFF5C8B}" destId="{6B9B60E7-CD3F-4D34-85B3-B4D09A3BAAC4}" srcOrd="0" destOrd="0" presId="urn:microsoft.com/office/officeart/2005/8/layout/hierarchy5"/>
    <dgm:cxn modelId="{970CAEBA-135C-4237-AAC7-2FD8F6981565}" type="presOf" srcId="{A60A85D8-65E4-4CCB-9BE0-E7C6861AD14F}" destId="{0DC5FA1C-F792-45D4-9A4C-80F99E4023F7}" srcOrd="0" destOrd="0" presId="urn:microsoft.com/office/officeart/2005/8/layout/hierarchy5"/>
    <dgm:cxn modelId="{F1F55ABC-5E13-4F84-AC96-9E5819048E77}" srcId="{B2DFD29E-DBA1-4D64-ADC8-C5B8270DC47A}" destId="{AF706E32-C1E4-4B86-9685-2AEFCF8BF6B6}" srcOrd="0" destOrd="0" parTransId="{9F1F00CB-1157-447C-B620-9E1AEB518F05}" sibTransId="{0B11C249-81B5-4976-9BD3-27E26AC7E42D}"/>
    <dgm:cxn modelId="{6CA066BE-E012-49EA-8552-B07515274574}" type="presOf" srcId="{1FBF26FB-AC8B-4FF6-9506-4967D5794071}" destId="{9509D80D-3CB9-4B90-909C-EDEF64DED302}" srcOrd="0" destOrd="0" presId="urn:microsoft.com/office/officeart/2005/8/layout/hierarchy5"/>
    <dgm:cxn modelId="{9E46B3CB-A76A-4371-945C-FDA11909E3D1}" type="presOf" srcId="{322DC45C-434F-4572-9B65-18ADE90E4312}" destId="{9BD98146-7270-4B27-9B96-71CF7CEE4324}" srcOrd="1" destOrd="0" presId="urn:microsoft.com/office/officeart/2005/8/layout/hierarchy5"/>
    <dgm:cxn modelId="{32962ECE-3A60-495C-86EF-BC26D8471870}" type="presOf" srcId="{3AF3C0B3-F51F-48B4-A757-CC8757B418B7}" destId="{67D01827-4204-4947-A0D9-D8795CBF3697}" srcOrd="0" destOrd="0" presId="urn:microsoft.com/office/officeart/2005/8/layout/hierarchy5"/>
    <dgm:cxn modelId="{659BF9CF-BD2F-4AA7-A4F7-8B1006A1540C}" type="presOf" srcId="{C6489AF7-EE65-4060-A2AD-AC3DCDD27DF3}" destId="{3D8252F1-9628-43E5-A9B9-D7ACB7D1362B}" srcOrd="1" destOrd="0" presId="urn:microsoft.com/office/officeart/2005/8/layout/hierarchy5"/>
    <dgm:cxn modelId="{FA533BD9-B1D9-46FB-8590-6E43114CF50A}" type="presOf" srcId="{0D2784E4-36EF-4BEB-8405-CFB41ECC7E81}" destId="{807E63EE-3E7F-479F-9295-DCAEA73FF3F9}" srcOrd="1" destOrd="0" presId="urn:microsoft.com/office/officeart/2005/8/layout/hierarchy5"/>
    <dgm:cxn modelId="{561746E2-B338-46E2-A465-E074273DFD11}" srcId="{A6CAA4B5-B5EE-46B7-942F-9F73CFA138DD}" destId="{A60A85D8-65E4-4CCB-9BE0-E7C6861AD14F}" srcOrd="0" destOrd="0" parTransId="{4634D914-D03E-498C-B405-2E3298303DB3}" sibTransId="{12EAF74D-AA1B-476B-808E-7C2131D01DBD}"/>
    <dgm:cxn modelId="{EF93B4E5-8099-4997-BE86-7AA29759724E}" type="presOf" srcId="{88FF95CC-0F64-475F-86FA-37ABC6D687B8}" destId="{C7D417BA-4C63-4434-A8D2-2471B64FCB98}" srcOrd="0" destOrd="0" presId="urn:microsoft.com/office/officeart/2005/8/layout/hierarchy5"/>
    <dgm:cxn modelId="{40CE9FE7-469F-4BE2-B748-F96CEDAC1ACD}" type="presOf" srcId="{A6CAA4B5-B5EE-46B7-942F-9F73CFA138DD}" destId="{7BB995A1-7D6D-477E-881F-2EC33CD6B59A}" srcOrd="0" destOrd="0" presId="urn:microsoft.com/office/officeart/2005/8/layout/hierarchy5"/>
    <dgm:cxn modelId="{D84D07E9-1E5E-4204-B9FA-9313DB9FDD02}" type="presOf" srcId="{4634D914-D03E-498C-B405-2E3298303DB3}" destId="{FF779C17-6264-4FDC-BADA-7B4D28F56A40}" srcOrd="1" destOrd="0" presId="urn:microsoft.com/office/officeart/2005/8/layout/hierarchy5"/>
    <dgm:cxn modelId="{4DF2C7ED-F189-4E45-A680-78FA05973B2D}" type="presOf" srcId="{970F9E85-E724-4F0D-AD9E-7CCEC63D5738}" destId="{344B3859-0331-4C0F-843F-7B46001C60D6}" srcOrd="0" destOrd="0" presId="urn:microsoft.com/office/officeart/2005/8/layout/hierarchy5"/>
    <dgm:cxn modelId="{CD12FDF3-284B-46ED-8A08-99C8FA3D6164}" type="presOf" srcId="{50E62BFE-CA00-4A33-8E33-9021C0D8D646}" destId="{832124D3-2B87-4680-86F9-406B480FBB26}" srcOrd="0" destOrd="0" presId="urn:microsoft.com/office/officeart/2005/8/layout/hierarchy5"/>
    <dgm:cxn modelId="{2E4459B5-1437-4DDC-8F61-05E1512A8A83}" type="presParOf" srcId="{7C821322-E5AC-4B9C-AD95-21EF7E30AE10}" destId="{E50D2384-8AB8-47A1-BEC9-73BF0A6A485D}" srcOrd="0" destOrd="0" presId="urn:microsoft.com/office/officeart/2005/8/layout/hierarchy5"/>
    <dgm:cxn modelId="{EE8DB1B0-05D8-4139-B42A-17132AB435FC}" type="presParOf" srcId="{E50D2384-8AB8-47A1-BEC9-73BF0A6A485D}" destId="{E69CDBFD-1FB5-45ED-9F85-AE7324D70AA5}" srcOrd="0" destOrd="0" presId="urn:microsoft.com/office/officeart/2005/8/layout/hierarchy5"/>
    <dgm:cxn modelId="{1D5F0BB7-29E2-4E6B-82C9-FCC5AEFD328E}" type="presParOf" srcId="{E69CDBFD-1FB5-45ED-9F85-AE7324D70AA5}" destId="{2BF6EE5D-8B24-4D92-923F-8886E21C8E0E}" srcOrd="0" destOrd="0" presId="urn:microsoft.com/office/officeart/2005/8/layout/hierarchy5"/>
    <dgm:cxn modelId="{49A328B4-1F26-41B2-8499-B0149A08A809}" type="presParOf" srcId="{2BF6EE5D-8B24-4D92-923F-8886E21C8E0E}" destId="{344B3859-0331-4C0F-843F-7B46001C60D6}" srcOrd="0" destOrd="0" presId="urn:microsoft.com/office/officeart/2005/8/layout/hierarchy5"/>
    <dgm:cxn modelId="{4CFB12AF-770A-44A9-9DAA-E07D18630A40}" type="presParOf" srcId="{2BF6EE5D-8B24-4D92-923F-8886E21C8E0E}" destId="{560FDC32-A93E-4DF6-ABFF-9597F6076521}" srcOrd="1" destOrd="0" presId="urn:microsoft.com/office/officeart/2005/8/layout/hierarchy5"/>
    <dgm:cxn modelId="{5D0FBB81-F42E-4A28-AD5C-969DC35D049C}" type="presParOf" srcId="{560FDC32-A93E-4DF6-ABFF-9597F6076521}" destId="{CC6EA5E5-9105-4B7D-9D5D-C9DD50FD0DC3}" srcOrd="0" destOrd="0" presId="urn:microsoft.com/office/officeart/2005/8/layout/hierarchy5"/>
    <dgm:cxn modelId="{F8861AD7-59A2-4220-82D5-977F22910B9C}" type="presParOf" srcId="{CC6EA5E5-9105-4B7D-9D5D-C9DD50FD0DC3}" destId="{0CF4855F-011F-4A87-A452-32F6F2DD2E4E}" srcOrd="0" destOrd="0" presId="urn:microsoft.com/office/officeart/2005/8/layout/hierarchy5"/>
    <dgm:cxn modelId="{B6A1D6A6-73D9-4AB9-A9F7-3DA53E42BDFE}" type="presParOf" srcId="{560FDC32-A93E-4DF6-ABFF-9597F6076521}" destId="{5B57A9D0-B101-4B05-ACAA-4791F9BBE010}" srcOrd="1" destOrd="0" presId="urn:microsoft.com/office/officeart/2005/8/layout/hierarchy5"/>
    <dgm:cxn modelId="{BE16B083-587C-432A-92D9-099490934CC4}" type="presParOf" srcId="{5B57A9D0-B101-4B05-ACAA-4791F9BBE010}" destId="{BFEA7C30-32D6-4AD8-ACC0-5B7B19527DB1}" srcOrd="0" destOrd="0" presId="urn:microsoft.com/office/officeart/2005/8/layout/hierarchy5"/>
    <dgm:cxn modelId="{E03AE17C-2822-4DF7-8E9B-5019B7F3C117}" type="presParOf" srcId="{5B57A9D0-B101-4B05-ACAA-4791F9BBE010}" destId="{DDB99D1A-F1B9-4A40-98F5-62C05F9EBBE6}" srcOrd="1" destOrd="0" presId="urn:microsoft.com/office/officeart/2005/8/layout/hierarchy5"/>
    <dgm:cxn modelId="{34B3CDD1-322B-47FA-B018-023662A19778}" type="presParOf" srcId="{DDB99D1A-F1B9-4A40-98F5-62C05F9EBBE6}" destId="{DB3A93B3-ED06-44B5-9F98-8043115CA9FE}" srcOrd="0" destOrd="0" presId="urn:microsoft.com/office/officeart/2005/8/layout/hierarchy5"/>
    <dgm:cxn modelId="{274258C7-2110-427A-BE3A-AC0EA9D603C8}" type="presParOf" srcId="{DB3A93B3-ED06-44B5-9F98-8043115CA9FE}" destId="{3D8252F1-9628-43E5-A9B9-D7ACB7D1362B}" srcOrd="0" destOrd="0" presId="urn:microsoft.com/office/officeart/2005/8/layout/hierarchy5"/>
    <dgm:cxn modelId="{E22A27F0-DE2D-44D4-85B1-25EAF15A8AD6}" type="presParOf" srcId="{DDB99D1A-F1B9-4A40-98F5-62C05F9EBBE6}" destId="{05289FB0-F959-47FF-951A-E16182F9F8B8}" srcOrd="1" destOrd="0" presId="urn:microsoft.com/office/officeart/2005/8/layout/hierarchy5"/>
    <dgm:cxn modelId="{AC02119C-C038-480D-B927-C66B36499828}" type="presParOf" srcId="{05289FB0-F959-47FF-951A-E16182F9F8B8}" destId="{7BB995A1-7D6D-477E-881F-2EC33CD6B59A}" srcOrd="0" destOrd="0" presId="urn:microsoft.com/office/officeart/2005/8/layout/hierarchy5"/>
    <dgm:cxn modelId="{FAB689A5-C122-499E-86EB-132DFB281EF1}" type="presParOf" srcId="{05289FB0-F959-47FF-951A-E16182F9F8B8}" destId="{9BFF58AE-C3BC-434D-B9E4-817A582C99EF}" srcOrd="1" destOrd="0" presId="urn:microsoft.com/office/officeart/2005/8/layout/hierarchy5"/>
    <dgm:cxn modelId="{FD88D0A7-169C-4BB5-811F-92EB44A65BD2}" type="presParOf" srcId="{9BFF58AE-C3BC-434D-B9E4-817A582C99EF}" destId="{F39CB397-0F79-4771-9D33-47C2E680B053}" srcOrd="0" destOrd="0" presId="urn:microsoft.com/office/officeart/2005/8/layout/hierarchy5"/>
    <dgm:cxn modelId="{1E51853C-3F73-4CAA-B177-3857D6D50483}" type="presParOf" srcId="{F39CB397-0F79-4771-9D33-47C2E680B053}" destId="{FF779C17-6264-4FDC-BADA-7B4D28F56A40}" srcOrd="0" destOrd="0" presId="urn:microsoft.com/office/officeart/2005/8/layout/hierarchy5"/>
    <dgm:cxn modelId="{993545E2-34E6-406D-A237-F51114A27F46}" type="presParOf" srcId="{9BFF58AE-C3BC-434D-B9E4-817A582C99EF}" destId="{58ED20DA-606E-4201-992C-13FEC4775952}" srcOrd="1" destOrd="0" presId="urn:microsoft.com/office/officeart/2005/8/layout/hierarchy5"/>
    <dgm:cxn modelId="{5AD8EC2D-0340-4C55-9A6E-F53182B58279}" type="presParOf" srcId="{58ED20DA-606E-4201-992C-13FEC4775952}" destId="{0DC5FA1C-F792-45D4-9A4C-80F99E4023F7}" srcOrd="0" destOrd="0" presId="urn:microsoft.com/office/officeart/2005/8/layout/hierarchy5"/>
    <dgm:cxn modelId="{2635C7F7-8BD8-46A8-83F8-13E74AC6D1F4}" type="presParOf" srcId="{58ED20DA-606E-4201-992C-13FEC4775952}" destId="{E3C0AD5C-25D4-49E4-9B0C-B2DA754995FA}" srcOrd="1" destOrd="0" presId="urn:microsoft.com/office/officeart/2005/8/layout/hierarchy5"/>
    <dgm:cxn modelId="{A60227B3-4362-4C06-952F-510A9FCF60D3}" type="presParOf" srcId="{9BFF58AE-C3BC-434D-B9E4-817A582C99EF}" destId="{696CFCEA-1A7C-4D9B-AC82-582F539087EB}" srcOrd="2" destOrd="0" presId="urn:microsoft.com/office/officeart/2005/8/layout/hierarchy5"/>
    <dgm:cxn modelId="{04D2247F-BF93-472B-83CF-97E3BF94D5DA}" type="presParOf" srcId="{696CFCEA-1A7C-4D9B-AC82-582F539087EB}" destId="{2E294284-C8DE-4976-B4F9-2F3D4CB14BFA}" srcOrd="0" destOrd="0" presId="urn:microsoft.com/office/officeart/2005/8/layout/hierarchy5"/>
    <dgm:cxn modelId="{C92159C1-C57E-4960-9C28-C0E3A94F3B1B}" type="presParOf" srcId="{9BFF58AE-C3BC-434D-B9E4-817A582C99EF}" destId="{13A47718-3E34-436D-8E17-3C5240410A62}" srcOrd="3" destOrd="0" presId="urn:microsoft.com/office/officeart/2005/8/layout/hierarchy5"/>
    <dgm:cxn modelId="{3C17E882-F747-44C2-A79C-22860F509BA0}" type="presParOf" srcId="{13A47718-3E34-436D-8E17-3C5240410A62}" destId="{67D01827-4204-4947-A0D9-D8795CBF3697}" srcOrd="0" destOrd="0" presId="urn:microsoft.com/office/officeart/2005/8/layout/hierarchy5"/>
    <dgm:cxn modelId="{C2ACE2BB-ED84-437A-87D1-08125A4BC9E8}" type="presParOf" srcId="{13A47718-3E34-436D-8E17-3C5240410A62}" destId="{79B7653A-AEC8-4605-9AE6-90F4A120AE27}" srcOrd="1" destOrd="0" presId="urn:microsoft.com/office/officeart/2005/8/layout/hierarchy5"/>
    <dgm:cxn modelId="{FAE7F719-EDC8-4541-A4DF-F4FDA27BB4FF}" type="presParOf" srcId="{DDB99D1A-F1B9-4A40-98F5-62C05F9EBBE6}" destId="{6B9B60E7-CD3F-4D34-85B3-B4D09A3BAAC4}" srcOrd="2" destOrd="0" presId="urn:microsoft.com/office/officeart/2005/8/layout/hierarchy5"/>
    <dgm:cxn modelId="{69BC7EA3-FACF-4E75-A87F-0AE936B919B2}" type="presParOf" srcId="{6B9B60E7-CD3F-4D34-85B3-B4D09A3BAAC4}" destId="{FC8F4D56-A35A-4026-AF0B-5286789C6EDC}" srcOrd="0" destOrd="0" presId="urn:microsoft.com/office/officeart/2005/8/layout/hierarchy5"/>
    <dgm:cxn modelId="{EAD4C0D7-BD0F-4064-9485-4C2253BF8CBD}" type="presParOf" srcId="{DDB99D1A-F1B9-4A40-98F5-62C05F9EBBE6}" destId="{C00B56FC-805E-49C7-9DD7-415C58023828}" srcOrd="3" destOrd="0" presId="urn:microsoft.com/office/officeart/2005/8/layout/hierarchy5"/>
    <dgm:cxn modelId="{4085F3F4-1FD0-42D8-A6D4-02E1B3100BD5}" type="presParOf" srcId="{C00B56FC-805E-49C7-9DD7-415C58023828}" destId="{E139C27D-357A-4810-82F5-CA190939523A}" srcOrd="0" destOrd="0" presId="urn:microsoft.com/office/officeart/2005/8/layout/hierarchy5"/>
    <dgm:cxn modelId="{773C9EA6-CCD9-40A8-9389-8925B634D02C}" type="presParOf" srcId="{C00B56FC-805E-49C7-9DD7-415C58023828}" destId="{E7FA71A6-BA6A-43F8-BB24-7B229A65AA0E}" srcOrd="1" destOrd="0" presId="urn:microsoft.com/office/officeart/2005/8/layout/hierarchy5"/>
    <dgm:cxn modelId="{E82AD40D-D2BD-4E22-9DCC-77A58824E07D}" type="presParOf" srcId="{E7FA71A6-BA6A-43F8-BB24-7B229A65AA0E}" destId="{C1B48713-A067-4F1B-9441-795750DA745B}" srcOrd="0" destOrd="0" presId="urn:microsoft.com/office/officeart/2005/8/layout/hierarchy5"/>
    <dgm:cxn modelId="{4639DF2B-5938-47FA-AC11-3E6A12CEB8F7}" type="presParOf" srcId="{C1B48713-A067-4F1B-9441-795750DA745B}" destId="{1DF96A2F-7312-4C9C-BBE3-48A51F3E1613}" srcOrd="0" destOrd="0" presId="urn:microsoft.com/office/officeart/2005/8/layout/hierarchy5"/>
    <dgm:cxn modelId="{6FB3DA4E-5103-4473-9F9F-F1EB90259B42}" type="presParOf" srcId="{E7FA71A6-BA6A-43F8-BB24-7B229A65AA0E}" destId="{2145C34D-B354-4526-B949-7F66EB835A75}" srcOrd="1" destOrd="0" presId="urn:microsoft.com/office/officeart/2005/8/layout/hierarchy5"/>
    <dgm:cxn modelId="{12C2223E-07FC-4F23-900E-4D4349AA64C5}" type="presParOf" srcId="{2145C34D-B354-4526-B949-7F66EB835A75}" destId="{1475CC22-2BB4-4008-A7FE-98C913785734}" srcOrd="0" destOrd="0" presId="urn:microsoft.com/office/officeart/2005/8/layout/hierarchy5"/>
    <dgm:cxn modelId="{115D3156-2A2C-4A90-82C2-25F7F75FD573}" type="presParOf" srcId="{2145C34D-B354-4526-B949-7F66EB835A75}" destId="{4BA603C9-AB78-433A-9BDD-0B8EB40CC5C2}" srcOrd="1" destOrd="0" presId="urn:microsoft.com/office/officeart/2005/8/layout/hierarchy5"/>
    <dgm:cxn modelId="{6B7239B9-E2B0-4383-982A-7F112E8389A4}" type="presParOf" srcId="{E7FA71A6-BA6A-43F8-BB24-7B229A65AA0E}" destId="{435161DD-9646-4F59-9C19-84036DF14DDB}" srcOrd="2" destOrd="0" presId="urn:microsoft.com/office/officeart/2005/8/layout/hierarchy5"/>
    <dgm:cxn modelId="{0BB2BD41-ACAB-4F42-A48B-93DF54F823F8}" type="presParOf" srcId="{435161DD-9646-4F59-9C19-84036DF14DDB}" destId="{807E63EE-3E7F-479F-9295-DCAEA73FF3F9}" srcOrd="0" destOrd="0" presId="urn:microsoft.com/office/officeart/2005/8/layout/hierarchy5"/>
    <dgm:cxn modelId="{53A04605-175B-4E3C-A373-971D2CA8F55F}" type="presParOf" srcId="{E7FA71A6-BA6A-43F8-BB24-7B229A65AA0E}" destId="{F64662F4-0D80-421D-A17F-0D349C3B83C6}" srcOrd="3" destOrd="0" presId="urn:microsoft.com/office/officeart/2005/8/layout/hierarchy5"/>
    <dgm:cxn modelId="{1EF5AA0C-A79B-4595-A7B4-241C239BBA39}" type="presParOf" srcId="{F64662F4-0D80-421D-A17F-0D349C3B83C6}" destId="{C7D417BA-4C63-4434-A8D2-2471B64FCB98}" srcOrd="0" destOrd="0" presId="urn:microsoft.com/office/officeart/2005/8/layout/hierarchy5"/>
    <dgm:cxn modelId="{83B2D669-67AE-4F71-9774-DBCA36A44DFC}" type="presParOf" srcId="{F64662F4-0D80-421D-A17F-0D349C3B83C6}" destId="{C5D1D900-4A7B-4F95-833A-B9DC72167552}" srcOrd="1" destOrd="0" presId="urn:microsoft.com/office/officeart/2005/8/layout/hierarchy5"/>
    <dgm:cxn modelId="{8323C293-A2FF-4D6E-AC69-23BB657324B6}" type="presParOf" srcId="{560FDC32-A93E-4DF6-ABFF-9597F6076521}" destId="{31ABA62C-1A7A-49C2-BA2B-752C2A438F47}" srcOrd="2" destOrd="0" presId="urn:microsoft.com/office/officeart/2005/8/layout/hierarchy5"/>
    <dgm:cxn modelId="{46675A84-81DA-4215-8C15-A8FC00B8FD0E}" type="presParOf" srcId="{31ABA62C-1A7A-49C2-BA2B-752C2A438F47}" destId="{F4FA59E8-1C62-4C91-A9CC-15627B36B97E}" srcOrd="0" destOrd="0" presId="urn:microsoft.com/office/officeart/2005/8/layout/hierarchy5"/>
    <dgm:cxn modelId="{DA588011-DDF0-4A89-9A72-FB19EE93C1E7}" type="presParOf" srcId="{560FDC32-A93E-4DF6-ABFF-9597F6076521}" destId="{312A3EFA-6F75-46E7-82C3-3C0ABA58F95C}" srcOrd="3" destOrd="0" presId="urn:microsoft.com/office/officeart/2005/8/layout/hierarchy5"/>
    <dgm:cxn modelId="{E7C921E4-1391-4407-B648-CC29ABC88866}" type="presParOf" srcId="{312A3EFA-6F75-46E7-82C3-3C0ABA58F95C}" destId="{320C2365-98CA-40A4-8CE8-16E2D8509DBC}" srcOrd="0" destOrd="0" presId="urn:microsoft.com/office/officeart/2005/8/layout/hierarchy5"/>
    <dgm:cxn modelId="{714195D3-8414-44A5-8DC9-94702AE3FD33}" type="presParOf" srcId="{312A3EFA-6F75-46E7-82C3-3C0ABA58F95C}" destId="{5DC9CBC3-2A8D-4A45-A1F5-780F148635E5}" srcOrd="1" destOrd="0" presId="urn:microsoft.com/office/officeart/2005/8/layout/hierarchy5"/>
    <dgm:cxn modelId="{A33CE762-1982-4DBC-B81E-E55572341E1B}" type="presParOf" srcId="{560FDC32-A93E-4DF6-ABFF-9597F6076521}" destId="{22C57D5B-64B0-4EE1-AB70-7024C6B33376}" srcOrd="4" destOrd="0" presId="urn:microsoft.com/office/officeart/2005/8/layout/hierarchy5"/>
    <dgm:cxn modelId="{FA873183-54F0-49D7-BB33-AF32FEAFA6C9}" type="presParOf" srcId="{22C57D5B-64B0-4EE1-AB70-7024C6B33376}" destId="{6449B573-5A2C-4D5D-BB6D-1D50AA9B8140}" srcOrd="0" destOrd="0" presId="urn:microsoft.com/office/officeart/2005/8/layout/hierarchy5"/>
    <dgm:cxn modelId="{B4692B4D-1275-4E29-94C5-E13B7372673A}" type="presParOf" srcId="{560FDC32-A93E-4DF6-ABFF-9597F6076521}" destId="{4394BCA8-B294-4811-8649-C509B1DD6E79}" srcOrd="5" destOrd="0" presId="urn:microsoft.com/office/officeart/2005/8/layout/hierarchy5"/>
    <dgm:cxn modelId="{51A4D91E-4AE5-46B7-8C0B-75BAFC592084}" type="presParOf" srcId="{4394BCA8-B294-4811-8649-C509B1DD6E79}" destId="{9509D80D-3CB9-4B90-909C-EDEF64DED302}" srcOrd="0" destOrd="0" presId="urn:microsoft.com/office/officeart/2005/8/layout/hierarchy5"/>
    <dgm:cxn modelId="{03453087-829A-4CAE-9C73-A25231EC82E3}" type="presParOf" srcId="{4394BCA8-B294-4811-8649-C509B1DD6E79}" destId="{C3F110B0-2F73-4924-BB30-0E529FD953EE}" srcOrd="1" destOrd="0" presId="urn:microsoft.com/office/officeart/2005/8/layout/hierarchy5"/>
    <dgm:cxn modelId="{6E4DF862-6E9E-4E43-8B8B-57D1E2D2F744}" type="presParOf" srcId="{C3F110B0-2F73-4924-BB30-0E529FD953EE}" destId="{413FB72A-9635-44C9-A4A7-96F770A4D21D}" srcOrd="0" destOrd="0" presId="urn:microsoft.com/office/officeart/2005/8/layout/hierarchy5"/>
    <dgm:cxn modelId="{3F5E044D-0762-49BB-93A0-0C05DA087239}" type="presParOf" srcId="{413FB72A-9635-44C9-A4A7-96F770A4D21D}" destId="{9BD98146-7270-4B27-9B96-71CF7CEE4324}" srcOrd="0" destOrd="0" presId="urn:microsoft.com/office/officeart/2005/8/layout/hierarchy5"/>
    <dgm:cxn modelId="{FF21BA3E-7ED2-4D14-9E10-17C5CCF762C2}" type="presParOf" srcId="{C3F110B0-2F73-4924-BB30-0E529FD953EE}" destId="{02285633-8D0D-46A8-9762-2FB880EBB1FA}" srcOrd="1" destOrd="0" presId="urn:microsoft.com/office/officeart/2005/8/layout/hierarchy5"/>
    <dgm:cxn modelId="{E8B4D0F0-9802-486A-B288-873D0DC79A4E}" type="presParOf" srcId="{02285633-8D0D-46A8-9762-2FB880EBB1FA}" destId="{832124D3-2B87-4680-86F9-406B480FBB26}" srcOrd="0" destOrd="0" presId="urn:microsoft.com/office/officeart/2005/8/layout/hierarchy5"/>
    <dgm:cxn modelId="{050E6E98-6D6B-414A-83C2-D6BBBEF29E5A}" type="presParOf" srcId="{02285633-8D0D-46A8-9762-2FB880EBB1FA}" destId="{CFF12135-4384-49E2-921B-8AEB7554CF8D}" srcOrd="1" destOrd="0" presId="urn:microsoft.com/office/officeart/2005/8/layout/hierarchy5"/>
    <dgm:cxn modelId="{5136405B-576F-4189-9BD9-879FE1264F81}" type="presParOf" srcId="{7C821322-E5AC-4B9C-AD95-21EF7E30AE10}" destId="{EE5B8CDC-CDF0-451F-9A07-BF4D0751207C}" srcOrd="1" destOrd="0" presId="urn:microsoft.com/office/officeart/2005/8/layout/hierarchy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8458551-1F52-492D-9235-00E1CABBBF81}" type="doc">
      <dgm:prSet loTypeId="urn:microsoft.com/office/officeart/2005/8/layout/chart3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CF181F06-3196-4584-A83B-4A8AFDF75B5D}">
      <dgm:prSet phldrT="[Текст]"/>
      <dgm:spPr/>
      <dgm:t>
        <a:bodyPr/>
        <a:lstStyle/>
        <a:p>
          <a:r>
            <a:rPr lang="uk-UA" dirty="0"/>
            <a:t>Виграші</a:t>
          </a:r>
        </a:p>
      </dgm:t>
    </dgm:pt>
    <dgm:pt modelId="{89ECBC4C-1683-4B39-8304-7B909FFC5904}" type="sibTrans" cxnId="{37FA40D2-3996-46FF-8C66-D84D57B2BBF6}">
      <dgm:prSet/>
      <dgm:spPr/>
      <dgm:t>
        <a:bodyPr/>
        <a:lstStyle/>
        <a:p>
          <a:endParaRPr lang="uk-UA"/>
        </a:p>
      </dgm:t>
    </dgm:pt>
    <dgm:pt modelId="{9BE14DAB-B692-4247-826F-257E5A62FA10}" type="parTrans" cxnId="{37FA40D2-3996-46FF-8C66-D84D57B2BBF6}">
      <dgm:prSet/>
      <dgm:spPr/>
      <dgm:t>
        <a:bodyPr/>
        <a:lstStyle/>
        <a:p>
          <a:endParaRPr lang="uk-UA"/>
        </a:p>
      </dgm:t>
    </dgm:pt>
    <dgm:pt modelId="{662232D6-A8D8-485A-BB3D-B52415A5875B}">
      <dgm:prSet phldrT="[Текст]"/>
      <dgm:spPr/>
      <dgm:t>
        <a:bodyPr/>
        <a:lstStyle/>
        <a:p>
          <a:r>
            <a:rPr lang="uk-UA" dirty="0"/>
            <a:t>Множина стратегій</a:t>
          </a:r>
        </a:p>
      </dgm:t>
    </dgm:pt>
    <dgm:pt modelId="{EEF21294-93BE-4E48-94E9-7B8F02F9A784}" type="sibTrans" cxnId="{3A8BC66E-BEAA-4910-95B7-D87F4C29D1AE}">
      <dgm:prSet/>
      <dgm:spPr/>
      <dgm:t>
        <a:bodyPr/>
        <a:lstStyle/>
        <a:p>
          <a:endParaRPr lang="uk-UA"/>
        </a:p>
      </dgm:t>
    </dgm:pt>
    <dgm:pt modelId="{407C70AE-F4C0-4D80-A8E7-8CCC0A59EF57}" type="parTrans" cxnId="{3A8BC66E-BEAA-4910-95B7-D87F4C29D1AE}">
      <dgm:prSet/>
      <dgm:spPr/>
      <dgm:t>
        <a:bodyPr/>
        <a:lstStyle/>
        <a:p>
          <a:endParaRPr lang="uk-UA"/>
        </a:p>
      </dgm:t>
    </dgm:pt>
    <dgm:pt modelId="{CF31F23B-D00E-4401-ABFF-BA3684612549}">
      <dgm:prSet phldrT="[Текст]"/>
      <dgm:spPr/>
      <dgm:t>
        <a:bodyPr/>
        <a:lstStyle/>
        <a:p>
          <a:r>
            <a:rPr lang="uk-UA" dirty="0"/>
            <a:t>Множина гравців</a:t>
          </a:r>
        </a:p>
      </dgm:t>
    </dgm:pt>
    <dgm:pt modelId="{B52AA297-F3D0-49CC-8984-BD1245E35DEB}" type="sibTrans" cxnId="{574E0747-7F95-4577-BD9F-59576B66DC1D}">
      <dgm:prSet/>
      <dgm:spPr/>
      <dgm:t>
        <a:bodyPr/>
        <a:lstStyle/>
        <a:p>
          <a:endParaRPr lang="uk-UA"/>
        </a:p>
      </dgm:t>
    </dgm:pt>
    <dgm:pt modelId="{465D7FE0-80B0-4C88-8214-E339A3AF3E52}" type="parTrans" cxnId="{574E0747-7F95-4577-BD9F-59576B66DC1D}">
      <dgm:prSet/>
      <dgm:spPr/>
      <dgm:t>
        <a:bodyPr/>
        <a:lstStyle/>
        <a:p>
          <a:endParaRPr lang="uk-UA"/>
        </a:p>
      </dgm:t>
    </dgm:pt>
    <dgm:pt modelId="{BF3667BE-7DD2-4E67-9F22-1DA4A61B4A39}" type="pres">
      <dgm:prSet presAssocID="{98458551-1F52-492D-9235-00E1CABBBF81}" presName="compositeShape" presStyleCnt="0">
        <dgm:presLayoutVars>
          <dgm:chMax val="7"/>
          <dgm:dir/>
          <dgm:resizeHandles val="exact"/>
        </dgm:presLayoutVars>
      </dgm:prSet>
      <dgm:spPr/>
    </dgm:pt>
    <dgm:pt modelId="{273C1F81-B7CC-4B23-A8D7-15C5ECF24EC9}" type="pres">
      <dgm:prSet presAssocID="{98458551-1F52-492D-9235-00E1CABBBF81}" presName="wedge1" presStyleLbl="node1" presStyleIdx="0" presStyleCnt="3" custLinFactNeighborX="-5995" custLinFactNeighborY="3076"/>
      <dgm:spPr/>
    </dgm:pt>
    <dgm:pt modelId="{E0E716F2-5A15-44F5-B314-33F78B5B068C}" type="pres">
      <dgm:prSet presAssocID="{98458551-1F52-492D-9235-00E1CABBBF81}" presName="wedge1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F9ABED7F-CD45-4442-A22E-1CE59325EA94}" type="pres">
      <dgm:prSet presAssocID="{98458551-1F52-492D-9235-00E1CABBBF81}" presName="wedge2" presStyleLbl="node1" presStyleIdx="1" presStyleCnt="3"/>
      <dgm:spPr/>
    </dgm:pt>
    <dgm:pt modelId="{4055BE28-9628-4C91-932A-35079419FAAA}" type="pres">
      <dgm:prSet presAssocID="{98458551-1F52-492D-9235-00E1CABBBF81}" presName="wedge2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7B95FD33-79B2-4FDD-99BF-4727E52DD61E}" type="pres">
      <dgm:prSet presAssocID="{98458551-1F52-492D-9235-00E1CABBBF81}" presName="wedge3" presStyleLbl="node1" presStyleIdx="2" presStyleCnt="3"/>
      <dgm:spPr/>
    </dgm:pt>
    <dgm:pt modelId="{9E306715-0D7B-4AF8-8861-EBF72C566EE1}" type="pres">
      <dgm:prSet presAssocID="{98458551-1F52-492D-9235-00E1CABBBF81}" presName="wedge3Tx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A69B5F08-F1AB-4B40-BA38-1487B9DF1C5E}" type="presOf" srcId="{CF181F06-3196-4584-A83B-4A8AFDF75B5D}" destId="{9E306715-0D7B-4AF8-8861-EBF72C566EE1}" srcOrd="1" destOrd="0" presId="urn:microsoft.com/office/officeart/2005/8/layout/chart3"/>
    <dgm:cxn modelId="{BB70F963-6208-4D18-BF92-C8D352EF028B}" type="presOf" srcId="{662232D6-A8D8-485A-BB3D-B52415A5875B}" destId="{F9ABED7F-CD45-4442-A22E-1CE59325EA94}" srcOrd="0" destOrd="0" presId="urn:microsoft.com/office/officeart/2005/8/layout/chart3"/>
    <dgm:cxn modelId="{574E0747-7F95-4577-BD9F-59576B66DC1D}" srcId="{98458551-1F52-492D-9235-00E1CABBBF81}" destId="{CF31F23B-D00E-4401-ABFF-BA3684612549}" srcOrd="0" destOrd="0" parTransId="{465D7FE0-80B0-4C88-8214-E339A3AF3E52}" sibTransId="{B52AA297-F3D0-49CC-8984-BD1245E35DEB}"/>
    <dgm:cxn modelId="{3A8BC66E-BEAA-4910-95B7-D87F4C29D1AE}" srcId="{98458551-1F52-492D-9235-00E1CABBBF81}" destId="{662232D6-A8D8-485A-BB3D-B52415A5875B}" srcOrd="1" destOrd="0" parTransId="{407C70AE-F4C0-4D80-A8E7-8CCC0A59EF57}" sibTransId="{EEF21294-93BE-4E48-94E9-7B8F02F9A784}"/>
    <dgm:cxn modelId="{246F36A6-A180-4961-AA8C-259516358331}" type="presOf" srcId="{CF31F23B-D00E-4401-ABFF-BA3684612549}" destId="{E0E716F2-5A15-44F5-B314-33F78B5B068C}" srcOrd="1" destOrd="0" presId="urn:microsoft.com/office/officeart/2005/8/layout/chart3"/>
    <dgm:cxn modelId="{81A391B8-9FF6-444F-9FF9-15CF24524DBE}" type="presOf" srcId="{98458551-1F52-492D-9235-00E1CABBBF81}" destId="{BF3667BE-7DD2-4E67-9F22-1DA4A61B4A39}" srcOrd="0" destOrd="0" presId="urn:microsoft.com/office/officeart/2005/8/layout/chart3"/>
    <dgm:cxn modelId="{E08104D0-9D7B-4037-8559-726DCB8FD260}" type="presOf" srcId="{CF31F23B-D00E-4401-ABFF-BA3684612549}" destId="{273C1F81-B7CC-4B23-A8D7-15C5ECF24EC9}" srcOrd="0" destOrd="0" presId="urn:microsoft.com/office/officeart/2005/8/layout/chart3"/>
    <dgm:cxn modelId="{37FA40D2-3996-46FF-8C66-D84D57B2BBF6}" srcId="{98458551-1F52-492D-9235-00E1CABBBF81}" destId="{CF181F06-3196-4584-A83B-4A8AFDF75B5D}" srcOrd="2" destOrd="0" parTransId="{9BE14DAB-B692-4247-826F-257E5A62FA10}" sibTransId="{89ECBC4C-1683-4B39-8304-7B909FFC5904}"/>
    <dgm:cxn modelId="{5E95E0EC-8FE2-4C48-A74A-246FB61FA33D}" type="presOf" srcId="{CF181F06-3196-4584-A83B-4A8AFDF75B5D}" destId="{7B95FD33-79B2-4FDD-99BF-4727E52DD61E}" srcOrd="0" destOrd="0" presId="urn:microsoft.com/office/officeart/2005/8/layout/chart3"/>
    <dgm:cxn modelId="{A3B522F9-5B6B-4822-AE13-AAD7E22DDBCA}" type="presOf" srcId="{662232D6-A8D8-485A-BB3D-B52415A5875B}" destId="{4055BE28-9628-4C91-932A-35079419FAAA}" srcOrd="1" destOrd="0" presId="urn:microsoft.com/office/officeart/2005/8/layout/chart3"/>
    <dgm:cxn modelId="{A1713A0C-6AF3-492F-BD01-F6D05FDE0F18}" type="presParOf" srcId="{BF3667BE-7DD2-4E67-9F22-1DA4A61B4A39}" destId="{273C1F81-B7CC-4B23-A8D7-15C5ECF24EC9}" srcOrd="0" destOrd="0" presId="urn:microsoft.com/office/officeart/2005/8/layout/chart3"/>
    <dgm:cxn modelId="{F0F16149-5711-4EB6-9E34-DD0B1613021E}" type="presParOf" srcId="{BF3667BE-7DD2-4E67-9F22-1DA4A61B4A39}" destId="{E0E716F2-5A15-44F5-B314-33F78B5B068C}" srcOrd="1" destOrd="0" presId="urn:microsoft.com/office/officeart/2005/8/layout/chart3"/>
    <dgm:cxn modelId="{4E3D0923-4304-4B69-8137-AF84A9E3D211}" type="presParOf" srcId="{BF3667BE-7DD2-4E67-9F22-1DA4A61B4A39}" destId="{F9ABED7F-CD45-4442-A22E-1CE59325EA94}" srcOrd="2" destOrd="0" presId="urn:microsoft.com/office/officeart/2005/8/layout/chart3"/>
    <dgm:cxn modelId="{E8BDEE72-F544-4147-84C0-53FC412DF034}" type="presParOf" srcId="{BF3667BE-7DD2-4E67-9F22-1DA4A61B4A39}" destId="{4055BE28-9628-4C91-932A-35079419FAAA}" srcOrd="3" destOrd="0" presId="urn:microsoft.com/office/officeart/2005/8/layout/chart3"/>
    <dgm:cxn modelId="{D7B59D63-814B-4677-A2E1-1E4C1D4FBA92}" type="presParOf" srcId="{BF3667BE-7DD2-4E67-9F22-1DA4A61B4A39}" destId="{7B95FD33-79B2-4FDD-99BF-4727E52DD61E}" srcOrd="4" destOrd="0" presId="urn:microsoft.com/office/officeart/2005/8/layout/chart3"/>
    <dgm:cxn modelId="{7E0F181D-DECD-4376-A863-F33A3AE822CA}" type="presParOf" srcId="{BF3667BE-7DD2-4E67-9F22-1DA4A61B4A39}" destId="{9E306715-0D7B-4AF8-8861-EBF72C566EE1}" srcOrd="5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C546BC-E478-444D-BB6F-05F8BF060E78}">
      <dsp:nvSpPr>
        <dsp:cNvPr id="0" name=""/>
        <dsp:cNvSpPr/>
      </dsp:nvSpPr>
      <dsp:spPr>
        <a:xfrm>
          <a:off x="464939" y="3050"/>
          <a:ext cx="3090788" cy="185447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1" kern="1200" dirty="0">
              <a:solidFill>
                <a:schemeClr val="bg1"/>
              </a:solidFill>
            </a:rPr>
            <a:t>Існування рівноваги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uk-UA" sz="1800" kern="1200" dirty="0">
            <a:solidFill>
              <a:schemeClr val="bg1"/>
            </a:solidFill>
          </a:endParaRP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kern="1200" dirty="0">
              <a:solidFill>
                <a:schemeClr val="bg1"/>
              </a:solidFill>
            </a:rPr>
            <a:t>Рівновага є природнім наслідком гри раціональних агентів</a:t>
          </a:r>
        </a:p>
      </dsp:txBody>
      <dsp:txXfrm>
        <a:off x="464939" y="3050"/>
        <a:ext cx="3090788" cy="1854472"/>
      </dsp:txXfrm>
    </dsp:sp>
    <dsp:sp modelId="{2C54038A-0003-400A-A8CB-504A823E67BF}">
      <dsp:nvSpPr>
        <dsp:cNvPr id="0" name=""/>
        <dsp:cNvSpPr/>
      </dsp:nvSpPr>
      <dsp:spPr>
        <a:xfrm>
          <a:off x="3864805" y="3050"/>
          <a:ext cx="3090788" cy="1854472"/>
        </a:xfrm>
        <a:prstGeom prst="rect">
          <a:avLst/>
        </a:prstGeom>
        <a:solidFill>
          <a:schemeClr val="accent4">
            <a:hueOff val="1187402"/>
            <a:satOff val="3003"/>
            <a:lumOff val="-19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1" kern="1200" dirty="0">
              <a:solidFill>
                <a:schemeClr val="bg1"/>
              </a:solidFill>
            </a:rPr>
            <a:t>Віднайдення рівноваги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uk-UA" sz="1800" kern="1200" dirty="0">
            <a:solidFill>
              <a:schemeClr val="bg1"/>
            </a:solidFill>
          </a:endParaRP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kern="1200" dirty="0">
              <a:solidFill>
                <a:schemeClr val="bg1"/>
              </a:solidFill>
            </a:rPr>
            <a:t>Знаходження різних типів </a:t>
          </a:r>
          <a:r>
            <a:rPr lang="uk-UA" sz="1800" kern="1200" dirty="0" err="1">
              <a:solidFill>
                <a:schemeClr val="bg1"/>
              </a:solidFill>
            </a:rPr>
            <a:t>рівноваг</a:t>
          </a:r>
          <a:r>
            <a:rPr lang="uk-UA" sz="1800" kern="1200" dirty="0">
              <a:solidFill>
                <a:schemeClr val="bg1"/>
              </a:solidFill>
            </a:rPr>
            <a:t> у іграх</a:t>
          </a:r>
        </a:p>
      </dsp:txBody>
      <dsp:txXfrm>
        <a:off x="3864805" y="3050"/>
        <a:ext cx="3090788" cy="1854472"/>
      </dsp:txXfrm>
    </dsp:sp>
    <dsp:sp modelId="{52DC8825-6977-4074-83AF-663B6FDE5054}">
      <dsp:nvSpPr>
        <dsp:cNvPr id="0" name=""/>
        <dsp:cNvSpPr/>
      </dsp:nvSpPr>
      <dsp:spPr>
        <a:xfrm>
          <a:off x="7264672" y="3050"/>
          <a:ext cx="3090788" cy="1854472"/>
        </a:xfrm>
        <a:prstGeom prst="rect">
          <a:avLst/>
        </a:prstGeom>
        <a:solidFill>
          <a:schemeClr val="accent4">
            <a:hueOff val="2374804"/>
            <a:satOff val="6006"/>
            <a:lumOff val="-39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1" kern="1200" dirty="0">
              <a:solidFill>
                <a:schemeClr val="bg1"/>
              </a:solidFill>
            </a:rPr>
            <a:t>Відтворення рівноваги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uk-UA" sz="1800" kern="1200" dirty="0">
            <a:solidFill>
              <a:schemeClr val="bg1"/>
            </a:solidFill>
          </a:endParaRP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kern="1200" dirty="0">
              <a:solidFill>
                <a:schemeClr val="bg1"/>
              </a:solidFill>
            </a:rPr>
            <a:t>Механізми приведення моделі до необхідної рівноваги, наприклад у аукціонах</a:t>
          </a:r>
        </a:p>
      </dsp:txBody>
      <dsp:txXfrm>
        <a:off x="7264672" y="3050"/>
        <a:ext cx="3090788" cy="1854472"/>
      </dsp:txXfrm>
    </dsp:sp>
    <dsp:sp modelId="{D0105FD6-34CF-452A-A1F3-8403333AE1D0}">
      <dsp:nvSpPr>
        <dsp:cNvPr id="0" name=""/>
        <dsp:cNvSpPr/>
      </dsp:nvSpPr>
      <dsp:spPr>
        <a:xfrm>
          <a:off x="2164872" y="2166601"/>
          <a:ext cx="3090788" cy="1854472"/>
        </a:xfrm>
        <a:prstGeom prst="rect">
          <a:avLst/>
        </a:prstGeom>
        <a:solidFill>
          <a:schemeClr val="accent4">
            <a:hueOff val="3562206"/>
            <a:satOff val="9008"/>
            <a:lumOff val="-5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b="1" kern="1200" dirty="0">
              <a:solidFill>
                <a:schemeClr val="bg1"/>
              </a:solidFill>
            </a:rPr>
            <a:t>Обчислення рівноваги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uk-UA" sz="1800" kern="1200" dirty="0">
            <a:solidFill>
              <a:schemeClr val="bg1"/>
            </a:solidFill>
          </a:endParaRP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kern="1200" dirty="0">
              <a:solidFill>
                <a:schemeClr val="bg1"/>
              </a:solidFill>
            </a:rPr>
            <a:t>Як обчислити рівновагу у іграх, віднайдення алгоритмів з найменшою складністю (</a:t>
          </a:r>
          <a:r>
            <a:rPr lang="en-US" sz="1800" kern="1200" dirty="0">
              <a:solidFill>
                <a:schemeClr val="bg1"/>
              </a:solidFill>
            </a:rPr>
            <a:t>PPAD class</a:t>
          </a:r>
          <a:r>
            <a:rPr lang="uk-UA" sz="1800" kern="1200" dirty="0">
              <a:solidFill>
                <a:schemeClr val="bg1"/>
              </a:solidFill>
            </a:rPr>
            <a:t>)</a:t>
          </a:r>
        </a:p>
      </dsp:txBody>
      <dsp:txXfrm>
        <a:off x="2164872" y="2166601"/>
        <a:ext cx="3090788" cy="1854472"/>
      </dsp:txXfrm>
    </dsp:sp>
    <dsp:sp modelId="{F00AAC16-3C32-4FDC-8B16-DEEB10E2C615}">
      <dsp:nvSpPr>
        <dsp:cNvPr id="0" name=""/>
        <dsp:cNvSpPr/>
      </dsp:nvSpPr>
      <dsp:spPr>
        <a:xfrm>
          <a:off x="5564739" y="2166601"/>
          <a:ext cx="3090788" cy="1854472"/>
        </a:xfrm>
        <a:prstGeom prst="rect">
          <a:avLst/>
        </a:prstGeom>
        <a:solidFill>
          <a:schemeClr val="accent4">
            <a:hueOff val="4749608"/>
            <a:satOff val="12011"/>
            <a:lumOff val="-78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kern="1200" dirty="0">
              <a:solidFill>
                <a:schemeClr val="bg1"/>
              </a:solidFill>
            </a:rPr>
            <a:t>Навчання алгоритмів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uk-UA" sz="1800" kern="1200" dirty="0">
            <a:solidFill>
              <a:schemeClr val="bg1"/>
            </a:solidFill>
          </a:endParaRP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kern="1200" dirty="0">
              <a:solidFill>
                <a:schemeClr val="bg1"/>
              </a:solidFill>
            </a:rPr>
            <a:t>При навчанні моделі потрібно враховувати, як навчаються інші</a:t>
          </a:r>
        </a:p>
      </dsp:txBody>
      <dsp:txXfrm>
        <a:off x="5564739" y="2166601"/>
        <a:ext cx="3090788" cy="185447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4B3859-0331-4C0F-843F-7B46001C60D6}">
      <dsp:nvSpPr>
        <dsp:cNvPr id="0" name=""/>
        <dsp:cNvSpPr/>
      </dsp:nvSpPr>
      <dsp:spPr>
        <a:xfrm>
          <a:off x="908819" y="2489076"/>
          <a:ext cx="1731300" cy="86565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bliqueTopRight" zoom="82000"/>
          <a:lightRig rig="morning" dir="t">
            <a:rot lat="0" lon="0" rev="20400000"/>
          </a:lightRig>
        </a:scene3d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kern="1200" dirty="0"/>
            <a:t>Теорія Ігор</a:t>
          </a:r>
        </a:p>
      </dsp:txBody>
      <dsp:txXfrm>
        <a:off x="934173" y="2514430"/>
        <a:ext cx="1680592" cy="814942"/>
      </dsp:txXfrm>
    </dsp:sp>
    <dsp:sp modelId="{CC6EA5E5-9105-4B7D-9D5D-C9DD50FD0DC3}">
      <dsp:nvSpPr>
        <dsp:cNvPr id="0" name=""/>
        <dsp:cNvSpPr/>
      </dsp:nvSpPr>
      <dsp:spPr>
        <a:xfrm rot="18289469">
          <a:off x="2380038" y="2406244"/>
          <a:ext cx="1212682" cy="35815"/>
        </a:xfrm>
        <a:custGeom>
          <a:avLst/>
          <a:gdLst/>
          <a:ahLst/>
          <a:cxnLst/>
          <a:rect l="0" t="0" r="0" b="0"/>
          <a:pathLst>
            <a:path>
              <a:moveTo>
                <a:pt x="0" y="17907"/>
              </a:moveTo>
              <a:lnTo>
                <a:pt x="1212682" y="17907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bliqueTopRight" zoom="82000"/>
          <a:lightRig rig="morning" dir="t">
            <a:rot lat="0" lon="0" rev="204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uk-UA" sz="500" kern="1200"/>
        </a:p>
      </dsp:txBody>
      <dsp:txXfrm>
        <a:off x="2956062" y="2393835"/>
        <a:ext cx="60634" cy="60634"/>
      </dsp:txXfrm>
    </dsp:sp>
    <dsp:sp modelId="{BFEA7C30-32D6-4AD8-ACC0-5B7B19527DB1}">
      <dsp:nvSpPr>
        <dsp:cNvPr id="0" name=""/>
        <dsp:cNvSpPr/>
      </dsp:nvSpPr>
      <dsp:spPr>
        <a:xfrm>
          <a:off x="3332639" y="1493578"/>
          <a:ext cx="1731300" cy="86565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bliqueTopRight" zoom="82000"/>
          <a:lightRig rig="morning" dir="t">
            <a:rot lat="0" lon="0" rev="20400000"/>
          </a:lightRig>
        </a:scene3d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kern="1200" dirty="0"/>
            <a:t>Класична ТІ</a:t>
          </a:r>
        </a:p>
      </dsp:txBody>
      <dsp:txXfrm>
        <a:off x="3357993" y="1518932"/>
        <a:ext cx="1680592" cy="814942"/>
      </dsp:txXfrm>
    </dsp:sp>
    <dsp:sp modelId="{DB3A93B3-ED06-44B5-9F98-8043115CA9FE}">
      <dsp:nvSpPr>
        <dsp:cNvPr id="0" name=""/>
        <dsp:cNvSpPr/>
      </dsp:nvSpPr>
      <dsp:spPr>
        <a:xfrm rot="18289469">
          <a:off x="4803858" y="1410747"/>
          <a:ext cx="1212682" cy="35815"/>
        </a:xfrm>
        <a:custGeom>
          <a:avLst/>
          <a:gdLst/>
          <a:ahLst/>
          <a:cxnLst/>
          <a:rect l="0" t="0" r="0" b="0"/>
          <a:pathLst>
            <a:path>
              <a:moveTo>
                <a:pt x="0" y="17907"/>
              </a:moveTo>
              <a:lnTo>
                <a:pt x="1212682" y="17907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bliqueTopRight" zoom="82000"/>
          <a:lightRig rig="morning" dir="t">
            <a:rot lat="0" lon="0" rev="204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uk-UA" sz="500" kern="1200"/>
        </a:p>
      </dsp:txBody>
      <dsp:txXfrm>
        <a:off x="5379882" y="1398337"/>
        <a:ext cx="60634" cy="60634"/>
      </dsp:txXfrm>
    </dsp:sp>
    <dsp:sp modelId="{7BB995A1-7D6D-477E-881F-2EC33CD6B59A}">
      <dsp:nvSpPr>
        <dsp:cNvPr id="0" name=""/>
        <dsp:cNvSpPr/>
      </dsp:nvSpPr>
      <dsp:spPr>
        <a:xfrm>
          <a:off x="5756460" y="498080"/>
          <a:ext cx="1731300" cy="86565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bliqueTopRight" zoom="82000"/>
          <a:lightRig rig="morning" dir="t">
            <a:rot lat="0" lon="0" rev="20400000"/>
          </a:lightRig>
        </a:scene3d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kern="1200" dirty="0"/>
            <a:t>Ігри з повною інформацією</a:t>
          </a:r>
        </a:p>
      </dsp:txBody>
      <dsp:txXfrm>
        <a:off x="5781814" y="523434"/>
        <a:ext cx="1680592" cy="814942"/>
      </dsp:txXfrm>
    </dsp:sp>
    <dsp:sp modelId="{F39CB397-0F79-4771-9D33-47C2E680B053}">
      <dsp:nvSpPr>
        <dsp:cNvPr id="0" name=""/>
        <dsp:cNvSpPr/>
      </dsp:nvSpPr>
      <dsp:spPr>
        <a:xfrm rot="19457599">
          <a:off x="7407599" y="664123"/>
          <a:ext cx="852841" cy="35815"/>
        </a:xfrm>
        <a:custGeom>
          <a:avLst/>
          <a:gdLst/>
          <a:ahLst/>
          <a:cxnLst/>
          <a:rect l="0" t="0" r="0" b="0"/>
          <a:pathLst>
            <a:path>
              <a:moveTo>
                <a:pt x="0" y="17907"/>
              </a:moveTo>
              <a:lnTo>
                <a:pt x="852841" y="17907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bliqueTopRight" zoom="82000"/>
          <a:lightRig rig="morning" dir="t">
            <a:rot lat="0" lon="0" rev="204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uk-UA" sz="500" kern="1200"/>
        </a:p>
      </dsp:txBody>
      <dsp:txXfrm>
        <a:off x="7812699" y="660710"/>
        <a:ext cx="42642" cy="42642"/>
      </dsp:txXfrm>
    </dsp:sp>
    <dsp:sp modelId="{0DC5FA1C-F792-45D4-9A4C-80F99E4023F7}">
      <dsp:nvSpPr>
        <dsp:cNvPr id="0" name=""/>
        <dsp:cNvSpPr/>
      </dsp:nvSpPr>
      <dsp:spPr>
        <a:xfrm>
          <a:off x="8180280" y="331"/>
          <a:ext cx="1731300" cy="86565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bliqueTopRight" zoom="82000"/>
          <a:lightRig rig="morning" dir="t">
            <a:rot lat="0" lon="0" rev="20400000"/>
          </a:lightRig>
        </a:scene3d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kern="1200" dirty="0"/>
            <a:t>Статичні ігри </a:t>
          </a:r>
        </a:p>
      </dsp:txBody>
      <dsp:txXfrm>
        <a:off x="8205634" y="25685"/>
        <a:ext cx="1680592" cy="814942"/>
      </dsp:txXfrm>
    </dsp:sp>
    <dsp:sp modelId="{696CFCEA-1A7C-4D9B-AC82-582F539087EB}">
      <dsp:nvSpPr>
        <dsp:cNvPr id="0" name=""/>
        <dsp:cNvSpPr/>
      </dsp:nvSpPr>
      <dsp:spPr>
        <a:xfrm rot="2142401">
          <a:off x="7407599" y="1161872"/>
          <a:ext cx="852841" cy="35815"/>
        </a:xfrm>
        <a:custGeom>
          <a:avLst/>
          <a:gdLst/>
          <a:ahLst/>
          <a:cxnLst/>
          <a:rect l="0" t="0" r="0" b="0"/>
          <a:pathLst>
            <a:path>
              <a:moveTo>
                <a:pt x="0" y="17907"/>
              </a:moveTo>
              <a:lnTo>
                <a:pt x="852841" y="17907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bliqueTopRight" zoom="82000"/>
          <a:lightRig rig="morning" dir="t">
            <a:rot lat="0" lon="0" rev="204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uk-UA" sz="500" kern="1200"/>
        </a:p>
      </dsp:txBody>
      <dsp:txXfrm>
        <a:off x="7812699" y="1158459"/>
        <a:ext cx="42642" cy="42642"/>
      </dsp:txXfrm>
    </dsp:sp>
    <dsp:sp modelId="{67D01827-4204-4947-A0D9-D8795CBF3697}">
      <dsp:nvSpPr>
        <dsp:cNvPr id="0" name=""/>
        <dsp:cNvSpPr/>
      </dsp:nvSpPr>
      <dsp:spPr>
        <a:xfrm>
          <a:off x="8180280" y="995829"/>
          <a:ext cx="1731300" cy="86565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bliqueTopRight" zoom="82000"/>
          <a:lightRig rig="morning" dir="t">
            <a:rot lat="0" lon="0" rev="20400000"/>
          </a:lightRig>
        </a:scene3d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kern="1200" dirty="0"/>
            <a:t>Динамічні ігри</a:t>
          </a:r>
        </a:p>
      </dsp:txBody>
      <dsp:txXfrm>
        <a:off x="8205634" y="1021183"/>
        <a:ext cx="1680592" cy="814942"/>
      </dsp:txXfrm>
    </dsp:sp>
    <dsp:sp modelId="{6B9B60E7-CD3F-4D34-85B3-B4D09A3BAAC4}">
      <dsp:nvSpPr>
        <dsp:cNvPr id="0" name=""/>
        <dsp:cNvSpPr/>
      </dsp:nvSpPr>
      <dsp:spPr>
        <a:xfrm rot="3310531">
          <a:off x="4803858" y="2406244"/>
          <a:ext cx="1212682" cy="35815"/>
        </a:xfrm>
        <a:custGeom>
          <a:avLst/>
          <a:gdLst/>
          <a:ahLst/>
          <a:cxnLst/>
          <a:rect l="0" t="0" r="0" b="0"/>
          <a:pathLst>
            <a:path>
              <a:moveTo>
                <a:pt x="0" y="17907"/>
              </a:moveTo>
              <a:lnTo>
                <a:pt x="1212682" y="17907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bliqueTopRight" zoom="82000"/>
          <a:lightRig rig="morning" dir="t">
            <a:rot lat="0" lon="0" rev="204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uk-UA" sz="500" kern="1200"/>
        </a:p>
      </dsp:txBody>
      <dsp:txXfrm>
        <a:off x="5379882" y="2393835"/>
        <a:ext cx="60634" cy="60634"/>
      </dsp:txXfrm>
    </dsp:sp>
    <dsp:sp modelId="{E139C27D-357A-4810-82F5-CA190939523A}">
      <dsp:nvSpPr>
        <dsp:cNvPr id="0" name=""/>
        <dsp:cNvSpPr/>
      </dsp:nvSpPr>
      <dsp:spPr>
        <a:xfrm>
          <a:off x="5756460" y="2489076"/>
          <a:ext cx="1731300" cy="86565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bliqueTopRight" zoom="82000"/>
          <a:lightRig rig="morning" dir="t">
            <a:rot lat="0" lon="0" rev="20400000"/>
          </a:lightRig>
        </a:scene3d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kern="1200" dirty="0"/>
            <a:t>Ігри з неповною інформацією</a:t>
          </a:r>
        </a:p>
      </dsp:txBody>
      <dsp:txXfrm>
        <a:off x="5781814" y="2514430"/>
        <a:ext cx="1680592" cy="814942"/>
      </dsp:txXfrm>
    </dsp:sp>
    <dsp:sp modelId="{C1B48713-A067-4F1B-9441-795750DA745B}">
      <dsp:nvSpPr>
        <dsp:cNvPr id="0" name=""/>
        <dsp:cNvSpPr/>
      </dsp:nvSpPr>
      <dsp:spPr>
        <a:xfrm rot="19457599">
          <a:off x="7407599" y="2655119"/>
          <a:ext cx="852841" cy="35815"/>
        </a:xfrm>
        <a:custGeom>
          <a:avLst/>
          <a:gdLst/>
          <a:ahLst/>
          <a:cxnLst/>
          <a:rect l="0" t="0" r="0" b="0"/>
          <a:pathLst>
            <a:path>
              <a:moveTo>
                <a:pt x="0" y="17907"/>
              </a:moveTo>
              <a:lnTo>
                <a:pt x="852841" y="17907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bliqueTopRight" zoom="82000"/>
          <a:lightRig rig="morning" dir="t">
            <a:rot lat="0" lon="0" rev="204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uk-UA" sz="500" kern="1200"/>
        </a:p>
      </dsp:txBody>
      <dsp:txXfrm>
        <a:off x="7812699" y="2651705"/>
        <a:ext cx="42642" cy="42642"/>
      </dsp:txXfrm>
    </dsp:sp>
    <dsp:sp modelId="{1475CC22-2BB4-4008-A7FE-98C913785734}">
      <dsp:nvSpPr>
        <dsp:cNvPr id="0" name=""/>
        <dsp:cNvSpPr/>
      </dsp:nvSpPr>
      <dsp:spPr>
        <a:xfrm>
          <a:off x="8180280" y="1991327"/>
          <a:ext cx="1731300" cy="86565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bliqueTopRight" zoom="82000"/>
          <a:lightRig rig="morning" dir="t">
            <a:rot lat="0" lon="0" rev="20400000"/>
          </a:lightRig>
        </a:scene3d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kern="1200" dirty="0"/>
            <a:t>Статичні ігри</a:t>
          </a:r>
        </a:p>
      </dsp:txBody>
      <dsp:txXfrm>
        <a:off x="8205634" y="2016681"/>
        <a:ext cx="1680592" cy="814942"/>
      </dsp:txXfrm>
    </dsp:sp>
    <dsp:sp modelId="{435161DD-9646-4F59-9C19-84036DF14DDB}">
      <dsp:nvSpPr>
        <dsp:cNvPr id="0" name=""/>
        <dsp:cNvSpPr/>
      </dsp:nvSpPr>
      <dsp:spPr>
        <a:xfrm rot="2142401">
          <a:off x="7407599" y="3152867"/>
          <a:ext cx="852841" cy="35815"/>
        </a:xfrm>
        <a:custGeom>
          <a:avLst/>
          <a:gdLst/>
          <a:ahLst/>
          <a:cxnLst/>
          <a:rect l="0" t="0" r="0" b="0"/>
          <a:pathLst>
            <a:path>
              <a:moveTo>
                <a:pt x="0" y="17907"/>
              </a:moveTo>
              <a:lnTo>
                <a:pt x="852841" y="17907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bliqueTopRight" zoom="82000"/>
          <a:lightRig rig="morning" dir="t">
            <a:rot lat="0" lon="0" rev="204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uk-UA" sz="500" kern="1200"/>
        </a:p>
      </dsp:txBody>
      <dsp:txXfrm>
        <a:off x="7812699" y="3149454"/>
        <a:ext cx="42642" cy="42642"/>
      </dsp:txXfrm>
    </dsp:sp>
    <dsp:sp modelId="{C7D417BA-4C63-4434-A8D2-2471B64FCB98}">
      <dsp:nvSpPr>
        <dsp:cNvPr id="0" name=""/>
        <dsp:cNvSpPr/>
      </dsp:nvSpPr>
      <dsp:spPr>
        <a:xfrm>
          <a:off x="8180280" y="2986825"/>
          <a:ext cx="1731300" cy="86565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bliqueTopRight" zoom="82000"/>
          <a:lightRig rig="morning" dir="t">
            <a:rot lat="0" lon="0" rev="20400000"/>
          </a:lightRig>
        </a:scene3d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kern="1200" dirty="0"/>
            <a:t>Динамічні ігри</a:t>
          </a:r>
        </a:p>
      </dsp:txBody>
      <dsp:txXfrm>
        <a:off x="8205634" y="3012179"/>
        <a:ext cx="1680592" cy="814942"/>
      </dsp:txXfrm>
    </dsp:sp>
    <dsp:sp modelId="{31ABA62C-1A7A-49C2-BA2B-752C2A438F47}">
      <dsp:nvSpPr>
        <dsp:cNvPr id="0" name=""/>
        <dsp:cNvSpPr/>
      </dsp:nvSpPr>
      <dsp:spPr>
        <a:xfrm>
          <a:off x="2640119" y="2903993"/>
          <a:ext cx="692520" cy="35815"/>
        </a:xfrm>
        <a:custGeom>
          <a:avLst/>
          <a:gdLst/>
          <a:ahLst/>
          <a:cxnLst/>
          <a:rect l="0" t="0" r="0" b="0"/>
          <a:pathLst>
            <a:path>
              <a:moveTo>
                <a:pt x="0" y="17907"/>
              </a:moveTo>
              <a:lnTo>
                <a:pt x="692520" y="17907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bliqueTopRight" zoom="82000"/>
          <a:lightRig rig="morning" dir="t">
            <a:rot lat="0" lon="0" rev="204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uk-UA" sz="500" kern="1200"/>
        </a:p>
      </dsp:txBody>
      <dsp:txXfrm>
        <a:off x="2969066" y="2904588"/>
        <a:ext cx="34626" cy="34626"/>
      </dsp:txXfrm>
    </dsp:sp>
    <dsp:sp modelId="{320C2365-98CA-40A4-8CE8-16E2D8509DBC}">
      <dsp:nvSpPr>
        <dsp:cNvPr id="0" name=""/>
        <dsp:cNvSpPr/>
      </dsp:nvSpPr>
      <dsp:spPr>
        <a:xfrm>
          <a:off x="3332639" y="2489076"/>
          <a:ext cx="1731300" cy="86565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bliqueTopRight" zoom="82000"/>
          <a:lightRig rig="morning" dir="t">
            <a:rot lat="0" lon="0" rev="20400000"/>
          </a:lightRig>
        </a:scene3d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kern="1200" dirty="0"/>
            <a:t>Поведінкова ТІ</a:t>
          </a:r>
        </a:p>
      </dsp:txBody>
      <dsp:txXfrm>
        <a:off x="3357993" y="2514430"/>
        <a:ext cx="1680592" cy="814942"/>
      </dsp:txXfrm>
    </dsp:sp>
    <dsp:sp modelId="{22C57D5B-64B0-4EE1-AB70-7024C6B33376}">
      <dsp:nvSpPr>
        <dsp:cNvPr id="0" name=""/>
        <dsp:cNvSpPr/>
      </dsp:nvSpPr>
      <dsp:spPr>
        <a:xfrm rot="3310531">
          <a:off x="2380038" y="3401742"/>
          <a:ext cx="1212682" cy="35815"/>
        </a:xfrm>
        <a:custGeom>
          <a:avLst/>
          <a:gdLst/>
          <a:ahLst/>
          <a:cxnLst/>
          <a:rect l="0" t="0" r="0" b="0"/>
          <a:pathLst>
            <a:path>
              <a:moveTo>
                <a:pt x="0" y="17907"/>
              </a:moveTo>
              <a:lnTo>
                <a:pt x="1212682" y="17907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bliqueTopRight" zoom="82000"/>
          <a:lightRig rig="morning" dir="t">
            <a:rot lat="0" lon="0" rev="204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uk-UA" sz="500" kern="1200"/>
        </a:p>
      </dsp:txBody>
      <dsp:txXfrm>
        <a:off x="2956062" y="3389333"/>
        <a:ext cx="60634" cy="60634"/>
      </dsp:txXfrm>
    </dsp:sp>
    <dsp:sp modelId="{9509D80D-3CB9-4B90-909C-EDEF64DED302}">
      <dsp:nvSpPr>
        <dsp:cNvPr id="0" name=""/>
        <dsp:cNvSpPr/>
      </dsp:nvSpPr>
      <dsp:spPr>
        <a:xfrm>
          <a:off x="3332639" y="3484573"/>
          <a:ext cx="1731300" cy="86565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bliqueTopRight" zoom="82000"/>
          <a:lightRig rig="morning" dir="t">
            <a:rot lat="0" lon="0" rev="20400000"/>
          </a:lightRig>
        </a:scene3d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kern="1200" dirty="0"/>
            <a:t>Алгоритмічна ТІ</a:t>
          </a:r>
        </a:p>
      </dsp:txBody>
      <dsp:txXfrm>
        <a:off x="3357993" y="3509927"/>
        <a:ext cx="1680592" cy="814942"/>
      </dsp:txXfrm>
    </dsp:sp>
    <dsp:sp modelId="{413FB72A-9635-44C9-A4A7-96F770A4D21D}">
      <dsp:nvSpPr>
        <dsp:cNvPr id="0" name=""/>
        <dsp:cNvSpPr/>
      </dsp:nvSpPr>
      <dsp:spPr>
        <a:xfrm>
          <a:off x="5063939" y="3899491"/>
          <a:ext cx="692520" cy="35815"/>
        </a:xfrm>
        <a:custGeom>
          <a:avLst/>
          <a:gdLst/>
          <a:ahLst/>
          <a:cxnLst/>
          <a:rect l="0" t="0" r="0" b="0"/>
          <a:pathLst>
            <a:path>
              <a:moveTo>
                <a:pt x="0" y="17907"/>
              </a:moveTo>
              <a:lnTo>
                <a:pt x="692520" y="17907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bliqueTopRight" zoom="82000"/>
          <a:lightRig rig="morning" dir="t">
            <a:rot lat="0" lon="0" rev="204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uk-UA" sz="500" kern="1200"/>
        </a:p>
      </dsp:txBody>
      <dsp:txXfrm>
        <a:off x="5392886" y="3900085"/>
        <a:ext cx="34626" cy="34626"/>
      </dsp:txXfrm>
    </dsp:sp>
    <dsp:sp modelId="{832124D3-2B87-4680-86F9-406B480FBB26}">
      <dsp:nvSpPr>
        <dsp:cNvPr id="0" name=""/>
        <dsp:cNvSpPr/>
      </dsp:nvSpPr>
      <dsp:spPr>
        <a:xfrm>
          <a:off x="5756460" y="3484573"/>
          <a:ext cx="1731300" cy="865650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bliqueTopRight" zoom="82000"/>
          <a:lightRig rig="morning" dir="t">
            <a:rot lat="0" lon="0" rev="20400000"/>
          </a:lightRig>
        </a:scene3d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kern="1200" dirty="0"/>
            <a:t>Ігри  з рівновагою</a:t>
          </a:r>
        </a:p>
      </dsp:txBody>
      <dsp:txXfrm>
        <a:off x="5781814" y="3509927"/>
        <a:ext cx="1680592" cy="81494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3C1F81-B7CC-4B23-A8D7-15C5ECF24EC9}">
      <dsp:nvSpPr>
        <dsp:cNvPr id="0" name=""/>
        <dsp:cNvSpPr/>
      </dsp:nvSpPr>
      <dsp:spPr>
        <a:xfrm>
          <a:off x="2527341" y="319649"/>
          <a:ext cx="2876689" cy="2876689"/>
        </a:xfrm>
        <a:prstGeom prst="pie">
          <a:avLst>
            <a:gd name="adj1" fmla="val 16200000"/>
            <a:gd name="adj2" fmla="val 18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kern="1200" dirty="0"/>
            <a:t>Множина гравців</a:t>
          </a:r>
        </a:p>
      </dsp:txBody>
      <dsp:txXfrm>
        <a:off x="4091369" y="850467"/>
        <a:ext cx="976019" cy="958896"/>
      </dsp:txXfrm>
    </dsp:sp>
    <dsp:sp modelId="{F9ABED7F-CD45-4442-A22E-1CE59325EA94}">
      <dsp:nvSpPr>
        <dsp:cNvPr id="0" name=""/>
        <dsp:cNvSpPr/>
      </dsp:nvSpPr>
      <dsp:spPr>
        <a:xfrm>
          <a:off x="2551512" y="316778"/>
          <a:ext cx="2876689" cy="2876689"/>
        </a:xfrm>
        <a:prstGeom prst="pie">
          <a:avLst>
            <a:gd name="adj1" fmla="val 1800000"/>
            <a:gd name="adj2" fmla="val 90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kern="1200" dirty="0"/>
            <a:t>Множина стратегій</a:t>
          </a:r>
        </a:p>
      </dsp:txBody>
      <dsp:txXfrm>
        <a:off x="3339177" y="2131832"/>
        <a:ext cx="1301359" cy="890403"/>
      </dsp:txXfrm>
    </dsp:sp>
    <dsp:sp modelId="{7B95FD33-79B2-4FDD-99BF-4727E52DD61E}">
      <dsp:nvSpPr>
        <dsp:cNvPr id="0" name=""/>
        <dsp:cNvSpPr/>
      </dsp:nvSpPr>
      <dsp:spPr>
        <a:xfrm>
          <a:off x="2551512" y="316778"/>
          <a:ext cx="2876689" cy="2876689"/>
        </a:xfrm>
        <a:prstGeom prst="pie">
          <a:avLst>
            <a:gd name="adj1" fmla="val 90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kern="1200" dirty="0"/>
            <a:t>Виграші</a:t>
          </a:r>
        </a:p>
      </dsp:txBody>
      <dsp:txXfrm>
        <a:off x="2859728" y="881842"/>
        <a:ext cx="976019" cy="9588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5">
  <dgm:title val=""/>
  <dgm:desc val=""/>
  <dgm:catLst>
    <dgm:cat type="hierarchy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/>
    <dgm:presOf/>
    <dgm:shape xmlns:r="http://schemas.openxmlformats.org/officeDocument/2006/relationships" r:blip="">
      <dgm:adjLst/>
    </dgm:shape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/>
              <dgm:constr type="t" for="ch" forName="hierFlow" refType="h" fact="0.3"/>
              <dgm:constr type="r" for="ch" forName="hierFlow" refType="w" fact="0.98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 refType="h" fact="0.3"/>
              <dgm:constr type="r" for="ch" forName="hierFlow" refType="w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h" for="des" forName="level1Shape" refType="h"/>
          <dgm:constr type="w" for="des" forName="level1Shape" refType="h" refFor="des" refForName="level1Shape" fact="2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w" refFor="des" refForName="level1Shape" op="equ" fact="0.4"/>
          <dgm:constr type="sibSp" for="des" forName="hierChild1" refType="h" refFor="des" refForName="level1Shape" op="equ" fact="0.15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w" refFor="des" refForName="level1Shape" op="equ"/>
          <dgm:constr type="userB" for="des" refType="sp" refFor="des" op="equ"/>
          <dgm:constr type="w" for="des" forName="firstBuf" refType="w" refFor="des" refForName="level1Shape" fact="0.1"/>
        </dgm:constrLst>
      </dgm:else>
    </dgm:choose>
    <dgm:ruleLst/>
    <dgm:layoutNode name="hierFlow">
      <dgm:choose name="Name6">
        <dgm:if name="Name7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  <dgm:param type="fallback" val="2D"/>
          </dgm:alg>
        </dgm:if>
        <dgm:else name="Name8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  <dgm:param type="fallback" val="2D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ptType="node" op="equ" val="65"/>
        <dgm:constr type="primFontSz" for="des" forName="connTx" op="equ" val="55"/>
        <dgm:constr type="primFontSz" for="des" forName="connTx" refType="primFontSz" refFor="des" refPtType="node" op="lte" fact="0.8"/>
      </dgm:constrLst>
      <dgm:ruleLst/>
      <dgm:choose name="Name9">
        <dgm:if name="Name10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1"/>
      </dgm:choose>
      <dgm:layoutNode name="hierChild1">
        <dgm:varLst>
          <dgm:chPref val="1"/>
          <dgm:animOne val="branch"/>
          <dgm:animLvl val="lvl"/>
        </dgm:varLst>
        <dgm:choose name="Name12">
          <dgm:if name="Name13" func="var" arg="dir" op="equ" val="norm">
            <dgm:alg type="hierChild">
              <dgm:param type="linDir" val="fromT"/>
              <dgm:param type="chAlign" val="l"/>
            </dgm:alg>
          </dgm:if>
          <dgm:else name="Name14">
            <dgm:alg type="hierChild">
              <dgm:param type="linDir" val="fromT"/>
              <dgm:param type="ch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forEach name="Name15" axis="ch" cnt="3">
          <dgm:forEach name="Name16" axis="self" ptType="node">
            <dgm:layoutNode name="Name17">
              <dgm:choose name="Name18">
                <dgm:if name="Name19" func="var" arg="dir" op="equ" val="norm">
                  <dgm:alg type="hierRoot">
                    <dgm:param type="hierAlign" val="lCtrCh"/>
                  </dgm:alg>
                </dgm:if>
                <dgm:else name="Name20">
                  <dgm:alg type="hierRoot">
                    <dgm:param type="hierAlign" val="rCtrCh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tMarg" refType="primFontSz" fact="0.05"/>
                  <dgm:constr type="bMarg" refType="primFontSz" fact="0.05"/>
                  <dgm:constr type="lMarg" refType="primFontSz" fact="0.05"/>
                  <dgm:constr type="rMarg" refType="primFontSz" fact="0.05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21">
                  <dgm:if name="Name2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23">
                    <dgm:alg type="hierChild">
                      <dgm:param type="linDir" val="fromT"/>
                      <dgm:param type="ch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24" axis="self" ptType="parTrans" cnt="1">
                    <dgm:layoutNode name="Name25">
                      <dgm:choose name="Name26">
                        <dgm:if name="Name27" func="var" arg="dir" op="equ" val="norm">
                          <dgm:alg type="conn">
                            <dgm:param type="dim" val="1D"/>
                            <dgm:param type="begPts" val="midR"/>
                            <dgm:param type="endPts" val="midL"/>
                            <dgm:param type="endSty" val="noArr"/>
                          </dgm:alg>
                        </dgm:if>
                        <dgm:else name="Name28">
                          <dgm:alg type="conn">
                            <dgm:param type="dim" val="1D"/>
                            <dgm:param type="begPts" val="midL"/>
                            <dgm:param type="endPts" val="midR"/>
                            <dgm:param type="endSty" val="noArr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5"/>
                        <dgm:constr type="connDist"/>
                        <dgm:constr type="begPad"/>
                        <dgm:constr type="endPad"/>
                        <dgm:constr type="userA" for="ch" refType="connDist"/>
                      </dgm:constrLst>
                      <dgm:ruleLst/>
                      <dgm:layoutNode name="connTx">
                        <dgm:alg type="tx">
                          <dgm:param type="autoTxRot" val="grav"/>
                        </dgm:alg>
                        <dgm:shape xmlns:r="http://schemas.openxmlformats.org/officeDocument/2006/relationships" type="rect" r:blip="" hideGeom="1">
                          <dgm:adjLst/>
                        </dgm:shape>
                        <dgm:presOf axis="self"/>
                        <dgm:constrLst>
                          <dgm:constr type="userA"/>
                          <dgm:constr type="w" refType="userA" fact="0.05"/>
                          <dgm:constr type="h" refType="userA" fact="0.05"/>
                          <dgm:constr type="lMarg" val="1"/>
                          <dgm:constr type="rMarg" val="1"/>
                          <dgm:constr type="tMarg"/>
                          <dgm:constr type="bMarg"/>
                        </dgm:constrLst>
                        <dgm:ruleLst>
                          <dgm:rule type="h" val="NaN" fact="0.25" max="NaN"/>
                          <dgm:rule type="w" val="NaN" fact="0.8" max="NaN"/>
                          <dgm:rule type="primFontSz" val="5" fact="NaN" max="NaN"/>
                        </dgm:ruleLst>
                      </dgm:layoutNode>
                    </dgm:layoutNode>
                  </dgm:forEach>
                  <dgm:forEach name="Name29" axis="self" ptType="node">
                    <dgm:layoutNode name="Name30">
                      <dgm:choose name="Name31">
                        <dgm:if name="Name32" func="var" arg="dir" op="equ" val="norm">
                          <dgm:alg type="hierRoot">
                            <dgm:param type="hierAlign" val="lCtrCh"/>
                          </dgm:alg>
                        </dgm:if>
                        <dgm:else name="Name33">
                          <dgm:alg type="hierRoot">
                            <dgm:param type="hierAlign" val="rCtrCh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tMarg" refType="primFontSz" fact="0.05"/>
                          <dgm:constr type="bMarg" refType="primFontSz" fact="0.05"/>
                          <dgm:constr type="lMarg" refType="primFontSz" fact="0.05"/>
                          <dgm:constr type="rMarg" refType="primFontSz" fact="0.05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34">
                          <dgm:if name="Name35" func="var" arg="dir" op="equ" val="norm">
                            <dgm:alg type="hierChild">
                              <dgm:param type="linDir" val="fromT"/>
                              <dgm:param type="chAlign" val="l"/>
                            </dgm:alg>
                          </dgm:if>
                          <dgm:else name="Name36">
                            <dgm:alg type="hierChild">
                              <dgm:param type="linDir" val="fromT"/>
                              <dgm:param type="chAlign" val="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37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choose name="Name38">
        <dgm:if name="Name39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</dgm:alg>
        </dgm:if>
        <dgm:else name="Name40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rectComp" refType="w"/>
        <dgm:constr type="h" for="ch" forName="rectComp" refType="h"/>
        <dgm:constr type="h" for="des" forName="bgRect" refType="h"/>
        <dgm:constr type="primFontSz" for="des" forName="bgRectTx" op="equ" val="65"/>
      </dgm:constrLst>
      <dgm:ruleLst/>
      <dgm:forEach name="Name41" axis="ch" ptType="node" st="2">
        <dgm:layoutNode name="rectComp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userA"/>
            <dgm:constr type="l" for="ch" forName="bgRect"/>
            <dgm:constr type="t" for="ch" forName="bgRect"/>
            <dgm:constr type="w" for="ch" forName="bgRect" refType="userA" fact="1.2"/>
            <dgm:constr type="l" for="ch" forName="bgRectTx"/>
            <dgm:constr type="t" for="ch" forName="bgRectTx"/>
            <dgm:constr type="h" for="ch" forName="bgRectTx" refType="h" refFor="ch" refForName="bgRect" fact="0.3"/>
            <dgm:constr type="w" for="ch" forName="bgRectTx" refType="w" refFor="ch" refForName="bgRect" op="equ"/>
          </dgm:constrLst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shape xmlns:r="http://schemas.openxmlformats.org/officeDocument/2006/relationships" type="rect" r:blip="" zOrderOff="-999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</dgm:layoutNode>
        <dgm:choose name="Name42">
          <dgm:if name="Name43" axis="self" ptType="node" func="revPos" op="gte" val="2">
            <dgm:layoutNode name="spComp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hSp"/>
                <dgm:constr type="t" for="ch" forName="hSp"/>
                <dgm:constr type="w" for="ch" forName="hSp" refType="userB"/>
                <dgm:constr type="wOff" for="ch" forName="hSp" refType="userA" fact="-0.2"/>
              </dgm:constrLst>
              <dgm:ruleLst/>
              <dgm:layoutNode name="h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44"/>
        </dgm:choos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9/2/quickstyle/3d8">
  <dgm:title val=""/>
  <dgm:desc val=""/>
  <dgm:catLst>
    <dgm:cat type="3D" pri="11800"/>
  </dgm:catLst>
  <dgm:scene3d>
    <a:camera prst="perspectiveHeroicExtremeRightFacing" zoom="82000">
      <a:rot lat="21300000" lon="20400000" rev="180000"/>
    </a:camera>
    <a:lightRig rig="morning" dir="t">
      <a:rot lat="0" lon="0" rev="20400000"/>
    </a:lightRig>
  </dgm:scene3d>
  <dgm:styleLbl name="node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0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60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635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152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90500" prstMaterial="matte">
      <a:bevelT w="120650" h="38100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2T09:37:46.87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 24575,'3'0'0,"-1"1"0,0-1 0,0 0 0,0 1 0,1 0 0,-1 0 0,0-1 0,0 1 0,0 1 0,0-1 0,0 0 0,0 0 0,-1 1 0,1-1 0,0 1 0,-1-1 0,1 1 0,-1 0 0,1 0 0,-1 0 0,0-1 0,0 1 0,0 0 0,0 1 0,0-1 0,0 0 0,0 0 0,-1 0 0,1 0 0,-1 4 0,3 9 0,-1 1 0,0 0 0,-1 21 0,-1-22 0,-1 110 0,-1-74 0,2 0 0,12 89 0,-7-113 0,-3-10 0,1 0 0,1 0 0,1 0 0,8 18 0,2 1-455,-2 0 0,16 66 0,-22-68-6371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2T09:37:48.80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0 521 24575,'0'0'0,"1"1"0,-1 0 0,1 0 0,-1 0 0,1 0 0,-1 0 0,1-1 0,-1 1 0,1 0 0,0-1 0,-1 1 0,1 0 0,0-1 0,0 1 0,-1-1 0,1 1 0,0-1 0,0 1 0,0-1 0,0 0 0,0 1 0,-1-1 0,1 0 0,0 0 0,2 1 0,27 4 0,-26-4 0,45 4 3,-1-2 0,0-2 0,96-11 0,-69-2-76,134-39 0,-143 32-410,1 3-1,0 3 1,1 3 0,93-2 0,456 12 490,-257 3-4,-115-22 2600,-192 13-2666,-16 0 63,56-17 0,19-3 0,-12 12 0,169-2 0,567 18 0,-671-17 0,-8 0 0,803 14-687,-462 3 433,6182-2 1195,-6480 15-941,-16-1 0,599-13 0,-376-2 0,-397 1 0,0 0 0,-1-1 0,1 0 0,0 0 0,17-5 0,-24 5 0,0 0 0,0-1 0,-1 1 0,1-1 0,-1 1 0,1-1 0,-1 0 0,0 0 0,0 0 0,1 0 0,-2 0 0,1-1 0,0 1 0,0-1 0,-1 1 0,1-1 0,-1 0 0,0 1 0,0-1 0,0 0 0,0 0 0,0 0 0,0-5 0,1-3 0,-1 0 0,0 0 0,0 0 0,-1-1 0,-1 1 0,0 0 0,0 0 0,-1 0 0,-1 0 0,0 0 0,0 0 0,-1 1 0,-1 0 0,1-1 0,-2 1 0,1 1 0,-1-1 0,-1 1 0,-12-14 0,18 22 0,1 1 0,-1-1 0,0 0 0,0 0 0,1 0 0,-1 1 0,0-1 0,0 0 0,0 1 0,0-1 0,0 1 0,0-1 0,0 1 0,0-1 0,0 1 0,0 0 0,0 0 0,-1-1 0,1 1 0,0 0 0,0 0 0,0 0 0,0 0 0,0 0 0,0 0 0,-1 1 0,0-1 0,0 2 0,1-1 0,0 0 0,-1 0 0,1 1 0,0-1 0,0 0 0,0 1 0,0 0 0,0-1 0,0 1 0,1-1 0,-1 1 0,1 0 0,-1-1 0,0 4 0,-2 8 0,1 1 0,1 1 0,0 16 0,-2 11 0,-2 0 0,-13 55 0,9-50 0,-7 69 0,14-27-1365,2-49-5461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2T09:37:50.91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1 347 24575,'6'-1'0,"-1"0"0,1 0 0,0-1 0,-1 0 0,1 0 0,-1-1 0,0 0 0,1 0 0,-1 0 0,-1 0 0,1-1 0,0 1 0,-1-1 0,7-9 0,23-15 0,26-7 0,-45 27 0,1-1 0,-1 0 0,-1-1 0,0-1 0,24-23 0,62-95 0,-94 121 0,-5 7 0,-1-1 0,1 1 0,0 0 0,0 0 0,0-1 0,0 1 0,1 0 0,-1 0 0,0 0 0,0 0 0,1 0 0,-1 0 0,1 1 0,-1-1 0,3-1 0,-4 2 0,1 1 0,-1-1 0,1 0 0,0 0 0,-1 0 0,1 0 0,-1 0 0,1 0 0,-1 1 0,1-1 0,-1 0 0,1 1 0,-1-1 0,1 0 0,-1 1 0,1-1 0,-1 0 0,0 1 0,1-1 0,-1 1 0,1-1 0,-1 1 0,0-1 0,0 1 0,1-1 0,-1 1 0,0 0 0,3 6 0,-1-1 0,-1 1 0,0-1 0,0 1 0,1 12 0,-2 198 35,-2-122-1435,2-57-5426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2T09:37:51.42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 24575,'609'0'0,"-595"0"-151,0 0-1,0 1 0,0 1 0,0 0 1,0 1-1,-1 0 0,1 1 1,17 8-1,-9-1-6674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2T09:37:52.92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1 175 24575,'10'-2'0,"0"1"0,0-1 0,0-1 0,0 0 0,0 0 0,-1-1 0,1 0 0,-1-1 0,9-5 0,24-11 0,66-36 0,-8 4 0,-99 52 0,0 0 0,1 1 0,-1-1 0,0 0 0,1 1 0,-1-1 0,1 1 0,-1 0 0,1-1 0,-1 1 0,1 0 0,-1 0 0,1 0 0,-1 0 0,1 0 0,-1 0 0,1 1 0,-1-1 0,1 0 0,-1 1 0,0-1 0,1 1 0,-1-1 0,0 1 0,1 0 0,-1 0 0,0 0 0,0-1 0,1 1 0,-1 0 0,0 0 0,0 1 0,0-1 0,0 0 0,0 0 0,-1 0 0,1 1 0,0-1 0,-1 0 0,1 1 0,0-1 0,-1 1 0,0-1 0,1 0 0,-1 3 0,3 8 0,-2 0 0,1 1 0,-2-1 0,0 19 0,0-22 0,-4 34 9,-2 0 1,-1-1-1,-3 0 0,-25 71 0,-3 13-1420,29-89-5415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2T09:37:53.74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147 0 24575,'0'440'0,"0"-433"0,0 0 0,0 0 0,1-1 0,0 1 0,0 0 0,0-1 0,1 1 0,4 10 0,-4-14 0,-1-1 0,1 1 0,0-1 0,0 1 0,1-1 0,-1 1 0,0-1 0,1 0 0,0 0 0,-1 0 0,1-1 0,0 1 0,0-1 0,0 1 0,0-1 0,0 0 0,0 0 0,0 0 0,0-1 0,4 1 0,10 2 0,-1 0 0,1-2 0,0 0 0,0-1 0,0 0 0,25-5 0,-34 3 0,0 0 0,-1 0 0,1 0 0,-1-1 0,1 0 0,-1-1 0,0 0 0,0 0 0,-1 0 0,1-1 0,-1 0 0,0 0 0,0 0 0,0-1 0,8-11 0,-7 5 0,0-1 0,0 1 0,-1-1 0,0-1 0,-2 1 0,1-1 0,-2 0 0,1 0 0,1-25 0,-2-10 0,-5-73 0,0 82 0,3 36 0,-2 0 0,1 0 0,0 0 0,-1 0 0,1 0 0,-1 0 0,0 0 0,-1 0 0,1 1 0,-1-1 0,1 0 0,-1 1 0,0-1 0,-3-3 0,2 5 0,0-1 0,0 1 0,0 0 0,0 0 0,-1 0 0,1 0 0,-1 1 0,1-1 0,-1 1 0,1 0 0,-1 0 0,0 0 0,1 0 0,-1 1 0,-4 0 0,-49-3 0,-75 6 0,34 1 0,82-3-57,1 1-1,0 0 1,-1 2-1,1-1 1,-22 10-1,15-5-962,-8 1-5806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2T09:37:54.85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88 1 24575,'3'5'0,"0"1"0,0-1 0,0 1 0,-1 0 0,0 0 0,0 0 0,0 0 0,-1 0 0,0 1 0,0-1 0,0 0 0,-1 1 0,-1 6 0,2 3 0,1 134 0,0-8 0,-1-137 0,-1-1 0,1 1 0,0-1 0,1 0 0,-1 0 0,1 0 0,0 0 0,0 0 0,0 0 0,0 0 0,1 0 0,-1-1 0,1 1 0,0-1 0,0 0 0,1 0 0,-1 0 0,0 0 0,1-1 0,0 1 0,0-1 0,0 0 0,0 0 0,0-1 0,0 1 0,0-1 0,8 2 0,-1 0 0,-1-1 0,1 0 0,0-1 0,0 0 0,0-1 0,0 0 0,0-1 0,0 0 0,0-1 0,14-3 0,-18 2 0,0 0 0,0-1 0,0 0 0,0 0 0,-1 0 0,0-1 0,0 0 0,0 0 0,0 0 0,-1-1 0,0 0 0,0 0 0,-1 0 0,8-14 0,-5 8 0,-1-1 0,0 0 0,-1 0 0,0-1 0,-2 1 0,1-1 0,1-19 0,-4 26 0,1-5 0,-1 0 0,-1 0 0,-1-18 0,1 27 0,-1-1 0,0 1 0,0-1 0,0 1 0,0-1 0,0 1 0,-1 0 0,1-1 0,-1 1 0,0 0 0,0 0 0,0 0 0,0 0 0,-1 1 0,1-1 0,-4-2 0,-6-4 8,-1 1 0,0 0 1,0 1-1,0 1 0,-1 0 0,0 1 0,0 0 0,-1 1 0,1 1 0,-24-3 0,-14 2-383,-87 4 0,97 1-329,5 0-6122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2T09:37:55.59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0 24575,'10'0'0,"7"0"0,10 0 0,5 0 0,7 0 0,1 0 0,3 0 0,-1 0 0,-3 0 0,-4 0 0,-3 0 0,-7 0-8191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2T09:38:05.02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24575,'0'5'0,"0"10"0,0 8 0,0 9 0,0 9 0,0 1 0,0 4 0,0-2 0,0 1 0,0-3 0,0 1 0,0-6-8191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2T09:38:19.14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195 1 24575,'-13'-1'0,"5"1"0,1 0 0,0 0 0,-1 1 0,-13 2 0,19-2 0,0 0 0,-1 0 0,1 0 0,0 0 0,0 0 0,1 0 0,-1 0 0,0 1 0,0-1 0,0 0 0,1 1 0,-1 0 0,1-1 0,0 1 0,-1 0 0,1 0 0,0 0 0,0 0 0,0 0 0,-1 3 0,-74 222 0,70-202 0,1-1 0,1 1 0,2-1 0,0 1 0,2 0 0,3 31 0,-3-52 0,0 1 0,1 0 0,0-1 0,0 1 0,0 0 0,0-1 0,1 0 0,0 1 0,0-1 0,0 0 0,0 0 0,1 0 0,-1 0 0,1 0 0,0-1 0,1 1 0,-1-1 0,0 0 0,1 0 0,0 0 0,-1 0 0,1-1 0,5 3 0,-2-2 0,0 0 0,0-1 0,1 0 0,-1 0 0,1-1 0,-1 0 0,1 0 0,-1-1 0,1 0 0,0 0 0,-1-1 0,1 0 0,11-2 0,-14 1 0,0 0 0,-1 0 0,1 0 0,-1-1 0,1 1 0,-1-1 0,0 0 0,0 0 0,0-1 0,-1 1 0,1-1 0,-1 0 0,0 1 0,0-2 0,0 1 0,0 0 0,-1-1 0,0 1 0,0-1 0,3-9 0,0-3 0,0 0 0,-1-1 0,-1 0 0,2-28 0,-5 41 8,0 0 0,0 1 0,0-1 0,0 0 0,-1 0 0,0 1 0,0-1 0,0 1 0,0-1 0,-1 1 0,0-1 0,0 1 0,0 0 0,-5-7 0,5 7-95,-1 1-1,-1 0 1,1 1 0,0-1-1,-1 1 1,1-1 0,-1 1-1,0 0 1,0 0-1,0 1 1,0-1 0,0 1-1,0 0 1,0 0 0,0 0-1,-6 0 1,-19-2-6739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2T09:38:42.76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24575,'5'0'0,"6"0"0,10 0 0,7 0 0,3 0 0,0 0 0,-4 4 0,-7 7 0,-3 1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2T09:42:40.70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28 24575,'6'0'0,"1"-1"0,-1-1 0,0 1 0,0-1 0,8-3 0,21-5 0,-22 8 0,0 0 0,1 1 0,-1 0 0,0 1 0,1 0 0,-1 2 0,22 3 0,-32-4 0,1 0 0,0 1 0,0-1 0,-1 1 0,1 0 0,0 0 0,-1 0 0,0 0 0,0 1 0,1 0 0,-1-1 0,-1 1 0,1 0 0,0 0 0,-1 1 0,0-1 0,1 0 0,-1 1 0,-1-1 0,1 1 0,0 0 0,-1 0 0,0-1 0,0 1 0,0 0 0,0 0 0,-1 0 0,1 8 0,-1-5 0,0 1 0,-1-1 0,0 0 0,0 0 0,0 0 0,-1 1 0,0-2 0,0 1 0,-1 0 0,-3 6 0,-6 8 0,-24 33 0,7-11 0,12-16 0,10-17 0,0 0 0,1 1 0,0-1 0,1 1 0,0 1 0,0-1 0,-4 21 0,5-12-105,-23 177-1155,25-162-5566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2T09:42:41.13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24575,'9'0'0,"8"0"0,10 0 0,6 0 0,5 0 0,2 0 0,3 0 0,4 0 0,-2 0 0,-4 0 0,1 0 0,2 0 0,-2 0 0,-3 0 0,-3 0 0,-9 0-8191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2T09:37:46.87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 24575,'3'0'0,"-1"1"0,0-1 0,0 0 0,0 1 0,1 0 0,-1 0 0,0-1 0,0 1 0,0 1 0,0-1 0,0 0 0,0 0 0,-1 1 0,1-1 0,0 1 0,-1-1 0,1 1 0,-1 0 0,1 0 0,-1 0 0,0-1 0,0 1 0,0 0 0,0 1 0,0-1 0,0 0 0,0 0 0,-1 0 0,1 0 0,-1 4 0,3 9 0,-1 1 0,0 0 0,-1 21 0,-1-22 0,-1 110 0,-1-74 0,2 0 0,12 89 0,-7-113 0,-3-10 0,1 0 0,1 0 0,1 0 0,8 18 0,2 1-455,-2 0 0,16 66 0,-22-68-6371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2T09:44:13.04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0 521 24575,'0'0'0,"1"1"0,-1 0 0,1 0 0,-1 0 0,1 0 0,-1 0 0,1-1 0,-1 1 0,1 0 0,0-1 0,-1 1 0,1 0 0,0-1 0,0 1 0,-1-1 0,1 1 0,0-1 0,0 1 0,0-1 0,0 0 0,0 1 0,-1-1 0,1 0 0,0 0 0,2 1 0,27 4 0,-26-4 0,45 4 3,-1-2 0,0-2 0,96-11 0,-69-2-76,134-39 0,-143 32-410,1 3-1,0 3 1,1 3 0,93-2 0,456 12 490,-257 3-4,-115-22 2600,-192 13-2666,-16 0 63,56-17 0,19-3 0,-12 12 0,169-2 0,567 18 0,-671-17 0,-8 0 0,803 14-687,-462 3 433,3258-2 782</inkml:trace>
  <inkml:trace contextRef="#ctx0" brushRef="#br0" timeOffset="745.58">9586 274 24201,'219'0'30</inkml:trace>
  <inkml:trace contextRef="#ctx0" brushRef="#br0" timeOffset="1398.88">10077 274 24270,'274'0'38</inkml:trace>
  <inkml:trace contextRef="#ctx0" brushRef="#br0" timeOffset="2009.62">10624 274 24347,'410'0'57</inkml:trace>
  <inkml:trace contextRef="#ctx0" brushRef="#br0" timeOffset="2649.5">11306 274 24443,'302'0'42</inkml:trace>
  <inkml:trace contextRef="#ctx0" brushRef="#br0" timeOffset="3426.47">11880 274 24524,'274'0'39</inkml:trace>
  <inkml:trace contextRef="#ctx0" brushRef="#br0" timeOffset="4369.81">12440 289 24575,'178'14'0</inkml:trace>
  <inkml:trace contextRef="#ctx0" brushRef="#br0" timeOffset="5042.28">12890 303 24575,'247'1'0</inkml:trace>
  <inkml:trace contextRef="#ctx0" brushRef="#br0" timeOffset="5043.28">13409 304 24575,'403'-1'0,"-393"1"0,0 0 0,-1-1 0,1 0 0,0 0 0,17-5 0,-24 5 0,0 0 0,0-1 0,-1 1 0,1-1 0,-1 1 0,1-1 0,-1 0 0,0 0 0,0 0 0,1 0 0,-2 0 0,1-1 0,0 1 0,0-1 0,-1 1 0,1-1 0,-1 0 0,0 1 0,0-1 0,0 0 0,0 0 0,0 0 0,0-5 0,1-3 0,-1 0 0,0 0 0,0 0 0,-1-1 0,-1 1 0,0 0 0,0 0 0,-1 0 0,-1 0 0,0 0 0,0 0 0,-1 1 0,-1 0 0,1-1 0,-2 1 0,1 1 0,-1-1 0,-1 1 0,-12-14 0,18 22 0,1 1 0,-1-1 0,0 0 0,0 0 0,1 0 0,-1 1 0,0-1 0,0 0 0,0 1 0,0-1 0,0 1 0,0-1 0,0 1 0,0-1 0,0 1 0,0 0 0,0 0 0,-1-1 0,1 1 0,0 0 0,0 0 0,0 0 0,0 0 0,0 0 0,0 0 0,-1 1 0,0-1 0,0 2 0,1-1 0,0 0 0,-1 0 0,1 1 0,0-1 0,0 0 0,0 1 0,0 0 0,0-1 0,0 1 0,1-1 0,-1 1 0,1 0 0,-1-1 0,0 4 0,-2 8 0,1 1 0,1 1 0,0 16 0,-2 11 0,-2 0 0,-13 55 0,9-50 0,-7 69 0,14-27-1365,2-49-5461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2T09:37:50.91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1 347 24575,'6'-1'0,"-1"0"0,1 0 0,0-1 0,-1 0 0,1 0 0,-1-1 0,0 0 0,1 0 0,-1 0 0,-1 0 0,1-1 0,0 1 0,-1-1 0,7-9 0,23-15 0,26-7 0,-45 27 0,1-1 0,-1 0 0,-1-1 0,0-1 0,24-23 0,62-95 0,-94 121 0,-5 7 0,-1-1 0,1 1 0,0 0 0,0 0 0,0-1 0,0 1 0,1 0 0,-1 0 0,0 0 0,0 0 0,1 0 0,-1 0 0,1 1 0,-1-1 0,3-1 0,-4 2 0,1 1 0,-1-1 0,1 0 0,0 0 0,-1 0 0,1 0 0,-1 0 0,1 0 0,-1 1 0,1-1 0,-1 0 0,1 1 0,-1-1 0,1 0 0,-1 1 0,1-1 0,-1 0 0,0 1 0,1-1 0,-1 1 0,1-1 0,-1 1 0,0-1 0,0 1 0,1-1 0,-1 1 0,0 0 0,3 6 0,-1-1 0,-1 1 0,0-1 0,0 1 0,1 12 0,-2 198 35,-2-122-1435,2-57-5426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2T09:37:51.42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 24575,'609'0'0,"-595"0"-151,0 0-1,0 1 0,0 1 0,0 0 1,0 1-1,-1 0 0,1 1 1,17 8-1,-9-1-6674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2T09:37:52.92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1 175 24575,'10'-2'0,"0"1"0,0-1 0,0-1 0,0 0 0,0 0 0,-1-1 0,1 0 0,-1-1 0,9-5 0,24-11 0,66-36 0,-8 4 0,-99 52 0,0 0 0,1 1 0,-1-1 0,0 0 0,1 1 0,-1-1 0,1 1 0,-1 0 0,1-1 0,-1 1 0,1 0 0,-1 0 0,1 0 0,-1 0 0,1 0 0,-1 0 0,1 1 0,-1-1 0,1 0 0,-1 1 0,0-1 0,1 1 0,-1-1 0,0 1 0,1 0 0,-1 0 0,0 0 0,0-1 0,1 1 0,-1 0 0,0 0 0,0 1 0,0-1 0,0 0 0,0 0 0,-1 0 0,1 1 0,0-1 0,-1 0 0,1 1 0,0-1 0,-1 1 0,0-1 0,1 0 0,-1 3 0,3 8 0,-2 0 0,1 1 0,-2-1 0,0 19 0,0-22 0,-4 34 9,-2 0 1,-1-1-1,-3 0 0,-25 71 0,-3 13-1420,29-89-5415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2T09:37:53.74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147 0 24575,'0'440'0,"0"-433"0,0 0 0,0 0 0,1-1 0,0 1 0,0 0 0,0-1 0,1 1 0,4 10 0,-4-14 0,-1-1 0,1 1 0,0-1 0,0 1 0,1-1 0,-1 1 0,0-1 0,1 0 0,0 0 0,-1 0 0,1-1 0,0 1 0,0-1 0,0 1 0,0-1 0,0 0 0,0 0 0,0 0 0,0-1 0,4 1 0,10 2 0,-1 0 0,1-2 0,0 0 0,0-1 0,0 0 0,25-5 0,-34 3 0,0 0 0,-1 0 0,1 0 0,-1-1 0,1 0 0,-1-1 0,0 0 0,0 0 0,-1 0 0,1-1 0,-1 0 0,0 0 0,0 0 0,0-1 0,8-11 0,-7 5 0,0-1 0,0 1 0,-1-1 0,0-1 0,-2 1 0,1-1 0,-2 0 0,1 0 0,1-25 0,-2-10 0,-5-73 0,0 82 0,3 36 0,-2 0 0,1 0 0,0 0 0,-1 0 0,1 0 0,-1 0 0,0 0 0,-1 0 0,1 1 0,-1-1 0,1 0 0,-1 1 0,0-1 0,-3-3 0,2 5 0,0-1 0,0 1 0,0 0 0,0 0 0,-1 0 0,1 0 0,-1 1 0,1-1 0,-1 1 0,1 0 0,-1 0 0,0 0 0,1 0 0,-1 1 0,-4 0 0,-49-3 0,-75 6 0,34 1 0,82-3-57,1 1-1,0 0 1,-1 2-1,1-1 1,-22 10-1,15-5-962,-8 1-5806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2T09:37:54.85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88 1 24575,'3'5'0,"0"1"0,0-1 0,0 1 0,-1 0 0,0 0 0,0 0 0,0 0 0,-1 0 0,0 1 0,0-1 0,0 0 0,-1 1 0,-1 6 0,2 3 0,1 134 0,0-8 0,-1-137 0,-1-1 0,1 1 0,0-1 0,1 0 0,-1 0 0,1 0 0,0 0 0,0 0 0,0 0 0,0 0 0,1 0 0,-1-1 0,1 1 0,0-1 0,0 0 0,1 0 0,-1 0 0,0 0 0,1-1 0,0 1 0,0-1 0,0 0 0,0 0 0,0-1 0,0 1 0,0-1 0,8 2 0,-1 0 0,-1-1 0,1 0 0,0-1 0,0 0 0,0-1 0,0 0 0,0-1 0,0 0 0,0-1 0,14-3 0,-18 2 0,0 0 0,0-1 0,0 0 0,0 0 0,-1 0 0,0-1 0,0 0 0,0 0 0,0 0 0,-1-1 0,0 0 0,0 0 0,-1 0 0,8-14 0,-5 8 0,-1-1 0,0 0 0,-1 0 0,0-1 0,-2 1 0,1-1 0,1-19 0,-4 26 0,1-5 0,-1 0 0,-1 0 0,-1-18 0,1 27 0,-1-1 0,0 1 0,0-1 0,0 1 0,0-1 0,0 1 0,-1 0 0,1-1 0,-1 1 0,0 0 0,0 0 0,0 0 0,0 0 0,-1 1 0,1-1 0,-4-2 0,-6-4 8,-1 1 0,0 0 1,0 1-1,0 1 0,-1 0 0,0 1 0,0 0 0,-1 1 0,1 1 0,-24-3 0,-14 2-383,-87 4 0,97 1-329,5 0-6122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2T09:37:55.59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0 24575,'10'0'0,"7"0"0,10 0 0,5 0 0,7 0 0,1 0 0,3 0 0,-1 0 0,-3 0 0,-4 0 0,-3 0 0,-7 0-8191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2T09:38:05.02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24575,'0'5'0,"0"10"0,0 8 0,0 9 0,0 9 0,0 1 0,0 4 0,0-2 0,0 1 0,0-3 0,0 1 0,0-6-8191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2T09:38:19.14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195 1 24575,'-13'-1'0,"5"1"0,1 0 0,0 0 0,-1 1 0,-13 2 0,19-2 0,0 0 0,-1 0 0,1 0 0,0 0 0,0 0 0,1 0 0,-1 0 0,0 1 0,0-1 0,0 0 0,1 1 0,-1 0 0,1-1 0,0 1 0,-1 0 0,1 0 0,0 0 0,0 0 0,0 0 0,-1 3 0,-74 222 0,70-202 0,1-1 0,1 1 0,2-1 0,0 1 0,2 0 0,3 31 0,-3-52 0,0 1 0,1 0 0,0-1 0,0 1 0,0 0 0,0-1 0,1 0 0,0 1 0,0-1 0,0 0 0,0 0 0,1 0 0,-1 0 0,1 0 0,0-1 0,1 1 0,-1-1 0,0 0 0,1 0 0,0 0 0,-1 0 0,1-1 0,5 3 0,-2-2 0,0 0 0,0-1 0,1 0 0,-1 0 0,1-1 0,-1 0 0,1 0 0,-1-1 0,1 0 0,0 0 0,-1-1 0,1 0 0,11-2 0,-14 1 0,0 0 0,-1 0 0,1 0 0,-1-1 0,1 1 0,-1-1 0,0 0 0,0 0 0,0-1 0,-1 1 0,1-1 0,-1 0 0,0 1 0,0-2 0,0 1 0,0 0 0,-1-1 0,0 1 0,0-1 0,3-9 0,0-3 0,0 0 0,-1-1 0,-1 0 0,2-28 0,-5 41 8,0 0 0,0 1 0,0-1 0,0 0 0,-1 0 0,0 1 0,0-1 0,0 1 0,0-1 0,-1 1 0,0-1 0,0 1 0,0 0 0,-5-7 0,5 7-95,-1 1-1,-1 0 1,1 1 0,0-1-1,-1 1 1,1-1 0,-1 1-1,0 0 1,0 0-1,0 1 1,0-1 0,0 1-1,0 0 1,0 0 0,0 0-1,-6 0 1,-19-2-6739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2T09:38:42.76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24575,'5'0'0,"6"0"0,10 0 0,7 0 0,3 0 0,0 0 0,-4 4 0,-7 7 0,-3 1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2T09:42:40.70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28 24575,'6'0'0,"1"-1"0,-1-1 0,0 1 0,0-1 0,8-3 0,21-5 0,-22 8 0,0 0 0,1 1 0,-1 0 0,0 1 0,1 0 0,-1 2 0,22 3 0,-32-4 0,1 0 0,0 1 0,0-1 0,-1 1 0,1 0 0,0 0 0,-1 0 0,0 0 0,0 1 0,1 0 0,-1-1 0,-1 1 0,1 0 0,0 0 0,-1 1 0,0-1 0,1 0 0,-1 1 0,-1-1 0,1 1 0,0 0 0,-1 0 0,0-1 0,0 1 0,0 0 0,0 0 0,-1 0 0,1 8 0,-1-5 0,0 1 0,-1-1 0,0 0 0,0 0 0,0 0 0,-1 1 0,0-2 0,0 1 0,-1 0 0,-3 6 0,-6 8 0,-24 33 0,7-11 0,12-16 0,10-17 0,0 0 0,1 1 0,0-1 0,1 1 0,0 1 0,0-1 0,-4 21 0,5-12-105,-23 177-1155,25-162-5566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2T09:42:41.13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24575,'9'0'0,"8"0"0,10 0 0,6 0 0,5 0 0,2 0 0,3 0 0,4 0 0,-2 0 0,-4 0 0,1 0 0,2 0 0,-2 0 0,-3 0 0,-3 0 0,-9 0-8191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2T09:45:51.10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116 78 24575,'2'56'0,"0"-36"0,-1 0 0,-1 0 0,-1 0 0,-1 0 0,-1 0 0,-6 27 0,7-42 0,-1 1 0,1-1 0,-1 0 0,0 0 0,-1 0 0,1-1 0,-1 1 0,0-1 0,-8 8 0,11-11 0,0 0 0,0 0 0,-1-1 0,1 1 0,0 0 0,0-1 0,0 1 0,0-1 0,-1 1 0,1-1 0,0 0 0,-1 0 0,1 1 0,0-1 0,0 0 0,-1 0 0,1 0 0,0 0 0,-3-1 0,3 0 0,-1 1 0,1-1 0,0 0 0,-1 0 0,1 0 0,0 0 0,-1-1 0,1 1 0,0 0 0,0 0 0,0-1 0,0 1 0,0-1 0,0 1 0,1-1 0,-1 1 0,0-1 0,1 1 0,-1-3 0,-4-13 0,1 1 0,1-1 0,0 0 0,2 0 0,0 0 0,2-29 0,2 7 0,16-69 0,-18 103 0,1 0 0,0 0 0,0 0 0,0 0 0,4-7 0,-6 12 0,0-1 0,1 1 0,-1 0 0,0 0 0,0-1 0,0 1 0,1 0 0,-1-1 0,0 1 0,0 0 0,1 0 0,-1-1 0,0 1 0,0 0 0,1 0 0,-1 0 0,0-1 0,1 1 0,-1 0 0,0 0 0,1 0 0,-1 0 0,1 0 0,-1 0 0,0 0 0,1 0 0,-1 0 0,0 0 0,1 0 0,-1 0 0,1 0 0,0 1 0,-1 0 0,1 0 0,0 0 0,0 0 0,-1 0 0,1 0 0,-1 0 0,1 0 0,-1 0 0,1 0 0,-1 0 0,0 1 0,0-1 0,1 0 0,-1 2 0,5 42-47,-2 0 0,-3 77 1,-2-60-1179,2-34-5601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2T09:45:52.19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269 1 24575,'-1'26'0,"-1"-1"0,-1 1 0,-1-1 0,-1 0 0,-2 0 0,0 0 0,-1-1 0,-2 0 0,-15 29 0,8-28 0,-1 0 0,-24 26 0,20-26 0,-28 43 0,45-61 0,-3 6 0,1 0 0,0 0 0,-9 24 0,15-34 0,0 1 0,0-1 0,0 0 0,1 0 0,0 1 0,-1-1 0,1 0 0,0 1 0,1 5 0,0-7 0,-1 0 0,1-1 0,0 1 0,-1-1 0,1 1 0,0 0 0,0-1 0,0 0 0,0 1 0,0-1 0,0 0 0,0 1 0,1-1 0,-1 0 0,0 0 0,1 0 0,-1 0 0,1 0 0,2 1 0,5 1-124,0 0 0,1-1 0,-1 0 0,0-1 0,1 0 0,-1 0-1,0-1 1,1 0 0,-1-1 0,11-2 0,20-3-6702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2T09:45:52.57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 24575,'0'0'-8191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2T09:45:52.97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123 1 24575,'1'85'0,"-3"101"0,-2-154 0,-2-2 0,-1 1 0,-1-1 0,-15 35 0,1 0 0,-17 47-1365,27-72-5461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2T09:45:54.20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31 24575,'0'-1'0,"1"0"0,-1-1 0,1 1 0,-1 0 0,1 0 0,0 0 0,-1 0 0,1 0 0,0 1 0,0-1 0,0 0 0,0 0 0,0 0 0,0 1 0,0-1 0,0 0 0,0 1 0,0-1 0,0 1 0,0-1 0,0 1 0,1 0 0,-1 0 0,0-1 0,0 1 0,3 0 0,38-5 0,-35 4 0,14-1 0,60-2 0,-75 4 0,1 1 0,-1-1 0,0 1 0,0 0 0,0 1 0,-1-1 0,1 1 0,0 0 0,0 0 0,7 5 0,-11-5 0,1 1 0,-1-1 0,1 1 0,-1 0 0,0 0 0,0 0 0,0 0 0,0 0 0,0 0 0,-1 0 0,1 0 0,-1 1 0,0-1 0,0 1 0,0-1 0,-1 1 0,1-1 0,-1 1 0,0-1 0,0 1 0,0 4 0,-1 4 0,0 0 0,-1 0 0,-1 0 0,-6 22 0,-2-5 0,-1 0 0,-1-1 0,-30 47 0,28-49-151,0 1-1,2 0 0,1 1 0,1 1 1,1-1-1,2 2 0,1-1 1,-5 54-1,9-43-6674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2T09:45:54.70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0 120 24575,'0'-2'0,"0"0"0,0 0 0,1 0 0,-1 1 0,0-1 0,1 0 0,0 0 0,-1 1 0,1-1 0,0 0 0,0 1 0,0-1 0,0 1 0,0-1 0,0 1 0,0-1 0,0 1 0,1 0 0,-1-1 0,0 1 0,1 0 0,-1 0 0,1 0 0,-1 0 0,4-1 0,3-1 0,1 0 0,0 0 0,-1 1 0,12-1 0,11-4 0,-29 6 0,29-10 0,1 1 0,1 2 0,-1 1 0,48-4 0,36 11 59,-68 1-771,68-7 0,-79 1-6114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2T10:29:57.93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0 24575,'9'0'0,"8"0"0,10 0 0,6 0 0,5 0 0,2 0 0,3 0 0,-10 0 0,-16 0 0,-15 0 0,-17 0 0,-16 0 0,-7 0 0,-1 0 0,1 0 0,2 0 0,8 0-8191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2T10:29:59.07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 24575,'566'0'-1365,"-528"0"-5461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2T10:30:00.33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28 24575,'4'-3'0,"-1"1"0,1-1 0,0 1 0,0 0 0,1 0 0,-1 0 0,0 0 0,1 1 0,-1-1 0,0 1 0,9-1 0,55-1 0,-48 3 0,341-1 93,-167 2-1551,-155-1-5368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2T10:30:01.29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 24575,'0'4'0,"5"7"0,6 1 0,10-2 0,12 3 0,4-1 0,5-3 0,5-2 0,-1-3 0,-9-2-8191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2T10:30:02.60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 24575,'7'6'0,"0"-1"0,0 0 0,0 0 0,0 0 0,1-1 0,0 0 0,0-1 0,0 0 0,0 0 0,1-1 0,-1 0 0,13 2 0,14-1 0,63 0 0,-64-4 0,115-1 0,111 3 0,-151 12 0,18 1 0,-63-14-1365,-34 0-5461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2T10:30:03.42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 24575,'4'0'0,"7"0"0,11 0 0,10 0 0,5 0 0,5 0 0,1 0 0,-3 0 0,-4 0 0,-3 0 0,2 0 0,5 0 0,-5 0-8191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2T10:30:11.15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 24575,'76'65'-297,"3"-3"-1,111 66 1,-119-82 227,139 78 70,-91-56 0,-68-41 0,2-3 0,0-2 0,59 16 0,68 27 0,-141-45 154,0 2 1,-1 1-1,35 30 0,-23-17 41,-9-2-1415,-26-17-5601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2T10:30:11.67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1443 13 24575,'-1'-2'0,"-1"1"0,0 0 0,1 0 0,-1 0 0,0 0 0,0 0 0,0 0 0,1 0 0,-1 1 0,0-1 0,0 1 0,0-1 0,0 1 0,0 0 0,-1 0 0,1 0 0,0 0 0,0 0 0,0 0 0,0 1 0,0-1 0,0 1 0,0-1 0,0 1 0,0 0 0,1-1 0,-1 1 0,-3 2 0,-6 4 0,1-1 0,0 1 0,-14 14 0,17-15 0,-18 18 0,1 0 0,1 2 0,1 0 0,2 1 0,0 1 0,-24 49 0,22-41 0,-2-1 0,-2-1 0,-1 0 0,-39 35 0,-18 25 0,54-59 0,-1 4 0,-2-1 0,-70 61 0,45-53 0,-119 70 0,36-27-39,85-53-361,-95 49-1,60-38-824,67-35-4901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2T10:30:18.11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25 24575,'10'0'0,"11"0"0,8 0 0,7 0 0,3 0 0,4-4 0,4-2 0,-1 0 0,0 1 0,-7 2-8191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2T10:30:19.33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29 24575,'0'-4'0,"5"-3"0,6 2 0,11 0 0,5 2 0,4 0 0,0 2 0,1 1 0,3 0 0,1 0 0,-1 0 0,2 1 0,0-1 0,3 0 0,4 0 0,-1 0 0,2 0 0,-8 0-8191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2T10:30:20.63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0 24575,'1'1'0,"-1"0"0,0 0 0,0 0 0,1 0 0,-1 0 0,1 0 0,-1 0 0,1-1 0,-1 1 0,1 0 0,0 0 0,-1 0 0,1-1 0,0 1 0,0 0 0,-1-1 0,1 1 0,0-1 0,0 1 0,0-1 0,0 1 0,0-1 0,0 1 0,0-1 0,0 0 0,0 0 0,1 1 0,32 4 0,-30-4 0,344 4 0,-194-8 0,-82 3-1365,-39 0-5461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2T10:30:21.70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 24575,'1'2'0,"-1"0"0,0 1 0,1-1 0,-1 0 0,1 0 0,-1 0 0,1 0 0,0 1 0,0-1 0,0 0 0,0-1 0,1 1 0,-1 0 0,0 0 0,1 0 0,-1-1 0,1 1 0,0-1 0,-1 1 0,1-1 0,0 0 0,0 0 0,0 1 0,0-1 0,0-1 0,0 1 0,0 0 0,0 0 0,1-1 0,3 1 0,9 2 0,-1-1 0,1-1 0,24 0 0,-20-1 0,250 0 115,-104-2-1595,-133 2-5346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2T10:30:22.48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 24575,'1'10'0,"1"0"0,0 1 0,1-1 0,0 0 0,1 0 0,0 0 0,0-1 0,1 1 0,12 15 0,-1 3 0,11 16 0,2-2 0,44 49 0,0 2 0,-27-31-87,101 131-1191,-132-176-5548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2T10:30:22.86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653 1 24575,'1'17'0,"-1"0"0,-1 1 0,-1-1 0,0 0 0,-2 0 0,0 0 0,0 0 0,-2-1 0,0 0 0,-1 0 0,0 0 0,-19 28 0,13-23 0,1 1 0,1 0 0,1 1 0,1 0 0,1 0 0,-9 45 0,10-37 0,-1-1 0,-2 0 0,-18 39 0,8-32-146,-1 0 0,-2-1 0,-29 34 0,-5 2 146,3 2 0,-68 124 0,112-182 99,0-1 1,-13 14 0,15-20-362,0 1 1,1 1 0,0-1 0,0 1 0,-7 18 0,6-4-6078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2T10:33:48.7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1 111 24575,'116'-1'0,"126"3"0,-155 11 0,-54-7 0,36 2 0,-14-7 0,-50-5 0,-11-1 0,-13-3 0,-68-20 0,-27-6 0,71 20 0,42 14 0,-1-1 0,1 1 0,-1-1 0,1 0 0,-1 0 0,1 1 0,0-1 0,0 0 0,-1 0 0,1 0 0,0-1 0,0 1 0,0 0 0,0 0 0,0-1 0,1 1 0,-1 0 0,0-1 0,1 1 0,-1-1 0,0 1 0,1-1 0,0 1 0,-1-3 0,1 3 0,0 1 0,0-1 0,-1 0 0,1 1 0,0-1 0,0 0 0,-1 0 0,1 1 0,-1-1 0,1 1 0,0-1 0,-1 0 0,1 1 0,-1-1 0,1 1 0,-1-1 0,0 1 0,1-1 0,-1 1 0,0 0 0,1-1 0,-1 1 0,0 0 0,1-1 0,-1 1 0,0 0 0,1 0 0,-1 0 0,0 0 0,-1-1 0,-27 0 0,22 1 0,-68-1 0,47 2 0,26 0 0,12 1 0,-6-2 0,0 1 0,-1 0 0,1 0 0,0 0 0,-1 0 0,1 1 0,-1 0 0,1-1 0,-1 1 0,0 0 0,5 4 0,-8-5 0,1-1 0,0 1 0,0 0 0,-1 0 0,1 0 0,0 0 0,-1 0 0,1-1 0,-1 1 0,1 0 0,-1 0 0,1 0 0,-1 1 0,0-1 0,0 0 0,1 0 0,-1 0 0,0 0 0,0 0 0,0 0 0,0 0 0,0 0 0,0 0 0,-1 0 0,1 0 0,0 1 0,0-1 0,-1 0 0,1 0 0,-1 0 0,1 0 0,-1 0 0,1-1 0,-1 1 0,0 0 0,1 0 0,-1 0 0,0 0 0,0-1 0,0 1 0,1 0 0,-1-1 0,-2 2 0,-53 45-1365,39-34-5461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2T10:33:50.7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50 1 24575,'346'0'0,"-522"8"0,157-6 0,-1 2 0,1 0 0,0 1 0,0 1 0,0 1 0,-32 16 0,49-22 0,0 0 0,-1 0 0,1 1 0,1-1 0,-1 0 0,0 1 0,0-1 0,0 1 0,1 0 0,-1-1 0,1 1 0,-1 0 0,1 0 0,0 0 0,-2 4 0,3-6 0,0 1 0,0-1 0,0 1 0,0-1 0,0 1 0,0-1 0,0 1 0,0-1 0,0 1 0,1-1 0,-1 1 0,0-1 0,0 1 0,0-1 0,1 1 0,-1-1 0,0 1 0,1-1 0,-1 0 0,0 1 0,1-1 0,-1 1 0,0-1 0,2 1 0,20 7 0,9-5 0,-1 0 0,35-3 0,-44-1 0,-1 1 0,1 0 0,0 2 0,-1 0 0,1 2 0,-1 0 0,21 8 0,-23-5 0,-4-3 0,-1 2 0,-1-1 0,1 2 0,12 8 0,-25-15 0,1 0 0,-1 0 0,0 0 0,0 0 0,0 0 0,0 0 0,1 0 0,-1 0 0,0 0 0,0 0 0,0 1 0,0-1 0,0 0 0,0 0 0,0 0 0,1 0 0,-1 0 0,0 0 0,0 1 0,0-1 0,0 0 0,0 0 0,0 0 0,0 0 0,0 1 0,0-1 0,0 0 0,0 0 0,0 0 0,0 0 0,0 1 0,0-1 0,0 0 0,0 0 0,0 0 0,0 0 0,0 0 0,0 1 0,0-1 0,0 0 0,0 0 0,0 0 0,0 0 0,-1 0 0,1 1 0,0-1 0,0 0 0,0 0 0,0 0 0,0 0 0,0 0 0,-1 0 0,1 0 0,0 1 0,-14 3 0,-18-2 0,-22-1 0,10 1 0,-83-8 0,126 6 0,1 0 0,0 0 0,0 1 0,0-1 0,-1 0 0,1 0 0,0 0 0,0 0 0,0 0 0,-1 0 0,1-1 0,0 1 0,0 0 0,-1 0 0,1 0 0,0 0 0,0 0 0,0 0 0,-1 0 0,1 0 0,0 0 0,0 0 0,0-1 0,0 1 0,-1 0 0,1 0 0,0 0 0,0 0 0,0-1 0,0 1 0,0 0 0,0 0 0,-1 0 0,1-1 0,0 1 0,0 0 0,0 0 0,0 0 0,0-1 0,0 1 0,0 0 0,0 0 0,0 0 0,0-1 0,0 1 0,10-9 0,17-5 0,13-1 0,1 1 0,49-10 0,-221 22 0,-127 3 0,284-1-1365,5 0-5461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2T10:33:54.3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101 75 24575,'407'0'0,"-399"0"0,1 0 0,-1-1 0,1 0 0,11-2 0,-20 3 0,-1 0 0,1 0 0,0-1 0,0 1 0,0 0 0,-1 0 0,1 0 0,0 0 0,0-1 0,0 1 0,0 0 0,0 0 0,-1 0 0,1-1 0,0 1 0,0 0 0,0 0 0,0 0 0,0-1 0,0 1 0,0 0 0,0 0 0,0-1 0,0 1 0,0 0 0,0 0 0,0-1 0,0 1 0,0 0 0,0 0 0,0-1 0,0 1 0,0 0 0,0 0 0,0 0 0,0-1 0,0 1 0,0 0 0,1 0 0,-1-1 0,0 1 0,0 0 0,0 0 0,0 0 0,1 0 0,-1-1 0,0 1 0,0 0 0,0 0 0,1 0 0,-1 0 0,0 0 0,0 0 0,0 0 0,1-1 0,-1 1 0,1 0 0,-23-5 0,-45-2 0,0 4 0,-70 5 0,29 0 0,-55-2 0,616 0 0,-496-1 0,-16 0 0,-1 3 0,0 1 0,-67 15 0,148-15 0,24-4 0,-16-2 0,61-11 0,-82 12 0,1 0 0,-1 0 0,0-1 0,0 0 0,0-1 0,0 0 0,12-9 0,-10 2-1365,-9 2-5461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2T10:33:48.7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1 111 24575,'116'-1'0,"126"3"0,-155 11 0,-54-7 0,36 2 0,-14-7 0,-50-5 0,-11-1 0,-13-3 0,-68-20 0,-27-6 0,71 20 0,42 14 0,-1-1 0,1 1 0,-1-1 0,1 0 0,-1 0 0,1 1 0,0-1 0,0 0 0,-1 0 0,1 0 0,0-1 0,0 1 0,0 0 0,0 0 0,0-1 0,1 1 0,-1 0 0,0-1 0,1 1 0,-1-1 0,0 1 0,1-1 0,0 1 0,-1-3 0,1 3 0,0 1 0,0-1 0,-1 0 0,1 1 0,0-1 0,0 0 0,-1 0 0,1 1 0,-1-1 0,1 1 0,0-1 0,-1 0 0,1 1 0,-1-1 0,1 1 0,-1-1 0,0 1 0,1-1 0,-1 1 0,0 0 0,1-1 0,-1 1 0,0 0 0,1-1 0,-1 1 0,0 0 0,1 0 0,-1 0 0,0 0 0,-1-1 0,-27 0 0,22 1 0,-68-1 0,47 2 0,26 0 0,12 1 0,-6-2 0,0 1 0,-1 0 0,1 0 0,0 0 0,-1 0 0,1 1 0,-1 0 0,1-1 0,-1 1 0,0 0 0,5 4 0,-8-5 0,1-1 0,0 1 0,0 0 0,-1 0 0,1 0 0,0 0 0,-1 0 0,1-1 0,-1 1 0,1 0 0,-1 0 0,1 0 0,-1 1 0,0-1 0,0 0 0,1 0 0,-1 0 0,0 0 0,0 0 0,0 0 0,0 0 0,0 0 0,0 0 0,-1 0 0,1 0 0,0 1 0,0-1 0,-1 0 0,1 0 0,-1 0 0,1 0 0,-1 0 0,1-1 0,-1 1 0,0 0 0,1 0 0,-1 0 0,0 0 0,0-1 0,0 1 0,1 0 0,-1-1 0,-2 2 0,-53 45-1365,39-34-5461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2T10:33:50.7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50 1 24575,'346'0'0,"-522"8"0,157-6 0,-1 2 0,1 0 0,0 1 0,0 1 0,0 1 0,-32 16 0,49-22 0,0 0 0,-1 0 0,1 1 0,1-1 0,-1 0 0,0 1 0,0-1 0,0 1 0,1 0 0,-1-1 0,1 1 0,-1 0 0,1 0 0,0 0 0,-2 4 0,3-6 0,0 1 0,0-1 0,0 1 0,0-1 0,0 1 0,0-1 0,0 1 0,0-1 0,0 1 0,1-1 0,-1 1 0,0-1 0,0 1 0,0-1 0,1 1 0,-1-1 0,0 1 0,1-1 0,-1 0 0,0 1 0,1-1 0,-1 1 0,0-1 0,2 1 0,20 7 0,9-5 0,-1 0 0,35-3 0,-44-1 0,-1 1 0,1 0 0,0 2 0,-1 0 0,1 2 0,-1 0 0,21 8 0,-23-5 0,-4-3 0,-1 2 0,-1-1 0,1 2 0,12 8 0,-25-15 0,1 0 0,-1 0 0,0 0 0,0 0 0,0 0 0,0 0 0,1 0 0,-1 0 0,0 0 0,0 0 0,0 1 0,0-1 0,0 0 0,0 0 0,0 0 0,1 0 0,-1 0 0,0 0 0,0 1 0,0-1 0,0 0 0,0 0 0,0 0 0,0 0 0,0 1 0,0-1 0,0 0 0,0 0 0,0 0 0,0 0 0,0 1 0,0-1 0,0 0 0,0 0 0,0 0 0,0 0 0,0 0 0,0 1 0,0-1 0,0 0 0,0 0 0,0 0 0,0 0 0,-1 0 0,1 1 0,0-1 0,0 0 0,0 0 0,0 0 0,0 0 0,0 0 0,-1 0 0,1 0 0,0 1 0,-14 3 0,-18-2 0,-22-1 0,10 1 0,-83-8 0,126 6 0,1 0 0,0 0 0,0 1 0,0-1 0,-1 0 0,1 0 0,0 0 0,0 0 0,0 0 0,-1 0 0,1-1 0,0 1 0,0 0 0,-1 0 0,1 0 0,0 0 0,0 0 0,0 0 0,-1 0 0,1 0 0,0 0 0,0 0 0,0-1 0,0 1 0,-1 0 0,1 0 0,0 0 0,0 0 0,0-1 0,0 1 0,0 0 0,0 0 0,-1 0 0,1-1 0,0 1 0,0 0 0,0 0 0,0 0 0,0-1 0,0 1 0,0 0 0,0 0 0,0 0 0,0-1 0,0 1 0,10-9 0,17-5 0,13-1 0,1 1 0,49-10 0,-221 22 0,-127 3 0,284-1-1365,5 0-5461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2T10:33:54.3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101 75 24575,'407'0'0,"-399"0"0,1 0 0,-1-1 0,1 0 0,11-2 0,-20 3 0,-1 0 0,1 0 0,0-1 0,0 1 0,0 0 0,-1 0 0,1 0 0,0 0 0,0-1 0,0 1 0,0 0 0,0 0 0,-1 0 0,1-1 0,0 1 0,0 0 0,0 0 0,0 0 0,0-1 0,0 1 0,0 0 0,0 0 0,0-1 0,0 1 0,0 0 0,0 0 0,0-1 0,0 1 0,0 0 0,0 0 0,0-1 0,0 1 0,0 0 0,0 0 0,0 0 0,0-1 0,0 1 0,0 0 0,1 0 0,-1-1 0,0 1 0,0 0 0,0 0 0,0 0 0,1 0 0,-1-1 0,0 1 0,0 0 0,0 0 0,1 0 0,-1 0 0,0 0 0,0 0 0,0 0 0,1-1 0,-1 1 0,1 0 0,-23-5 0,-45-2 0,0 4 0,-70 5 0,29 0 0,-55-2 0,616 0 0,-496-1 0,-16 0 0,-1 3 0,0 1 0,-67 15 0,148-15 0,24-4 0,-16-2 0,61-11 0,-82 12 0,1 0 0,-1 0 0,0-1 0,0 0 0,0-1 0,0 0 0,12-9 0,-10 2-1365,-9 2-5461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2T10:34:23.44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30 1 24575,'619'0'0,"-1184"0"0,556 0 0,3 0 0,-1-1 0,0 2 0,1-1 0,-1 1 0,1 0 0,-1 0 0,1 0 0,-1 1 0,-6 3 0,13-5 0,0 0 0,0 0 0,0 0 0,0 0 0,0 0 0,-1 0 0,1 0 0,0 0 0,0 0 0,0 0 0,0 0 0,0 0 0,0 0 0,0 1 0,-1-1 0,1 0 0,0 0 0,0 0 0,0 0 0,0 0 0,0 0 0,0 0 0,0 0 0,0 1 0,0-1 0,0 0 0,0 0 0,0 0 0,-1 0 0,1 0 0,0 0 0,0 1 0,0-1 0,0 0 0,0 0 0,0 0 0,0 0 0,0 0 0,0 1 0,0-1 0,1 0 0,-1 0 0,0 0 0,0 0 0,0 0 0,0 0 0,0 1 0,0-1 0,0 0 0,0 0 0,0 0 0,10 4 0,14 1 0,117-2-664,-125-3-37,20 0-6125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2T10:34:25.59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1 140 24575,'378'0'0,"-402"-1"0,0-1 0,1-1 0,-1-1 0,1-2 0,0 0 0,1-1 0,-1-1 0,1-2 0,1 0 0,0-1 0,-29-20 0,8 4 0,42 27 0,0-1 0,-1 1 0,1 0 0,0 0 0,0 0 0,0 0 0,0 0 0,0 0 0,-1-1 0,1 1 0,0 0 0,0 0 0,0 0 0,0 0 0,0-1 0,0 1 0,0 0 0,0 0 0,0 0 0,0-1 0,0 1 0,0 0 0,0 0 0,0 0 0,0 0 0,0-1 0,0 1 0,0 0 0,0 0 0,0 0 0,0-1 0,0 1 0,0 0 0,0 0 0,0 0 0,0 0 0,1-1 0,-1 1 0,0 0 0,0 0 0,0 0 0,0 0 0,0 0 0,1-1 0,10-3 0,15 2 0,-26 2 0,192 1 106,-82 1-1577,-71-1-5355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2T10:34:28.10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276 1 24575,'407'0'0,"-940"0"0,762 0 0,-567 0-1365,298 0-5461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2T10:33:48.7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1 111 24575,'116'-1'0,"126"3"0,-155 11 0,-54-7 0,36 2 0,-14-7 0,-50-5 0,-11-1 0,-13-3 0,-68-20 0,-27-6 0,71 20 0,42 14 0,-1-1 0,1 1 0,-1-1 0,1 0 0,-1 0 0,1 1 0,0-1 0,0 0 0,-1 0 0,1 0 0,0-1 0,0 1 0,0 0 0,0 0 0,0-1 0,1 1 0,-1 0 0,0-1 0,1 1 0,-1-1 0,0 1 0,1-1 0,0 1 0,-1-3 0,1 3 0,0 1 0,0-1 0,-1 0 0,1 1 0,0-1 0,0 0 0,-1 0 0,1 1 0,-1-1 0,1 1 0,0-1 0,-1 0 0,1 1 0,-1-1 0,1 1 0,-1-1 0,0 1 0,1-1 0,-1 1 0,0 0 0,1-1 0,-1 1 0,0 0 0,1-1 0,-1 1 0,0 0 0,1 0 0,-1 0 0,0 0 0,-1-1 0,-27 0 0,22 1 0,-68-1 0,47 2 0,26 0 0,12 1 0,-6-2 0,0 1 0,-1 0 0,1 0 0,0 0 0,-1 0 0,1 1 0,-1 0 0,1-1 0,-1 1 0,0 0 0,5 4 0,-8-5 0,1-1 0,0 1 0,0 0 0,-1 0 0,1 0 0,0 0 0,-1 0 0,1-1 0,-1 1 0,1 0 0,-1 0 0,1 0 0,-1 1 0,0-1 0,0 0 0,1 0 0,-1 0 0,0 0 0,0 0 0,0 0 0,0 0 0,0 0 0,0 0 0,-1 0 0,1 0 0,0 1 0,0-1 0,-1 0 0,1 0 0,-1 0 0,1 0 0,-1 0 0,1-1 0,-1 1 0,0 0 0,1 0 0,-1 0 0,0 0 0,0-1 0,0 1 0,1 0 0,-1-1 0,-2 2 0,-53 45-1365,39-34-5461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2T10:33:50.7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50 1 24575,'346'0'0,"-522"8"0,157-6 0,-1 2 0,1 0 0,0 1 0,0 1 0,0 1 0,-32 16 0,49-22 0,0 0 0,-1 0 0,1 1 0,1-1 0,-1 0 0,0 1 0,0-1 0,0 1 0,1 0 0,-1-1 0,1 1 0,-1 0 0,1 0 0,0 0 0,-2 4 0,3-6 0,0 1 0,0-1 0,0 1 0,0-1 0,0 1 0,0-1 0,0 1 0,0-1 0,0 1 0,1-1 0,-1 1 0,0-1 0,0 1 0,0-1 0,1 1 0,-1-1 0,0 1 0,1-1 0,-1 0 0,0 1 0,1-1 0,-1 1 0,0-1 0,2 1 0,20 7 0,9-5 0,-1 0 0,35-3 0,-44-1 0,-1 1 0,1 0 0,0 2 0,-1 0 0,1 2 0,-1 0 0,21 8 0,-23-5 0,-4-3 0,-1 2 0,-1-1 0,1 2 0,12 8 0,-25-15 0,1 0 0,-1 0 0,0 0 0,0 0 0,0 0 0,0 0 0,1 0 0,-1 0 0,0 0 0,0 0 0,0 1 0,0-1 0,0 0 0,0 0 0,0 0 0,1 0 0,-1 0 0,0 0 0,0 1 0,0-1 0,0 0 0,0 0 0,0 0 0,0 0 0,0 1 0,0-1 0,0 0 0,0 0 0,0 0 0,0 0 0,0 1 0,0-1 0,0 0 0,0 0 0,0 0 0,0 0 0,0 0 0,0 1 0,0-1 0,0 0 0,0 0 0,0 0 0,0 0 0,-1 0 0,1 1 0,0-1 0,0 0 0,0 0 0,0 0 0,0 0 0,0 0 0,-1 0 0,1 0 0,0 1 0,-14 3 0,-18-2 0,-22-1 0,10 1 0,-83-8 0,126 6 0,1 0 0,0 0 0,0 1 0,0-1 0,-1 0 0,1 0 0,0 0 0,0 0 0,0 0 0,-1 0 0,1-1 0,0 1 0,0 0 0,-1 0 0,1 0 0,0 0 0,0 0 0,0 0 0,-1 0 0,1 0 0,0 0 0,0 0 0,0-1 0,0 1 0,-1 0 0,1 0 0,0 0 0,0 0 0,0-1 0,0 1 0,0 0 0,0 0 0,-1 0 0,1-1 0,0 1 0,0 0 0,0 0 0,0 0 0,0-1 0,0 1 0,0 0 0,0 0 0,0 0 0,0-1 0,0 1 0,10-9 0,17-5 0,13-1 0,1 1 0,49-10 0,-221 22 0,-127 3 0,284-1-1365,5 0-5461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2T10:33:54.3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101 75 24575,'407'0'0,"-399"0"0,1 0 0,-1-1 0,1 0 0,11-2 0,-20 3 0,-1 0 0,1 0 0,0-1 0,0 1 0,0 0 0,-1 0 0,1 0 0,0 0 0,0-1 0,0 1 0,0 0 0,0 0 0,-1 0 0,1-1 0,0 1 0,0 0 0,0 0 0,0 0 0,0-1 0,0 1 0,0 0 0,0 0 0,0-1 0,0 1 0,0 0 0,0 0 0,0-1 0,0 1 0,0 0 0,0 0 0,0-1 0,0 1 0,0 0 0,0 0 0,0 0 0,0-1 0,0 1 0,0 0 0,1 0 0,-1-1 0,0 1 0,0 0 0,0 0 0,0 0 0,1 0 0,-1-1 0,0 1 0,0 0 0,0 0 0,1 0 0,-1 0 0,0 0 0,0 0 0,0 0 0,1-1 0,-1 1 0,1 0 0,-23-5 0,-45-2 0,0 4 0,-70 5 0,29 0 0,-55-2 0,616 0 0,-496-1 0,-16 0 0,-1 3 0,0 1 0,-67 15 0,148-15 0,24-4 0,-16-2 0,61-11 0,-82 12 0,1 0 0,-1 0 0,0-1 0,0 0 0,0-1 0,0 0 0,12-9 0,-10 2-1365,-9 2-5461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2T10:34:23.44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30 1 24575,'619'0'0,"-1184"0"0,556 0 0,3 0 0,-1-1 0,0 2 0,1-1 0,-1 1 0,1 0 0,-1 0 0,1 0 0,-1 1 0,-6 3 0,13-5 0,0 0 0,0 0 0,0 0 0,0 0 0,0 0 0,-1 0 0,1 0 0,0 0 0,0 0 0,0 0 0,0 0 0,0 0 0,0 0 0,0 1 0,-1-1 0,1 0 0,0 0 0,0 0 0,0 0 0,0 0 0,0 0 0,0 0 0,0 0 0,0 1 0,0-1 0,0 0 0,0 0 0,0 0 0,-1 0 0,1 0 0,0 0 0,0 1 0,0-1 0,0 0 0,0 0 0,0 0 0,0 0 0,0 0 0,0 1 0,0-1 0,1 0 0,-1 0 0,0 0 0,0 0 0,0 0 0,0 0 0,0 1 0,0-1 0,0 0 0,0 0 0,0 0 0,10 4 0,14 1 0,117-2-664,-125-3-37,20 0-6125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2T10:34:25.59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1 140 24575,'378'0'0,"-402"-1"0,0-1 0,1-1 0,-1-1 0,1-2 0,0 0 0,1-1 0,-1-1 0,1-2 0,1 0 0,0-1 0,-29-20 0,8 4 0,42 27 0,0-1 0,-1 1 0,1 0 0,0 0 0,0 0 0,0 0 0,0 0 0,0 0 0,-1-1 0,1 1 0,0 0 0,0 0 0,0 0 0,0 0 0,0-1 0,0 1 0,0 0 0,0 0 0,0 0 0,0-1 0,0 1 0,0 0 0,0 0 0,0 0 0,0 0 0,0-1 0,0 1 0,0 0 0,0 0 0,0 0 0,0-1 0,0 1 0,0 0 0,0 0 0,0 0 0,0 0 0,1-1 0,-1 1 0,0 0 0,0 0 0,0 0 0,0 0 0,0 0 0,1-1 0,10-3 0,15 2 0,-26 2 0,192 1 106,-82 1-1577,-71-1-5355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2T10:34:28.10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276 1 24575,'407'0'0,"-940"0"0,762 0 0,-567 0-1365,298 0-5461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02T10:34:36.14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25 1,'1535'0,"-2816"0,1250 1,0 2,1 1,-1 1,1 2,0 1,-36 14,37-10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2T11:10:26.56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0 1 24575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2T11:10:26.56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0 1 24575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2T11:10:26.56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0 1 24575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2T11:10:26.56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0 1 24575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2T11:10:26.56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0 1 24575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2T11:10:26.56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0 1 24575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11B14AD7-948D-4808-B863-ACB0BC42A010}" type="datetimeFigureOut">
              <a:rPr lang="uk-UA" smtClean="0"/>
              <a:t>02.04.2025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F56FE995-43D0-4BD9-B910-8131689B6903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49829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14AD7-948D-4808-B863-ACB0BC42A010}" type="datetimeFigureOut">
              <a:rPr lang="uk-UA" smtClean="0"/>
              <a:t>02.04.2025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FE995-43D0-4BD9-B910-8131689B6903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91463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11B14AD7-948D-4808-B863-ACB0BC42A010}" type="datetimeFigureOut">
              <a:rPr lang="uk-UA" smtClean="0"/>
              <a:t>02.04.2025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F56FE995-43D0-4BD9-B910-8131689B6903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58515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14AD7-948D-4808-B863-ACB0BC42A010}" type="datetimeFigureOut">
              <a:rPr lang="uk-UA" smtClean="0"/>
              <a:t>02.04.2025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FE995-43D0-4BD9-B910-8131689B6903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25055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14AD7-948D-4808-B863-ACB0BC42A010}" type="datetimeFigureOut">
              <a:rPr lang="uk-UA" smtClean="0"/>
              <a:t>02.04.2025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FE995-43D0-4BD9-B910-8131689B6903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28761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14AD7-948D-4808-B863-ACB0BC42A010}" type="datetimeFigureOut">
              <a:rPr lang="uk-UA" smtClean="0"/>
              <a:t>02.04.2025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FE995-43D0-4BD9-B910-8131689B6903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25176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14AD7-948D-4808-B863-ACB0BC42A010}" type="datetimeFigureOut">
              <a:rPr lang="uk-UA" smtClean="0"/>
              <a:t>02.04.2025</a:t>
            </a:fld>
            <a:endParaRPr lang="uk-U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FE995-43D0-4BD9-B910-8131689B6903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26724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14AD7-948D-4808-B863-ACB0BC42A010}" type="datetimeFigureOut">
              <a:rPr lang="uk-UA" smtClean="0"/>
              <a:t>02.04.2025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FE995-43D0-4BD9-B910-8131689B6903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61705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14AD7-948D-4808-B863-ACB0BC42A010}" type="datetimeFigureOut">
              <a:rPr lang="uk-UA" smtClean="0"/>
              <a:t>02.04.2025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FE995-43D0-4BD9-B910-8131689B6903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38424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 фотографія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14AD7-948D-4808-B863-ACB0BC42A010}" type="datetimeFigureOut">
              <a:rPr lang="uk-UA" smtClean="0"/>
              <a:t>02.04.2025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FE995-43D0-4BD9-B910-8131689B6903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8126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Назва та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11B14AD7-948D-4808-B863-ACB0BC42A010}" type="datetimeFigureOut">
              <a:rPr lang="uk-UA" smtClean="0"/>
              <a:t>02.04.2025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F56FE995-43D0-4BD9-B910-8131689B6903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710471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Цитата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11B14AD7-948D-4808-B863-ACB0BC42A010}" type="datetimeFigureOut">
              <a:rPr lang="uk-UA" smtClean="0"/>
              <a:t>02.04.2025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F56FE995-43D0-4BD9-B910-8131689B6903}" type="slidenum">
              <a:rPr lang="uk-UA" smtClean="0"/>
              <a:t>‹№›</a:t>
            </a:fld>
            <a:endParaRPr lang="uk-UA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630391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Картка назв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11B14AD7-948D-4808-B863-ACB0BC42A010}" type="datetimeFigureOut">
              <a:rPr lang="uk-UA" smtClean="0"/>
              <a:t>02.04.2025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F56FE995-43D0-4BD9-B910-8131689B6903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116037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14AD7-948D-4808-B863-ACB0BC42A010}" type="datetimeFigureOut">
              <a:rPr lang="uk-UA" smtClean="0"/>
              <a:t>02.04.2025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FE995-43D0-4BD9-B910-8131689B6903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25348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колонки з малю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14AD7-948D-4808-B863-ACB0BC42A010}" type="datetimeFigureOut">
              <a:rPr lang="uk-UA" smtClean="0"/>
              <a:t>02.04.2025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FE995-43D0-4BD9-B910-8131689B6903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051138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14AD7-948D-4808-B863-ACB0BC42A010}" type="datetimeFigureOut">
              <a:rPr lang="uk-UA" smtClean="0"/>
              <a:t>02.04.2025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FE995-43D0-4BD9-B910-8131689B6903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007302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11B14AD7-948D-4808-B863-ACB0BC42A010}" type="datetimeFigureOut">
              <a:rPr lang="uk-UA" smtClean="0"/>
              <a:t>02.04.2025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F56FE995-43D0-4BD9-B910-8131689B6903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28587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B14AD7-948D-4808-B863-ACB0BC42A010}" type="datetimeFigureOut">
              <a:rPr lang="uk-UA" smtClean="0"/>
              <a:t>02.04.2025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6FE995-43D0-4BD9-B910-8131689B6903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776122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13.png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3" Type="http://schemas.openxmlformats.org/officeDocument/2006/relationships/image" Target="../media/image8.png"/><Relationship Id="rId21" Type="http://schemas.openxmlformats.org/officeDocument/2006/relationships/image" Target="../media/image17.png"/><Relationship Id="rId7" Type="http://schemas.openxmlformats.org/officeDocument/2006/relationships/image" Target="../media/image10.png"/><Relationship Id="rId12" Type="http://schemas.openxmlformats.org/officeDocument/2006/relationships/customXml" Target="../ink/ink6.xml"/><Relationship Id="rId17" Type="http://schemas.openxmlformats.org/officeDocument/2006/relationships/image" Target="../media/image15.png"/><Relationship Id="rId25" Type="http://schemas.openxmlformats.org/officeDocument/2006/relationships/image" Target="../media/image19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12.png"/><Relationship Id="rId24" Type="http://schemas.openxmlformats.org/officeDocument/2006/relationships/customXml" Target="../ink/ink12.xml"/><Relationship Id="rId5" Type="http://schemas.openxmlformats.org/officeDocument/2006/relationships/image" Target="../media/image9.png"/><Relationship Id="rId15" Type="http://schemas.openxmlformats.org/officeDocument/2006/relationships/image" Target="../media/image14.png"/><Relationship Id="rId23" Type="http://schemas.openxmlformats.org/officeDocument/2006/relationships/image" Target="../media/image18.png"/><Relationship Id="rId10" Type="http://schemas.openxmlformats.org/officeDocument/2006/relationships/customXml" Target="../ink/ink5.xml"/><Relationship Id="rId19" Type="http://schemas.openxmlformats.org/officeDocument/2006/relationships/image" Target="../media/image16.png"/><Relationship Id="rId4" Type="http://schemas.openxmlformats.org/officeDocument/2006/relationships/customXml" Target="../ink/ink2.xml"/><Relationship Id="rId9" Type="http://schemas.openxmlformats.org/officeDocument/2006/relationships/image" Target="../media/image11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6.png"/><Relationship Id="rId18" Type="http://schemas.openxmlformats.org/officeDocument/2006/relationships/customXml" Target="../ink/ink22.xml"/><Relationship Id="rId26" Type="http://schemas.openxmlformats.org/officeDocument/2006/relationships/customXml" Target="../ink/ink26.xml"/><Relationship Id="rId39" Type="http://schemas.openxmlformats.org/officeDocument/2006/relationships/image" Target="../media/image37.png"/><Relationship Id="rId21" Type="http://schemas.openxmlformats.org/officeDocument/2006/relationships/image" Target="../media/image29.png"/><Relationship Id="rId34" Type="http://schemas.openxmlformats.org/officeDocument/2006/relationships/customXml" Target="../ink/ink30.xml"/><Relationship Id="rId7" Type="http://schemas.openxmlformats.org/officeDocument/2006/relationships/image" Target="../media/image23.png"/><Relationship Id="rId12" Type="http://schemas.openxmlformats.org/officeDocument/2006/relationships/customXml" Target="../ink/ink19.xml"/><Relationship Id="rId17" Type="http://schemas.openxmlformats.org/officeDocument/2006/relationships/image" Target="../media/image15.png"/><Relationship Id="rId25" Type="http://schemas.openxmlformats.org/officeDocument/2006/relationships/image" Target="../media/image31.png"/><Relationship Id="rId33" Type="http://schemas.openxmlformats.org/officeDocument/2006/relationships/image" Target="../media/image34.png"/><Relationship Id="rId38" Type="http://schemas.openxmlformats.org/officeDocument/2006/relationships/customXml" Target="../ink/ink32.xml"/><Relationship Id="rId2" Type="http://schemas.openxmlformats.org/officeDocument/2006/relationships/customXml" Target="../ink/ink14.xml"/><Relationship Id="rId16" Type="http://schemas.openxmlformats.org/officeDocument/2006/relationships/customXml" Target="../ink/ink21.xml"/><Relationship Id="rId20" Type="http://schemas.openxmlformats.org/officeDocument/2006/relationships/customXml" Target="../ink/ink23.xml"/><Relationship Id="rId29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6.xml"/><Relationship Id="rId11" Type="http://schemas.openxmlformats.org/officeDocument/2006/relationships/image" Target="../media/image25.png"/><Relationship Id="rId24" Type="http://schemas.openxmlformats.org/officeDocument/2006/relationships/customXml" Target="../ink/ink25.xml"/><Relationship Id="rId32" Type="http://schemas.openxmlformats.org/officeDocument/2006/relationships/customXml" Target="../ink/ink29.xml"/><Relationship Id="rId37" Type="http://schemas.openxmlformats.org/officeDocument/2006/relationships/image" Target="../media/image36.png"/><Relationship Id="rId5" Type="http://schemas.openxmlformats.org/officeDocument/2006/relationships/image" Target="../media/image22.png"/><Relationship Id="rId15" Type="http://schemas.openxmlformats.org/officeDocument/2006/relationships/image" Target="../media/image27.png"/><Relationship Id="rId23" Type="http://schemas.openxmlformats.org/officeDocument/2006/relationships/image" Target="../media/image30.png"/><Relationship Id="rId28" Type="http://schemas.openxmlformats.org/officeDocument/2006/relationships/customXml" Target="../ink/ink27.xml"/><Relationship Id="rId36" Type="http://schemas.openxmlformats.org/officeDocument/2006/relationships/customXml" Target="../ink/ink31.xml"/><Relationship Id="rId10" Type="http://schemas.openxmlformats.org/officeDocument/2006/relationships/customXml" Target="../ink/ink18.xml"/><Relationship Id="rId19" Type="http://schemas.openxmlformats.org/officeDocument/2006/relationships/image" Target="../media/image28.png"/><Relationship Id="rId31" Type="http://schemas.openxmlformats.org/officeDocument/2006/relationships/image" Target="../media/image33.png"/><Relationship Id="rId4" Type="http://schemas.openxmlformats.org/officeDocument/2006/relationships/customXml" Target="../ink/ink15.xml"/><Relationship Id="rId9" Type="http://schemas.openxmlformats.org/officeDocument/2006/relationships/image" Target="../media/image24.png"/><Relationship Id="rId14" Type="http://schemas.openxmlformats.org/officeDocument/2006/relationships/customXml" Target="../ink/ink20.xml"/><Relationship Id="rId22" Type="http://schemas.openxmlformats.org/officeDocument/2006/relationships/customXml" Target="../ink/ink24.xml"/><Relationship Id="rId27" Type="http://schemas.openxmlformats.org/officeDocument/2006/relationships/image" Target="../media/image20.png"/><Relationship Id="rId30" Type="http://schemas.openxmlformats.org/officeDocument/2006/relationships/customXml" Target="../ink/ink28.xml"/><Relationship Id="rId35" Type="http://schemas.openxmlformats.org/officeDocument/2006/relationships/image" Target="../media/image35.png"/><Relationship Id="rId8" Type="http://schemas.openxmlformats.org/officeDocument/2006/relationships/customXml" Target="../ink/ink17.xml"/><Relationship Id="rId3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aitbutwhy.com/table/can-you-guess-what-other-readers-are-guessing-results" TargetMode="External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customXml" Target="../ink/ink36.xml"/><Relationship Id="rId13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4.png"/><Relationship Id="rId12" Type="http://schemas.openxmlformats.org/officeDocument/2006/relationships/customXml" Target="../ink/ink38.xml"/><Relationship Id="rId17" Type="http://schemas.openxmlformats.org/officeDocument/2006/relationships/image" Target="../media/image49.png"/><Relationship Id="rId2" Type="http://schemas.openxmlformats.org/officeDocument/2006/relationships/customXml" Target="../ink/ink33.xml"/><Relationship Id="rId16" Type="http://schemas.openxmlformats.org/officeDocument/2006/relationships/customXml" Target="../ink/ink4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5.xml"/><Relationship Id="rId11" Type="http://schemas.openxmlformats.org/officeDocument/2006/relationships/image" Target="../media/image46.png"/><Relationship Id="rId5" Type="http://schemas.openxmlformats.org/officeDocument/2006/relationships/image" Target="../media/image43.png"/><Relationship Id="rId15" Type="http://schemas.openxmlformats.org/officeDocument/2006/relationships/image" Target="../media/image48.png"/><Relationship Id="rId10" Type="http://schemas.openxmlformats.org/officeDocument/2006/relationships/customXml" Target="../ink/ink37.xml"/><Relationship Id="rId4" Type="http://schemas.openxmlformats.org/officeDocument/2006/relationships/customXml" Target="../ink/ink34.xml"/><Relationship Id="rId9" Type="http://schemas.openxmlformats.org/officeDocument/2006/relationships/image" Target="../media/image45.png"/><Relationship Id="rId14" Type="http://schemas.openxmlformats.org/officeDocument/2006/relationships/customXml" Target="../ink/ink39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customXml" Target="../ink/ink44.xml"/><Relationship Id="rId13" Type="http://schemas.openxmlformats.org/officeDocument/2006/relationships/image" Target="../media/image55.png"/><Relationship Id="rId3" Type="http://schemas.openxmlformats.org/officeDocument/2006/relationships/image" Target="../media/image50.png"/><Relationship Id="rId7" Type="http://schemas.openxmlformats.org/officeDocument/2006/relationships/image" Target="../media/image52.png"/><Relationship Id="rId12" Type="http://schemas.openxmlformats.org/officeDocument/2006/relationships/customXml" Target="../ink/ink46.xml"/><Relationship Id="rId2" Type="http://schemas.openxmlformats.org/officeDocument/2006/relationships/customXml" Target="../ink/ink4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3.xml"/><Relationship Id="rId11" Type="http://schemas.openxmlformats.org/officeDocument/2006/relationships/image" Target="../media/image54.png"/><Relationship Id="rId5" Type="http://schemas.openxmlformats.org/officeDocument/2006/relationships/image" Target="../media/image51.png"/><Relationship Id="rId10" Type="http://schemas.openxmlformats.org/officeDocument/2006/relationships/customXml" Target="../ink/ink45.xml"/><Relationship Id="rId4" Type="http://schemas.openxmlformats.org/officeDocument/2006/relationships/customXml" Target="../ink/ink42.xml"/><Relationship Id="rId9" Type="http://schemas.openxmlformats.org/officeDocument/2006/relationships/image" Target="../media/image53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customXml" Target="../ink/ink47.xml"/><Relationship Id="rId7" Type="http://schemas.openxmlformats.org/officeDocument/2006/relationships/customXml" Target="../ink/ink49.xml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customXml" Target="../ink/ink48.xml"/><Relationship Id="rId4" Type="http://schemas.openxmlformats.org/officeDocument/2006/relationships/image" Target="../media/image57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customXml" Target="../ink/ink55.xml"/><Relationship Id="rId3" Type="http://schemas.openxmlformats.org/officeDocument/2006/relationships/customXml" Target="../ink/ink50.xml"/><Relationship Id="rId7" Type="http://schemas.openxmlformats.org/officeDocument/2006/relationships/customXml" Target="../ink/ink52.xml"/><Relationship Id="rId12" Type="http://schemas.openxmlformats.org/officeDocument/2006/relationships/image" Target="../media/image65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11" Type="http://schemas.openxmlformats.org/officeDocument/2006/relationships/customXml" Target="../ink/ink54.xml"/><Relationship Id="rId5" Type="http://schemas.openxmlformats.org/officeDocument/2006/relationships/customXml" Target="../ink/ink51.xml"/><Relationship Id="rId10" Type="http://schemas.openxmlformats.org/officeDocument/2006/relationships/image" Target="../media/image64.png"/><Relationship Id="rId4" Type="http://schemas.openxmlformats.org/officeDocument/2006/relationships/image" Target="../media/image61.png"/><Relationship Id="rId9" Type="http://schemas.openxmlformats.org/officeDocument/2006/relationships/customXml" Target="../ink/ink53.xml"/><Relationship Id="rId14" Type="http://schemas.openxmlformats.org/officeDocument/2006/relationships/image" Target="../media/image66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customXml" Target="../ink/ink61.xml"/><Relationship Id="rId3" Type="http://schemas.openxmlformats.org/officeDocument/2006/relationships/customXml" Target="../ink/ink56.xml"/><Relationship Id="rId7" Type="http://schemas.openxmlformats.org/officeDocument/2006/relationships/customXml" Target="../ink/ink58.xml"/><Relationship Id="rId12" Type="http://schemas.openxmlformats.org/officeDocument/2006/relationships/image" Target="../media/image69.png"/><Relationship Id="rId2" Type="http://schemas.openxmlformats.org/officeDocument/2006/relationships/image" Target="../media/image67.png"/><Relationship Id="rId16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11" Type="http://schemas.openxmlformats.org/officeDocument/2006/relationships/customXml" Target="../ink/ink60.xml"/><Relationship Id="rId5" Type="http://schemas.openxmlformats.org/officeDocument/2006/relationships/customXml" Target="../ink/ink57.xml"/><Relationship Id="rId15" Type="http://schemas.openxmlformats.org/officeDocument/2006/relationships/customXml" Target="../ink/ink62.xml"/><Relationship Id="rId10" Type="http://schemas.openxmlformats.org/officeDocument/2006/relationships/image" Target="../media/image68.png"/><Relationship Id="rId4" Type="http://schemas.openxmlformats.org/officeDocument/2006/relationships/image" Target="../media/image61.png"/><Relationship Id="rId9" Type="http://schemas.openxmlformats.org/officeDocument/2006/relationships/customXml" Target="../ink/ink59.xml"/><Relationship Id="rId14" Type="http://schemas.openxmlformats.org/officeDocument/2006/relationships/image" Target="../media/image66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blogs.cornell.edu/info2040/2017/09/19/game-theory-in-game-of-thrones-season-1/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customXml" Target="../ink/ink63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customXml" Target="../ink/ink64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customXml" Target="../ink/ink65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customXml" Target="../ink/ink66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customXml" Target="../ink/ink67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customXml" Target="../ink/ink68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2BFCDE-D2F2-DE6C-4EFE-965A4A6E37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uk-UA" dirty="0"/>
              <a:t>Лекція 7. Елементи Теорії Ігор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C12DEAD8-C166-4892-FF65-8DF8B37E4C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rPr lang="uk-UA" dirty="0"/>
              <a:t>Вступ до теорії ігор, типи ігор та стратегій</a:t>
            </a:r>
            <a:r>
              <a:rPr lang="en-US" dirty="0"/>
              <a:t>, </a:t>
            </a:r>
            <a:r>
              <a:rPr lang="uk-UA" dirty="0"/>
              <a:t>ігри з нульовою сумою. Матричні ігри двох осіб та рівновага </a:t>
            </a:r>
            <a:r>
              <a:rPr lang="uk-UA" dirty="0" err="1"/>
              <a:t>Неша</a:t>
            </a:r>
            <a:r>
              <a:rPr lang="uk-UA" dirty="0"/>
              <a:t>, </a:t>
            </a:r>
            <a:r>
              <a:rPr lang="en-US" dirty="0" err="1"/>
              <a:t>nashpy</a:t>
            </a:r>
            <a:r>
              <a:rPr lang="en-US" dirty="0"/>
              <a:t> </a:t>
            </a:r>
            <a:r>
              <a:rPr lang="uk-UA" dirty="0"/>
              <a:t>для знаходження рівноваги </a:t>
            </a:r>
            <a:r>
              <a:rPr lang="uk-UA" dirty="0" err="1"/>
              <a:t>Неша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820202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402403-84D2-618F-7D8E-E9105CDFC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Що таке теорія ігор?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7B8E363F-4E74-DBB8-F4E3-5E577BD6D9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uk-UA" dirty="0">
                <a:solidFill>
                  <a:srgbClr val="0070C0"/>
                </a:solidFill>
              </a:rPr>
              <a:t>Теорія ігор</a:t>
            </a:r>
            <a:r>
              <a:rPr lang="uk-UA" dirty="0"/>
              <a:t> (</a:t>
            </a:r>
            <a:r>
              <a:rPr lang="en-US" dirty="0"/>
              <a:t>game theory</a:t>
            </a:r>
            <a:r>
              <a:rPr lang="uk-UA" dirty="0"/>
              <a:t>)– це наука про прийняття стратегічних рішень </a:t>
            </a:r>
            <a:r>
              <a:rPr lang="uk-UA" b="1" dirty="0"/>
              <a:t>раціональними</a:t>
            </a:r>
            <a:r>
              <a:rPr lang="uk-UA" dirty="0"/>
              <a:t> гравцями.</a:t>
            </a:r>
          </a:p>
          <a:p>
            <a:pPr marL="0" indent="0">
              <a:buNone/>
            </a:pPr>
            <a:r>
              <a:rPr lang="uk-UA" dirty="0"/>
              <a:t>Логічною основою теорії ігор є формалізація трьох понять, які входять в її строге визначення і є фундаментальними для всієї теорії:</a:t>
            </a:r>
          </a:p>
          <a:p>
            <a:pPr marL="457200" indent="-457200">
              <a:buFont typeface="+mj-lt"/>
              <a:buAutoNum type="arabicPeriod"/>
            </a:pPr>
            <a:r>
              <a:rPr lang="uk-UA" dirty="0"/>
              <a:t>Конфлікт;</a:t>
            </a:r>
          </a:p>
          <a:p>
            <a:pPr marL="457200" indent="-457200">
              <a:buFont typeface="+mj-lt"/>
              <a:buAutoNum type="arabicPeriod"/>
            </a:pPr>
            <a:r>
              <a:rPr lang="uk-UA" dirty="0"/>
              <a:t>Прийняття рішення в конфлікті;</a:t>
            </a:r>
          </a:p>
          <a:p>
            <a:pPr marL="457200" indent="-457200">
              <a:buFont typeface="+mj-lt"/>
              <a:buAutoNum type="arabicPeriod"/>
            </a:pPr>
            <a:r>
              <a:rPr lang="uk-UA" dirty="0"/>
              <a:t>Оптимальність прийнятого рішення.</a:t>
            </a:r>
          </a:p>
          <a:p>
            <a:pPr marL="0" indent="0">
              <a:buNone/>
            </a:pPr>
            <a:endParaRPr lang="uk-UA" dirty="0"/>
          </a:p>
          <a:p>
            <a:pPr marL="0" indent="0">
              <a:buNone/>
            </a:pPr>
            <a:r>
              <a:rPr lang="uk-UA" dirty="0"/>
              <a:t>Ця галузь науки виникла у ХХ ст. завдяки </a:t>
            </a:r>
            <a:r>
              <a:rPr lang="uk-UA" dirty="0" err="1"/>
              <a:t>Дж</a:t>
            </a:r>
            <a:r>
              <a:rPr lang="uk-UA" dirty="0"/>
              <a:t>. фон </a:t>
            </a:r>
            <a:r>
              <a:rPr lang="uk-UA" dirty="0" err="1"/>
              <a:t>Нойману</a:t>
            </a:r>
            <a:r>
              <a:rPr lang="uk-UA" dirty="0"/>
              <a:t>, який мав на меті формалізувати економічні процеси завдяки строгим математичним поняттям.</a:t>
            </a:r>
          </a:p>
        </p:txBody>
      </p:sp>
    </p:spTree>
    <p:extLst>
      <p:ext uri="{BB962C8B-B14F-4D97-AF65-F5344CB8AC3E}">
        <p14:creationId xmlns:p14="http://schemas.microsoft.com/office/powerpoint/2010/main" val="8727474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85424F-BD77-3F9D-512E-F92AD8C0A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1611" y="604987"/>
            <a:ext cx="8610600" cy="1293028"/>
          </a:xfrm>
        </p:spPr>
        <p:txBody>
          <a:bodyPr/>
          <a:lstStyle/>
          <a:p>
            <a:r>
              <a:rPr lang="uk-UA" dirty="0"/>
              <a:t>Основоположники ТІ</a:t>
            </a:r>
          </a:p>
        </p:txBody>
      </p:sp>
      <p:pic>
        <p:nvPicPr>
          <p:cNvPr id="5" name="Місце для вмісту 4" descr="Зображення, що містить особа, Обличчя людини, одежа, костюм&#10;&#10;Вміст, створений ШІ, може бути неправильним.">
            <a:extLst>
              <a:ext uri="{FF2B5EF4-FFF2-40B4-BE49-F238E27FC236}">
                <a16:creationId xmlns:a16="http://schemas.microsoft.com/office/drawing/2014/main" id="{3936BDAD-FB03-8B6D-7701-CE7A7A09FD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984" y="1762273"/>
            <a:ext cx="4453255" cy="2899421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CC89CA-F4C8-A4A1-4462-4274B4D0287A}"/>
              </a:ext>
            </a:extLst>
          </p:cNvPr>
          <p:cNvSpPr txBox="1"/>
          <p:nvPr/>
        </p:nvSpPr>
        <p:spPr>
          <a:xfrm>
            <a:off x="609600" y="4815840"/>
            <a:ext cx="16357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Джон </a:t>
            </a:r>
            <a:r>
              <a:rPr lang="uk-UA" dirty="0" err="1"/>
              <a:t>Неш</a:t>
            </a:r>
            <a:endParaRPr lang="uk-UA" dirty="0"/>
          </a:p>
          <a:p>
            <a:r>
              <a:rPr lang="en-US" dirty="0"/>
              <a:t>John Nash</a:t>
            </a:r>
          </a:p>
          <a:p>
            <a:r>
              <a:rPr lang="en-US" dirty="0"/>
              <a:t>(1928 - 2015)</a:t>
            </a:r>
            <a:endParaRPr lang="uk-U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7DC8E4-4FEC-DBB8-B22E-A088485CA33E}"/>
              </a:ext>
            </a:extLst>
          </p:cNvPr>
          <p:cNvSpPr txBox="1"/>
          <p:nvPr/>
        </p:nvSpPr>
        <p:spPr>
          <a:xfrm>
            <a:off x="2741611" y="4820920"/>
            <a:ext cx="24298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Джон фон </a:t>
            </a:r>
            <a:r>
              <a:rPr lang="uk-UA" dirty="0" err="1"/>
              <a:t>Нойман</a:t>
            </a:r>
            <a:endParaRPr lang="en-US" dirty="0"/>
          </a:p>
          <a:p>
            <a:r>
              <a:rPr lang="en-US" dirty="0"/>
              <a:t>John von Neumann</a:t>
            </a:r>
          </a:p>
          <a:p>
            <a:r>
              <a:rPr lang="en-US" dirty="0"/>
              <a:t>(1903 - 1957)</a:t>
            </a:r>
            <a:endParaRPr lang="uk-U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87D583-AECD-3E1C-4BFE-775D7998DDA6}"/>
              </a:ext>
            </a:extLst>
          </p:cNvPr>
          <p:cNvSpPr txBox="1"/>
          <p:nvPr/>
        </p:nvSpPr>
        <p:spPr>
          <a:xfrm>
            <a:off x="5286048" y="1603047"/>
            <a:ext cx="639096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1600" dirty="0"/>
              <a:t>Взагалі кажучи, теорію ігор як математичну дисципліну започатковано одночасно з теорією ймовірностей у середині </a:t>
            </a:r>
            <a:r>
              <a:rPr lang="en-US" sz="1600" dirty="0"/>
              <a:t>XVII </a:t>
            </a:r>
            <a:r>
              <a:rPr lang="uk-UA" sz="1600" dirty="0"/>
              <a:t>ст. Поштовхом до розвитку та нових розробок  у цій галузі була праця </a:t>
            </a:r>
            <a:r>
              <a:rPr lang="uk-UA" sz="1600" dirty="0" err="1"/>
              <a:t>Дж</a:t>
            </a:r>
            <a:r>
              <a:rPr lang="uk-UA" sz="1600" dirty="0"/>
              <a:t>. фон </a:t>
            </a:r>
            <a:r>
              <a:rPr lang="uk-UA" sz="1600" dirty="0" err="1"/>
              <a:t>Ноймана</a:t>
            </a:r>
            <a:r>
              <a:rPr lang="uk-UA" sz="1600" dirty="0"/>
              <a:t> «До теорії стратегічних ігор» (1928) і книга </a:t>
            </a:r>
            <a:r>
              <a:rPr lang="uk-UA" sz="1600" dirty="0" err="1"/>
              <a:t>Дж</a:t>
            </a:r>
            <a:r>
              <a:rPr lang="uk-UA" sz="1600" dirty="0"/>
              <a:t>. фон </a:t>
            </a:r>
            <a:r>
              <a:rPr lang="uk-UA" sz="1600" dirty="0" err="1"/>
              <a:t>Неймана</a:t>
            </a:r>
            <a:r>
              <a:rPr lang="uk-UA" sz="1600" dirty="0"/>
              <a:t> та О. Моргенштерна «Теорія ігор і економічна поведінка» (1944). ТІ від початку була спрямована на розв’язок задач щодо прийняття рішень у конкурентній економіці. </a:t>
            </a:r>
          </a:p>
          <a:p>
            <a:endParaRPr lang="uk-UA" dirty="0"/>
          </a:p>
          <a:p>
            <a:r>
              <a:rPr lang="uk-UA" sz="1600" dirty="0"/>
              <a:t>Фон </a:t>
            </a:r>
            <a:r>
              <a:rPr lang="uk-UA" sz="1600" dirty="0" err="1"/>
              <a:t>Нойман</a:t>
            </a:r>
            <a:r>
              <a:rPr lang="uk-UA" sz="1600" dirty="0"/>
              <a:t> придумав метод </a:t>
            </a:r>
            <a:r>
              <a:rPr lang="uk-UA" sz="1600" dirty="0" err="1"/>
              <a:t>мінімаксу</a:t>
            </a:r>
            <a:r>
              <a:rPr lang="uk-UA" sz="1600" dirty="0"/>
              <a:t>, який дозволяв розв’язувати </a:t>
            </a:r>
            <a:r>
              <a:rPr lang="uk-UA" sz="1600" b="1" dirty="0"/>
              <a:t>ігри з нульовою сумою</a:t>
            </a:r>
            <a:r>
              <a:rPr lang="uk-UA" sz="1600" dirty="0"/>
              <a:t>, де один гравець обов’язково виграє, а інший – програє. Класичний приклад – "Камінь, ножиці, папір".</a:t>
            </a:r>
            <a:endParaRPr lang="uk-UA" dirty="0"/>
          </a:p>
          <a:p>
            <a:r>
              <a:rPr lang="uk-UA" sz="1600" dirty="0"/>
              <a:t>Але ігри з нульовою сумою – це досить обмежений клас ігор, а для інших метод фон </a:t>
            </a:r>
            <a:r>
              <a:rPr lang="uk-UA" sz="1600" dirty="0" err="1"/>
              <a:t>Ноймана</a:t>
            </a:r>
            <a:r>
              <a:rPr lang="uk-UA" sz="1600" dirty="0"/>
              <a:t> не працював.</a:t>
            </a:r>
          </a:p>
          <a:p>
            <a:endParaRPr lang="uk-UA" dirty="0"/>
          </a:p>
          <a:p>
            <a:r>
              <a:rPr lang="uk-UA" sz="1600" dirty="0"/>
              <a:t>Джон </a:t>
            </a:r>
            <a:r>
              <a:rPr lang="uk-UA" sz="1600" dirty="0" err="1"/>
              <a:t>Неш</a:t>
            </a:r>
            <a:r>
              <a:rPr lang="uk-UA" sz="1600" dirty="0"/>
              <a:t> запропонував ідею </a:t>
            </a:r>
            <a:r>
              <a:rPr lang="uk-UA" sz="1600" b="1" dirty="0"/>
              <a:t>рівноваги </a:t>
            </a:r>
            <a:r>
              <a:rPr lang="uk-UA" sz="1600" b="1" dirty="0" err="1"/>
              <a:t>Неша</a:t>
            </a:r>
            <a:r>
              <a:rPr lang="uk-UA" sz="1600" b="1" dirty="0"/>
              <a:t> </a:t>
            </a:r>
            <a:r>
              <a:rPr lang="uk-UA" sz="1600" dirty="0"/>
              <a:t>– таку точку в грі (набір стратегій), в якій жоден гравець не може покращити свій виграш, одноосібно змінивши свою стратегію.</a:t>
            </a:r>
          </a:p>
        </p:txBody>
      </p:sp>
    </p:spTree>
    <p:extLst>
      <p:ext uri="{BB962C8B-B14F-4D97-AF65-F5344CB8AC3E}">
        <p14:creationId xmlns:p14="http://schemas.microsoft.com/office/powerpoint/2010/main" val="38039595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759495-5819-AD19-E31E-9E5D4E8CC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Стратегії у Шахах</a:t>
            </a:r>
          </a:p>
        </p:txBody>
      </p:sp>
      <p:pic>
        <p:nvPicPr>
          <p:cNvPr id="5" name="Місце для вмісту 4" descr="Зображення, що містить ескіз, малюнок, схема, Лінійне мистецтво&#10;&#10;Вміст, створений ШІ, може бути неправильним.">
            <a:extLst>
              <a:ext uri="{FF2B5EF4-FFF2-40B4-BE49-F238E27FC236}">
                <a16:creationId xmlns:a16="http://schemas.microsoft.com/office/drawing/2014/main" id="{3BA08004-D023-3E49-0DA2-6DEC672FF8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837" y="197741"/>
            <a:ext cx="6278323" cy="6462518"/>
          </a:xfrm>
        </p:spPr>
      </p:pic>
    </p:spTree>
    <p:extLst>
      <p:ext uri="{BB962C8B-B14F-4D97-AF65-F5344CB8AC3E}">
        <p14:creationId xmlns:p14="http://schemas.microsoft.com/office/powerpoint/2010/main" val="3330489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FDBAC0-C255-650D-7FDF-02E2514FA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Які проблеми можна досліджувати за допомогою ТІ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6229839-8B32-B32F-B943-88656FC20B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6019980"/>
              </p:ext>
            </p:extLst>
          </p:nvPr>
        </p:nvGraphicFramePr>
        <p:xfrm>
          <a:off x="685800" y="2194560"/>
          <a:ext cx="10820400" cy="40241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917120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69E4A6-137D-3284-BD0F-E53B26F48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Структура ТІ</a:t>
            </a:r>
          </a:p>
        </p:txBody>
      </p:sp>
      <p:graphicFrame>
        <p:nvGraphicFramePr>
          <p:cNvPr id="4" name="Місце для вмісту 3">
            <a:extLst>
              <a:ext uri="{FF2B5EF4-FFF2-40B4-BE49-F238E27FC236}">
                <a16:creationId xmlns:a16="http://schemas.microsoft.com/office/drawing/2014/main" id="{238062DC-0B9C-761B-3049-4A5CAB8383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6636435"/>
              </p:ext>
            </p:extLst>
          </p:nvPr>
        </p:nvGraphicFramePr>
        <p:xfrm>
          <a:off x="685800" y="1868130"/>
          <a:ext cx="10820400" cy="43505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73269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FE47F9-7755-B3BC-57AB-59263FFC6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Складові Гри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BCDF988-D03A-0F23-594C-AD13F7BFB1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uk-UA" dirty="0"/>
              <a:t>Для того, щоб задати гру потрібно чітко зафіксувати певні речі: хто грає у гру (кількість гравців), за якими правилами і що вважається </a:t>
            </a:r>
            <a:r>
              <a:rPr lang="uk-UA" dirty="0" err="1"/>
              <a:t>виграшем</a:t>
            </a:r>
            <a:r>
              <a:rPr lang="uk-UA" dirty="0"/>
              <a:t>.</a:t>
            </a:r>
          </a:p>
          <a:p>
            <a:pPr marL="0" indent="0">
              <a:buNone/>
            </a:pPr>
            <a:endParaRPr lang="uk-UA" dirty="0"/>
          </a:p>
        </p:txBody>
      </p:sp>
      <p:graphicFrame>
        <p:nvGraphicFramePr>
          <p:cNvPr id="4" name="Схема 3">
            <a:extLst>
              <a:ext uri="{FF2B5EF4-FFF2-40B4-BE49-F238E27FC236}">
                <a16:creationId xmlns:a16="http://schemas.microsoft.com/office/drawing/2014/main" id="{38BD2E7E-5BE2-D62E-954E-414FCE785E1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5380010"/>
              </p:ext>
            </p:extLst>
          </p:nvPr>
        </p:nvGraphicFramePr>
        <p:xfrm>
          <a:off x="2032000" y="2713703"/>
          <a:ext cx="8128000" cy="34246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04200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ACB016-F920-F713-277C-C561FFFEC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Формалізоване означення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A4E43CD4-04AE-C9C5-0CD1-BEDF4429DA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uk-UA" dirty="0"/>
              <a:t>Існує кілька різноманітних варіантів того, як гра представляється на письмі та візуально. Найпопулярнішими є два способи: </a:t>
            </a:r>
            <a:r>
              <a:rPr lang="uk-UA" b="1" dirty="0"/>
              <a:t>нормальна форма </a:t>
            </a:r>
            <a:r>
              <a:rPr lang="uk-UA" dirty="0"/>
              <a:t>та </a:t>
            </a:r>
            <a:r>
              <a:rPr lang="uk-UA" b="1" dirty="0"/>
              <a:t>розгорнута форма</a:t>
            </a:r>
            <a:r>
              <a:rPr lang="uk-UA" dirty="0"/>
              <a:t>. </a:t>
            </a:r>
          </a:p>
          <a:p>
            <a:pPr marL="0" indent="0">
              <a:buNone/>
            </a:pPr>
            <a:r>
              <a:rPr lang="uk-UA" dirty="0"/>
              <a:t>Основна ідея </a:t>
            </a:r>
            <a:r>
              <a:rPr lang="uk-UA" b="1" dirty="0"/>
              <a:t>нормальної форми </a:t>
            </a:r>
            <a:r>
              <a:rPr lang="uk-UA" dirty="0"/>
              <a:t>– це представлення гри за допомогою матриці. Гру в нормальній формі можна подати у вигляді </a:t>
            </a:r>
            <a:r>
              <a:rPr lang="en-US" dirty="0"/>
              <a:t>n-</a:t>
            </a:r>
            <a:r>
              <a:rPr lang="uk-UA" dirty="0"/>
              <a:t>вимірної матриці (таблиці), елементи якої це </a:t>
            </a:r>
            <a:r>
              <a:rPr lang="en-US" dirty="0"/>
              <a:t>n-</a:t>
            </a:r>
            <a:r>
              <a:rPr lang="uk-UA" dirty="0"/>
              <a:t>вимірні платіжні вектори. Ця таблиця називається платіжною матрицею (</a:t>
            </a:r>
            <a:r>
              <a:rPr lang="uk-UA" dirty="0" err="1"/>
              <a:t>англ</a:t>
            </a:r>
            <a:r>
              <a:rPr lang="uk-UA" dirty="0"/>
              <a:t>. </a:t>
            </a:r>
            <a:r>
              <a:rPr lang="en-US" dirty="0"/>
              <a:t>payoff matrix). </a:t>
            </a:r>
            <a:endParaRPr lang="uk-UA" dirty="0"/>
          </a:p>
          <a:p>
            <a:pPr marL="0" indent="0">
              <a:buNone/>
            </a:pPr>
            <a:r>
              <a:rPr lang="uk-UA" dirty="0"/>
              <a:t>Розширена форма — це специфікація гри, яка дозволяє (як випливає з назви) чітке представлення ряду ключових аспектів гри, таких як послідовність можливих ходів гравців, їхній вибір у кожній точці прийняття рішення, (можливо  недосконала) інформація, яку має кожен гравець про ходи іншого гравця, коли він приймає рішення, і їхні виграші для всіх можливих результатів гри. Основна відмінність від нормальної форми в тому, що гра представляється не </a:t>
            </a:r>
            <a:r>
              <a:rPr lang="uk-UA" dirty="0" err="1"/>
              <a:t>матрично</a:t>
            </a:r>
            <a:r>
              <a:rPr lang="uk-UA" dirty="0"/>
              <a:t>, а за допомогою графів-дерев. </a:t>
            </a:r>
          </a:p>
        </p:txBody>
      </p:sp>
    </p:spTree>
    <p:extLst>
      <p:ext uri="{BB962C8B-B14F-4D97-AF65-F5344CB8AC3E}">
        <p14:creationId xmlns:p14="http://schemas.microsoft.com/office/powerpoint/2010/main" val="1656314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C8C457-318A-F10B-D48F-580BC3C78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Формалізоване означення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Місце для вмісту 2">
                <a:extLst>
                  <a:ext uri="{FF2B5EF4-FFF2-40B4-BE49-F238E27FC236}">
                    <a16:creationId xmlns:a16="http://schemas.microsoft.com/office/drawing/2014/main" id="{3FBCBBEA-B065-6869-B8D2-A9B0A88B28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uk-UA" dirty="0"/>
                  <a:t>Нормальна форма гри складається з таких складових: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uk-UA" dirty="0"/>
                  <a:t>Множина гравців </a:t>
                </a:r>
                <a14:m>
                  <m:oMath xmlns:m="http://schemas.openxmlformats.org/officeDocument/2006/math">
                    <m:r>
                      <a:rPr lang="uk-UA" b="0" i="1" smtClean="0">
                        <a:latin typeface="Cambria Math" panose="02040503050406030204" pitchFamily="18" charset="0"/>
                      </a:rPr>
                      <m:t>𝒩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 2, …,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uk-UA" dirty="0"/>
                  <a:t>Множина стратегій</a:t>
                </a:r>
                <a:r>
                  <a:rPr lang="en-US" dirty="0"/>
                  <a:t> </a:t>
                </a:r>
                <a:r>
                  <a:rPr lang="uk-UA" dirty="0"/>
                  <a:t>для кожного гравця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𝒜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….,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uk-UA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uk-UA" b="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uk-UA" dirty="0"/>
                  <a:t>Функція виграші, що діє на декартовому добутку всіх стратегій 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×…×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uk-UA" dirty="0"/>
                  <a:t>Ми додатково припустимо, що всі гравці здійснюють свої дії (реалізують стратегії) одночасно і що гравцям відомі стратегії інших</a:t>
                </a:r>
              </a:p>
            </p:txBody>
          </p:sp>
        </mc:Choice>
        <mc:Fallback>
          <p:sp>
            <p:nvSpPr>
              <p:cNvPr id="3" name="Місце для вмісту 2">
                <a:extLst>
                  <a:ext uri="{FF2B5EF4-FFF2-40B4-BE49-F238E27FC236}">
                    <a16:creationId xmlns:a16="http://schemas.microsoft.com/office/drawing/2014/main" id="{3FBCBBEA-B065-6869-B8D2-A9B0A88B28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32" t="-1970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94255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DBDE10-8194-E0F5-A96F-957F3E909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Рівновага </a:t>
            </a:r>
            <a:r>
              <a:rPr lang="uk-UA" dirty="0" err="1"/>
              <a:t>Неша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A81A9683-3C1B-7B86-F30D-3736AA4BFD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uk-UA" dirty="0"/>
              <a:t>У теорії ігор </a:t>
            </a:r>
            <a:r>
              <a:rPr lang="uk-UA" b="1" dirty="0"/>
              <a:t>рівновагою </a:t>
            </a:r>
            <a:r>
              <a:rPr lang="uk-UA" b="1" dirty="0" err="1"/>
              <a:t>Неша</a:t>
            </a:r>
            <a:r>
              <a:rPr lang="uk-UA" dirty="0"/>
              <a:t> (</a:t>
            </a:r>
            <a:r>
              <a:rPr lang="uk-UA" dirty="0" err="1"/>
              <a:t>англ</a:t>
            </a:r>
            <a:r>
              <a:rPr lang="uk-UA" dirty="0"/>
              <a:t>. </a:t>
            </a:r>
            <a:r>
              <a:rPr lang="en-US" dirty="0"/>
              <a:t>Nash Equilibrium) </a:t>
            </a:r>
            <a:r>
              <a:rPr lang="uk-UA" dirty="0"/>
              <a:t>називається сукупність стратегій або дій у грі з двома чи більше гравцями, згідно з якими кожен учасник реалізує оптимальну стратегію, передбачаючи дії суперників. Це така сукупність стратегій та виграшів, при якій жоден із учасників не може збільшити виграш, змінивши вибір стратегії в односторонньому порядку, коли інші учасники не змінюють свого вибору.</a:t>
            </a:r>
          </a:p>
        </p:txBody>
      </p:sp>
    </p:spTree>
    <p:extLst>
      <p:ext uri="{BB962C8B-B14F-4D97-AF65-F5344CB8AC3E}">
        <p14:creationId xmlns:p14="http://schemas.microsoft.com/office/powerpoint/2010/main" val="661730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704B6-DA95-48E3-7A1E-FACF311FB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D3A219-3B7A-4BB0-4C07-4298F2F0B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Рівновага </a:t>
            </a:r>
            <a:r>
              <a:rPr lang="uk-UA" dirty="0" err="1"/>
              <a:t>Неша</a:t>
            </a:r>
            <a:endParaRPr lang="uk-UA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Місце для вмісту 2">
                <a:extLst>
                  <a:ext uri="{FF2B5EF4-FFF2-40B4-BE49-F238E27FC236}">
                    <a16:creationId xmlns:a16="http://schemas.microsoft.com/office/drawing/2014/main" id="{C4B9F37A-79C9-A253-3030-F356631FE0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uk-UA" dirty="0"/>
                  <a:t>Формальне означення. Нехай гра задана у нормальній формі </a:t>
                </a: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uk-UA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𝒜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, …, 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uk-UA" dirty="0"/>
                  <a:t>Профіль стратегій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US" dirty="0"/>
                  <a:t> </a:t>
                </a:r>
                <a:r>
                  <a:rPr lang="uk-UA" dirty="0"/>
                  <a:t>називається рівновагою </a:t>
                </a:r>
                <a:r>
                  <a:rPr lang="uk-UA" dirty="0" err="1"/>
                  <a:t>Неша</a:t>
                </a:r>
                <a:r>
                  <a:rPr lang="uk-UA" dirty="0"/>
                  <a:t>, якщо зміна хоча б однієї координати (стратегії) не вигідна жодному гравцеві, тобто: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uk-UA" b="0" i="1" smtClean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uk-UA" dirty="0"/>
                  <a:t>Якщо досягається строга нерівність для всіх гравців, то кажуть, що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:r>
                  <a:rPr lang="uk-UA" dirty="0"/>
                  <a:t>є строгою рівновагою </a:t>
                </a:r>
                <a:r>
                  <a:rPr lang="uk-UA" dirty="0" err="1"/>
                  <a:t>Неша</a:t>
                </a:r>
                <a:r>
                  <a:rPr lang="uk-UA" dirty="0"/>
                  <a:t>.</a:t>
                </a:r>
              </a:p>
            </p:txBody>
          </p:sp>
        </mc:Choice>
        <mc:Fallback>
          <p:sp>
            <p:nvSpPr>
              <p:cNvPr id="3" name="Місце для вмісту 2">
                <a:extLst>
                  <a:ext uri="{FF2B5EF4-FFF2-40B4-BE49-F238E27FC236}">
                    <a16:creationId xmlns:a16="http://schemas.microsoft.com/office/drawing/2014/main" id="{C4B9F37A-79C9-A253-3030-F356631FE0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32" t="-1970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47201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2675E8-7298-DD6C-73FC-8505303C4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Зіграємо у Гру?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Місце для вмісту 2">
                <a:extLst>
                  <a:ext uri="{FF2B5EF4-FFF2-40B4-BE49-F238E27FC236}">
                    <a16:creationId xmlns:a16="http://schemas.microsoft.com/office/drawing/2014/main" id="{3C0BD7E0-4EC0-B805-D8C7-97F7461F98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457200" indent="-457200">
                  <a:buAutoNum type="arabicPeriod"/>
                </a:pPr>
                <a:r>
                  <a:rPr lang="uk-UA" dirty="0"/>
                  <a:t>Загадайте число від 1 до 100</a:t>
                </a:r>
              </a:p>
              <a:p>
                <a:pPr marL="457200" indent="-457200">
                  <a:buAutoNum type="arabicPeriod"/>
                </a:pPr>
                <a:r>
                  <a:rPr lang="uk-UA" dirty="0"/>
                  <a:t>За загаданими числами обчислимо середнє значення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endParaRPr lang="en-US" dirty="0">
                  <a:solidFill>
                    <a:srgbClr val="00B050"/>
                  </a:solidFill>
                </a:endParaRPr>
              </a:p>
              <a:p>
                <a:pPr marL="457200" indent="-457200">
                  <a:buAutoNum type="arabicPeriod"/>
                </a:pPr>
                <a:r>
                  <a:rPr lang="uk-UA" dirty="0"/>
                  <a:t>Виграє той гравець, який загадав число найближче до числа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endParaRPr lang="en-US" dirty="0"/>
              </a:p>
              <a:p>
                <a:pPr marL="457200" indent="-457200">
                  <a:buAutoNum type="arabicPeriod"/>
                </a:pPr>
                <a:r>
                  <a:rPr lang="uk-UA" dirty="0"/>
                  <a:t>Переможець отримає +1 бал </a:t>
                </a:r>
              </a:p>
              <a:p>
                <a:pPr marL="0" indent="0">
                  <a:buNone/>
                </a:pPr>
                <a:endParaRPr lang="uk-UA" dirty="0"/>
              </a:p>
            </p:txBody>
          </p:sp>
        </mc:Choice>
        <mc:Fallback>
          <p:sp>
            <p:nvSpPr>
              <p:cNvPr id="3" name="Місце для вмісту 2">
                <a:extLst>
                  <a:ext uri="{FF2B5EF4-FFF2-40B4-BE49-F238E27FC236}">
                    <a16:creationId xmlns:a16="http://schemas.microsoft.com/office/drawing/2014/main" id="{3C0BD7E0-4EC0-B805-D8C7-97F7461F98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32" t="-1970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30577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54173C-A01E-89D0-352A-B404DD87B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Типи стратегій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0F8198BB-CC7A-CD7F-24C0-4258D6C8D3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069502"/>
            <a:ext cx="10820400" cy="4024125"/>
          </a:xfrm>
        </p:spPr>
        <p:txBody>
          <a:bodyPr/>
          <a:lstStyle/>
          <a:p>
            <a:pPr marL="0" indent="0">
              <a:buNone/>
            </a:pPr>
            <a:r>
              <a:rPr lang="uk-UA" b="1" dirty="0">
                <a:solidFill>
                  <a:srgbClr val="00B050"/>
                </a:solidFill>
              </a:rPr>
              <a:t>Домінуючі стратегії </a:t>
            </a:r>
            <a:r>
              <a:rPr lang="uk-UA" dirty="0"/>
              <a:t>в теорії ігор - це стратегії, які завжди приносять гравцеві кращий результат, незалежно від вибору інших гравців. Гравець вважається </a:t>
            </a:r>
            <a:r>
              <a:rPr lang="uk-UA" dirty="0">
                <a:solidFill>
                  <a:srgbClr val="00B050"/>
                </a:solidFill>
              </a:rPr>
              <a:t>раціональним</a:t>
            </a:r>
            <a:r>
              <a:rPr lang="uk-UA" dirty="0"/>
              <a:t>, якщо він вибирає домінуючу стратегію, оскільки це гарантує йому максимальний виграш у будь-якій ситуації. </a:t>
            </a:r>
          </a:p>
          <a:p>
            <a:pPr marL="0" indent="0">
              <a:buNone/>
            </a:pPr>
            <a:r>
              <a:rPr lang="uk-UA" dirty="0"/>
              <a:t> </a:t>
            </a:r>
            <a:r>
              <a:rPr lang="uk-UA" b="1" dirty="0" err="1">
                <a:solidFill>
                  <a:srgbClr val="00B050"/>
                </a:solidFill>
              </a:rPr>
              <a:t>Домінованою</a:t>
            </a:r>
            <a:r>
              <a:rPr lang="uk-UA" dirty="0"/>
              <a:t> </a:t>
            </a:r>
            <a:r>
              <a:rPr lang="uk-UA" b="1" dirty="0">
                <a:solidFill>
                  <a:srgbClr val="00B050"/>
                </a:solidFill>
              </a:rPr>
              <a:t>стратегією</a:t>
            </a:r>
            <a:r>
              <a:rPr lang="uk-UA" dirty="0"/>
              <a:t> називається та стратегія, яка </a:t>
            </a:r>
            <a:r>
              <a:rPr lang="uk-UA" dirty="0" err="1"/>
              <a:t>домінується</a:t>
            </a:r>
            <a:r>
              <a:rPr lang="uk-UA" dirty="0"/>
              <a:t> іншими, домінуючими. </a:t>
            </a:r>
          </a:p>
          <a:p>
            <a:pPr marL="0" indent="0">
              <a:buNone/>
            </a:pPr>
            <a:r>
              <a:rPr lang="uk-UA" dirty="0"/>
              <a:t>Також важливо розділяти строгу домінацію від слабої домінації. </a:t>
            </a:r>
            <a:r>
              <a:rPr lang="uk-UA" b="1" dirty="0">
                <a:solidFill>
                  <a:srgbClr val="00B050"/>
                </a:solidFill>
              </a:rPr>
              <a:t>Строго домінуючою стратегією</a:t>
            </a:r>
            <a:r>
              <a:rPr lang="uk-UA" dirty="0"/>
              <a:t> називається та, яка приносить строго більший результат за іншу. Натомість, слабо домінуюча дозволяє нестрогу нерівність. </a:t>
            </a:r>
          </a:p>
        </p:txBody>
      </p:sp>
    </p:spTree>
    <p:extLst>
      <p:ext uri="{BB962C8B-B14F-4D97-AF65-F5344CB8AC3E}">
        <p14:creationId xmlns:p14="http://schemas.microsoft.com/office/powerpoint/2010/main" val="19859354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C265BB-AAD9-FE33-3EE8-9A7C3AB9F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Повертаючись до гри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5A119B6-1228-BD32-9295-E418B3337B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1"/>
            <a:ext cx="10820400" cy="548640"/>
          </a:xfrm>
        </p:spPr>
        <p:txBody>
          <a:bodyPr/>
          <a:lstStyle/>
          <a:p>
            <a:pPr marL="0" indent="0">
              <a:buNone/>
            </a:pPr>
            <a:r>
              <a:rPr lang="uk-UA" dirty="0"/>
              <a:t>Якщо всі виберуть 100?</a:t>
            </a:r>
          </a:p>
        </p:txBody>
      </p:sp>
      <p:grpSp>
        <p:nvGrpSpPr>
          <p:cNvPr id="6" name="Групувати 5">
            <a:extLst>
              <a:ext uri="{FF2B5EF4-FFF2-40B4-BE49-F238E27FC236}">
                <a16:creationId xmlns:a16="http://schemas.microsoft.com/office/drawing/2014/main" id="{B0A134E6-CE25-4D68-2AEB-36548490DE3F}"/>
              </a:ext>
            </a:extLst>
          </p:cNvPr>
          <p:cNvGrpSpPr/>
          <p:nvPr/>
        </p:nvGrpSpPr>
        <p:grpSpPr>
          <a:xfrm>
            <a:off x="3205370" y="3627588"/>
            <a:ext cx="5077080" cy="317160"/>
            <a:chOff x="3205370" y="3627588"/>
            <a:chExt cx="5077080" cy="317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4" name="Рукописні дані 3">
                  <a:extLst>
                    <a:ext uri="{FF2B5EF4-FFF2-40B4-BE49-F238E27FC236}">
                      <a16:creationId xmlns:a16="http://schemas.microsoft.com/office/drawing/2014/main" id="{8BB5DD2A-15AB-D493-E15A-934475AFDB80}"/>
                    </a:ext>
                  </a:extLst>
                </p14:cNvPr>
                <p14:cNvContentPartPr/>
                <p14:nvPr/>
              </p14:nvContentPartPr>
              <p14:xfrm>
                <a:off x="3205370" y="3637668"/>
                <a:ext cx="57960" cy="307080"/>
              </p14:xfrm>
            </p:contentPart>
          </mc:Choice>
          <mc:Fallback>
            <p:pic>
              <p:nvPicPr>
                <p:cNvPr id="4" name="Рукописні дані 3">
                  <a:extLst>
                    <a:ext uri="{FF2B5EF4-FFF2-40B4-BE49-F238E27FC236}">
                      <a16:creationId xmlns:a16="http://schemas.microsoft.com/office/drawing/2014/main" id="{8BB5DD2A-15AB-D493-E15A-934475AFDB8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187370" y="3620028"/>
                  <a:ext cx="9360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Рукописні дані 4">
                  <a:extLst>
                    <a:ext uri="{FF2B5EF4-FFF2-40B4-BE49-F238E27FC236}">
                      <a16:creationId xmlns:a16="http://schemas.microsoft.com/office/drawing/2014/main" id="{D4E3F05D-52B5-CB86-7A0E-B5AB887401D9}"/>
                    </a:ext>
                  </a:extLst>
                </p14:cNvPr>
                <p14:cNvContentPartPr/>
                <p14:nvPr/>
              </p14:nvContentPartPr>
              <p14:xfrm>
                <a:off x="3264410" y="3627588"/>
                <a:ext cx="5018040" cy="207000"/>
              </p14:xfrm>
            </p:contentPart>
          </mc:Choice>
          <mc:Fallback>
            <p:pic>
              <p:nvPicPr>
                <p:cNvPr id="5" name="Рукописні дані 4">
                  <a:extLst>
                    <a:ext uri="{FF2B5EF4-FFF2-40B4-BE49-F238E27FC236}">
                      <a16:creationId xmlns:a16="http://schemas.microsoft.com/office/drawing/2014/main" id="{D4E3F05D-52B5-CB86-7A0E-B5AB887401D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246410" y="3609588"/>
                  <a:ext cx="5053680" cy="24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" name="Групувати 8">
            <a:extLst>
              <a:ext uri="{FF2B5EF4-FFF2-40B4-BE49-F238E27FC236}">
                <a16:creationId xmlns:a16="http://schemas.microsoft.com/office/drawing/2014/main" id="{1E08FAFD-350B-E00E-D8A1-6C5C9FBDB5AD}"/>
              </a:ext>
            </a:extLst>
          </p:cNvPr>
          <p:cNvGrpSpPr/>
          <p:nvPr/>
        </p:nvGrpSpPr>
        <p:grpSpPr>
          <a:xfrm>
            <a:off x="3077570" y="4142388"/>
            <a:ext cx="278280" cy="197640"/>
            <a:chOff x="3077570" y="4142388"/>
            <a:chExt cx="278280" cy="197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7" name="Рукописні дані 6">
                  <a:extLst>
                    <a:ext uri="{FF2B5EF4-FFF2-40B4-BE49-F238E27FC236}">
                      <a16:creationId xmlns:a16="http://schemas.microsoft.com/office/drawing/2014/main" id="{B84EC5B9-7F83-394D-A184-9ABD58190716}"/>
                    </a:ext>
                  </a:extLst>
                </p14:cNvPr>
                <p14:cNvContentPartPr/>
                <p14:nvPr/>
              </p14:nvContentPartPr>
              <p14:xfrm>
                <a:off x="3106730" y="4142388"/>
                <a:ext cx="158400" cy="148320"/>
              </p14:xfrm>
            </p:contentPart>
          </mc:Choice>
          <mc:Fallback>
            <p:pic>
              <p:nvPicPr>
                <p:cNvPr id="7" name="Рукописні дані 6">
                  <a:extLst>
                    <a:ext uri="{FF2B5EF4-FFF2-40B4-BE49-F238E27FC236}">
                      <a16:creationId xmlns:a16="http://schemas.microsoft.com/office/drawing/2014/main" id="{B84EC5B9-7F83-394D-A184-9ABD5819071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089090" y="4124388"/>
                  <a:ext cx="19404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8" name="Рукописні дані 7">
                  <a:extLst>
                    <a:ext uri="{FF2B5EF4-FFF2-40B4-BE49-F238E27FC236}">
                      <a16:creationId xmlns:a16="http://schemas.microsoft.com/office/drawing/2014/main" id="{3E71B420-FC07-97C2-F675-60F66A0267BE}"/>
                    </a:ext>
                  </a:extLst>
                </p14:cNvPr>
                <p14:cNvContentPartPr/>
                <p14:nvPr/>
              </p14:nvContentPartPr>
              <p14:xfrm>
                <a:off x="3077570" y="4325988"/>
                <a:ext cx="278280" cy="14040"/>
              </p14:xfrm>
            </p:contentPart>
          </mc:Choice>
          <mc:Fallback>
            <p:pic>
              <p:nvPicPr>
                <p:cNvPr id="8" name="Рукописні дані 7">
                  <a:extLst>
                    <a:ext uri="{FF2B5EF4-FFF2-40B4-BE49-F238E27FC236}">
                      <a16:creationId xmlns:a16="http://schemas.microsoft.com/office/drawing/2014/main" id="{3E71B420-FC07-97C2-F675-60F66A0267B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059570" y="4308348"/>
                  <a:ext cx="313920" cy="4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Групувати 13">
            <a:extLst>
              <a:ext uri="{FF2B5EF4-FFF2-40B4-BE49-F238E27FC236}">
                <a16:creationId xmlns:a16="http://schemas.microsoft.com/office/drawing/2014/main" id="{B4832113-BE0C-64AB-88C7-632FC30FCA41}"/>
              </a:ext>
            </a:extLst>
          </p:cNvPr>
          <p:cNvGrpSpPr/>
          <p:nvPr/>
        </p:nvGrpSpPr>
        <p:grpSpPr>
          <a:xfrm>
            <a:off x="8052410" y="4080108"/>
            <a:ext cx="680400" cy="256320"/>
            <a:chOff x="8052410" y="4080108"/>
            <a:chExt cx="680400" cy="25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0" name="Рукописні дані 9">
                  <a:extLst>
                    <a:ext uri="{FF2B5EF4-FFF2-40B4-BE49-F238E27FC236}">
                      <a16:creationId xmlns:a16="http://schemas.microsoft.com/office/drawing/2014/main" id="{C3A7927C-A7C2-2A49-9141-3EE13FC9E57D}"/>
                    </a:ext>
                  </a:extLst>
                </p14:cNvPr>
                <p14:cNvContentPartPr/>
                <p14:nvPr/>
              </p14:nvContentPartPr>
              <p14:xfrm>
                <a:off x="8052410" y="4086588"/>
                <a:ext cx="150120" cy="204480"/>
              </p14:xfrm>
            </p:contentPart>
          </mc:Choice>
          <mc:Fallback>
            <p:pic>
              <p:nvPicPr>
                <p:cNvPr id="10" name="Рукописні дані 9">
                  <a:extLst>
                    <a:ext uri="{FF2B5EF4-FFF2-40B4-BE49-F238E27FC236}">
                      <a16:creationId xmlns:a16="http://schemas.microsoft.com/office/drawing/2014/main" id="{C3A7927C-A7C2-2A49-9141-3EE13FC9E57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034770" y="4068948"/>
                  <a:ext cx="18576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1" name="Рукописні дані 10">
                  <a:extLst>
                    <a:ext uri="{FF2B5EF4-FFF2-40B4-BE49-F238E27FC236}">
                      <a16:creationId xmlns:a16="http://schemas.microsoft.com/office/drawing/2014/main" id="{9C815596-6147-A258-B57F-622280A1208F}"/>
                    </a:ext>
                  </a:extLst>
                </p14:cNvPr>
                <p14:cNvContentPartPr/>
                <p14:nvPr/>
              </p14:nvContentPartPr>
              <p14:xfrm>
                <a:off x="8294690" y="4080108"/>
                <a:ext cx="192600" cy="200520"/>
              </p14:xfrm>
            </p:contentPart>
          </mc:Choice>
          <mc:Fallback>
            <p:pic>
              <p:nvPicPr>
                <p:cNvPr id="11" name="Рукописні дані 10">
                  <a:extLst>
                    <a:ext uri="{FF2B5EF4-FFF2-40B4-BE49-F238E27FC236}">
                      <a16:creationId xmlns:a16="http://schemas.microsoft.com/office/drawing/2014/main" id="{9C815596-6147-A258-B57F-622280A1208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277050" y="4062108"/>
                  <a:ext cx="22824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2" name="Рукописні дані 11">
                  <a:extLst>
                    <a:ext uri="{FF2B5EF4-FFF2-40B4-BE49-F238E27FC236}">
                      <a16:creationId xmlns:a16="http://schemas.microsoft.com/office/drawing/2014/main" id="{B9C95C1B-37EB-6BD6-E62A-4EF0B64761E8}"/>
                    </a:ext>
                  </a:extLst>
                </p14:cNvPr>
                <p14:cNvContentPartPr/>
                <p14:nvPr/>
              </p14:nvContentPartPr>
              <p14:xfrm>
                <a:off x="8561810" y="4109628"/>
                <a:ext cx="171000" cy="179640"/>
              </p14:xfrm>
            </p:contentPart>
          </mc:Choice>
          <mc:Fallback>
            <p:pic>
              <p:nvPicPr>
                <p:cNvPr id="12" name="Рукописні дані 11">
                  <a:extLst>
                    <a:ext uri="{FF2B5EF4-FFF2-40B4-BE49-F238E27FC236}">
                      <a16:creationId xmlns:a16="http://schemas.microsoft.com/office/drawing/2014/main" id="{B9C95C1B-37EB-6BD6-E62A-4EF0B64761E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544170" y="4091988"/>
                  <a:ext cx="20664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3" name="Рукописні дані 12">
                  <a:extLst>
                    <a:ext uri="{FF2B5EF4-FFF2-40B4-BE49-F238E27FC236}">
                      <a16:creationId xmlns:a16="http://schemas.microsoft.com/office/drawing/2014/main" id="{D9F2B61B-DDA7-8674-01F5-5BAD286EBDC6}"/>
                    </a:ext>
                  </a:extLst>
                </p14:cNvPr>
                <p14:cNvContentPartPr/>
                <p14:nvPr/>
              </p14:nvContentPartPr>
              <p14:xfrm>
                <a:off x="8092010" y="4336068"/>
                <a:ext cx="137520" cy="360"/>
              </p14:xfrm>
            </p:contentPart>
          </mc:Choice>
          <mc:Fallback>
            <p:pic>
              <p:nvPicPr>
                <p:cNvPr id="13" name="Рукописні дані 12">
                  <a:extLst>
                    <a:ext uri="{FF2B5EF4-FFF2-40B4-BE49-F238E27FC236}">
                      <a16:creationId xmlns:a16="http://schemas.microsoft.com/office/drawing/2014/main" id="{D9F2B61B-DDA7-8674-01F5-5BAD286EBDC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074010" y="4318068"/>
                  <a:ext cx="17316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5" name="Рукописні дані 14">
                <a:extLst>
                  <a:ext uri="{FF2B5EF4-FFF2-40B4-BE49-F238E27FC236}">
                    <a16:creationId xmlns:a16="http://schemas.microsoft.com/office/drawing/2014/main" id="{EF1BAAE0-C5FA-D9BF-7036-D4067FBDC33B}"/>
                  </a:ext>
                </a:extLst>
              </p14:cNvPr>
              <p14:cNvContentPartPr/>
              <p14:nvPr/>
            </p14:nvContentPartPr>
            <p14:xfrm>
              <a:off x="6509090" y="3657468"/>
              <a:ext cx="360" cy="149760"/>
            </p14:xfrm>
          </p:contentPart>
        </mc:Choice>
        <mc:Fallback>
          <p:pic>
            <p:nvPicPr>
              <p:cNvPr id="15" name="Рукописні дані 14">
                <a:extLst>
                  <a:ext uri="{FF2B5EF4-FFF2-40B4-BE49-F238E27FC236}">
                    <a16:creationId xmlns:a16="http://schemas.microsoft.com/office/drawing/2014/main" id="{EF1BAAE0-C5FA-D9BF-7036-D4067FBDC33B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491090" y="3639468"/>
                <a:ext cx="36000" cy="18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9" name="Рукописні дані 18">
                <a:extLst>
                  <a:ext uri="{FF2B5EF4-FFF2-40B4-BE49-F238E27FC236}">
                    <a16:creationId xmlns:a16="http://schemas.microsoft.com/office/drawing/2014/main" id="{1543DFCE-AD1A-F09D-53EF-AB41F4403A6D}"/>
                  </a:ext>
                </a:extLst>
              </p14:cNvPr>
              <p14:cNvContentPartPr/>
              <p14:nvPr/>
            </p14:nvContentPartPr>
            <p14:xfrm>
              <a:off x="6409010" y="3274068"/>
              <a:ext cx="100440" cy="208440"/>
            </p14:xfrm>
          </p:contentPart>
        </mc:Choice>
        <mc:Fallback>
          <p:pic>
            <p:nvPicPr>
              <p:cNvPr id="19" name="Рукописні дані 18">
                <a:extLst>
                  <a:ext uri="{FF2B5EF4-FFF2-40B4-BE49-F238E27FC236}">
                    <a16:creationId xmlns:a16="http://schemas.microsoft.com/office/drawing/2014/main" id="{1543DFCE-AD1A-F09D-53EF-AB41F4403A6D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391370" y="3256068"/>
                <a:ext cx="136080" cy="24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7" name="Рукописні дані 26">
                <a:extLst>
                  <a:ext uri="{FF2B5EF4-FFF2-40B4-BE49-F238E27FC236}">
                    <a16:creationId xmlns:a16="http://schemas.microsoft.com/office/drawing/2014/main" id="{79217C34-04C8-09A0-6E73-C7DA82E8C961}"/>
                  </a:ext>
                </a:extLst>
              </p14:cNvPr>
              <p14:cNvContentPartPr/>
              <p14:nvPr/>
            </p14:nvContentPartPr>
            <p14:xfrm>
              <a:off x="6469490" y="3264348"/>
              <a:ext cx="69120" cy="10080"/>
            </p14:xfrm>
          </p:contentPart>
        </mc:Choice>
        <mc:Fallback>
          <p:pic>
            <p:nvPicPr>
              <p:cNvPr id="27" name="Рукописні дані 26">
                <a:extLst>
                  <a:ext uri="{FF2B5EF4-FFF2-40B4-BE49-F238E27FC236}">
                    <a16:creationId xmlns:a16="http://schemas.microsoft.com/office/drawing/2014/main" id="{79217C34-04C8-09A0-6E73-C7DA82E8C961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451490" y="3246708"/>
                <a:ext cx="104760" cy="45720"/>
              </a:xfrm>
              <a:prstGeom prst="rect">
                <a:avLst/>
              </a:prstGeom>
            </p:spPr>
          </p:pic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61150D89-528D-5A1D-7D74-E73EE3F6AFF6}"/>
              </a:ext>
            </a:extLst>
          </p:cNvPr>
          <p:cNvSpPr txBox="1"/>
          <p:nvPr/>
        </p:nvSpPr>
        <p:spPr>
          <a:xfrm>
            <a:off x="757083" y="4896465"/>
            <a:ext cx="97830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У такому випадку </a:t>
            </a:r>
            <a:r>
              <a:rPr lang="en-US" dirty="0"/>
              <a:t>M=</a:t>
            </a:r>
            <a:r>
              <a:rPr lang="uk-UA" dirty="0"/>
              <a:t>100*</a:t>
            </a:r>
            <a:r>
              <a:rPr lang="en-US" dirty="0"/>
              <a:t>N/N=100, </a:t>
            </a:r>
            <a:r>
              <a:rPr lang="uk-UA" dirty="0"/>
              <a:t>а</a:t>
            </a:r>
            <a:r>
              <a:rPr lang="en-US" dirty="0"/>
              <a:t> C=2*M/3 = 200/3 =66.7. </a:t>
            </a:r>
            <a:r>
              <a:rPr lang="uk-UA" dirty="0"/>
              <a:t>Тому найкраще  для перемоги буде вибрати число 67.</a:t>
            </a:r>
          </a:p>
          <a:p>
            <a:r>
              <a:rPr lang="uk-UA" dirty="0"/>
              <a:t>Тому вибір числа більшого за 67 – це </a:t>
            </a:r>
            <a:r>
              <a:rPr lang="uk-UA" dirty="0" err="1"/>
              <a:t>домінована</a:t>
            </a:r>
            <a:r>
              <a:rPr lang="uk-UA" dirty="0"/>
              <a:t> стратегія, яку раціональний гравець не повинен вибирати.  </a:t>
            </a:r>
            <a:r>
              <a:rPr lang="en-US" dirty="0"/>
              <a:t> </a:t>
            </a:r>
            <a:endParaRPr lang="uk-UA" dirty="0"/>
          </a:p>
        </p:txBody>
      </p:sp>
      <p:grpSp>
        <p:nvGrpSpPr>
          <p:cNvPr id="31" name="Групувати 30">
            <a:extLst>
              <a:ext uri="{FF2B5EF4-FFF2-40B4-BE49-F238E27FC236}">
                <a16:creationId xmlns:a16="http://schemas.microsoft.com/office/drawing/2014/main" id="{423A849A-AE3C-4FEE-E7F4-A563A06DFD7F}"/>
              </a:ext>
            </a:extLst>
          </p:cNvPr>
          <p:cNvGrpSpPr/>
          <p:nvPr/>
        </p:nvGrpSpPr>
        <p:grpSpPr>
          <a:xfrm>
            <a:off x="6636530" y="3244188"/>
            <a:ext cx="205920" cy="247680"/>
            <a:chOff x="6636530" y="3244188"/>
            <a:chExt cx="205920" cy="247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9" name="Рукописні дані 28">
                  <a:extLst>
                    <a:ext uri="{FF2B5EF4-FFF2-40B4-BE49-F238E27FC236}">
                      <a16:creationId xmlns:a16="http://schemas.microsoft.com/office/drawing/2014/main" id="{C0A87E15-6C92-E17E-3764-B785094BCC80}"/>
                    </a:ext>
                  </a:extLst>
                </p14:cNvPr>
                <p14:cNvContentPartPr/>
                <p14:nvPr/>
              </p14:nvContentPartPr>
              <p14:xfrm>
                <a:off x="6666050" y="3244188"/>
                <a:ext cx="100440" cy="247680"/>
              </p14:xfrm>
            </p:contentPart>
          </mc:Choice>
          <mc:Fallback>
            <p:pic>
              <p:nvPicPr>
                <p:cNvPr id="29" name="Рукописні дані 28">
                  <a:extLst>
                    <a:ext uri="{FF2B5EF4-FFF2-40B4-BE49-F238E27FC236}">
                      <a16:creationId xmlns:a16="http://schemas.microsoft.com/office/drawing/2014/main" id="{C0A87E15-6C92-E17E-3764-B785094BCC8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648050" y="3226548"/>
                  <a:ext cx="13608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0" name="Рукописні дані 29">
                  <a:extLst>
                    <a:ext uri="{FF2B5EF4-FFF2-40B4-BE49-F238E27FC236}">
                      <a16:creationId xmlns:a16="http://schemas.microsoft.com/office/drawing/2014/main" id="{F7DF37F2-914D-35D9-90A3-7EC6F0FEFF53}"/>
                    </a:ext>
                  </a:extLst>
                </p14:cNvPr>
                <p14:cNvContentPartPr/>
                <p14:nvPr/>
              </p14:nvContentPartPr>
              <p14:xfrm>
                <a:off x="6636530" y="3411588"/>
                <a:ext cx="205920" cy="360"/>
              </p14:xfrm>
            </p:contentPart>
          </mc:Choice>
          <mc:Fallback>
            <p:pic>
              <p:nvPicPr>
                <p:cNvPr id="30" name="Рукописні дані 29">
                  <a:extLst>
                    <a:ext uri="{FF2B5EF4-FFF2-40B4-BE49-F238E27FC236}">
                      <a16:creationId xmlns:a16="http://schemas.microsoft.com/office/drawing/2014/main" id="{F7DF37F2-914D-35D9-90A3-7EC6F0FEFF5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618890" y="3393948"/>
                  <a:ext cx="241560" cy="36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9526235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673CE-DC40-50EA-A252-B51478850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7CE51A-8699-487E-E041-CA858064E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Повертаючись до гри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BA510BEA-017A-A617-A136-109D6D02E2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1"/>
            <a:ext cx="10820400" cy="54864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uk-UA" dirty="0"/>
              <a:t>Тепер ми перейшли до аналогічної ситуації, але вже для вибору чисел між 1 та 67.</a:t>
            </a:r>
          </a:p>
        </p:txBody>
      </p:sp>
      <p:grpSp>
        <p:nvGrpSpPr>
          <p:cNvPr id="6" name="Групувати 5">
            <a:extLst>
              <a:ext uri="{FF2B5EF4-FFF2-40B4-BE49-F238E27FC236}">
                <a16:creationId xmlns:a16="http://schemas.microsoft.com/office/drawing/2014/main" id="{25518B27-E5AA-59B4-8C60-4350D69D3CF0}"/>
              </a:ext>
            </a:extLst>
          </p:cNvPr>
          <p:cNvGrpSpPr/>
          <p:nvPr/>
        </p:nvGrpSpPr>
        <p:grpSpPr>
          <a:xfrm>
            <a:off x="3205370" y="3627588"/>
            <a:ext cx="5077080" cy="317160"/>
            <a:chOff x="3205370" y="3627588"/>
            <a:chExt cx="5077080" cy="317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4" name="Рукописні дані 3">
                  <a:extLst>
                    <a:ext uri="{FF2B5EF4-FFF2-40B4-BE49-F238E27FC236}">
                      <a16:creationId xmlns:a16="http://schemas.microsoft.com/office/drawing/2014/main" id="{27633D3C-7AF2-0D13-835B-0DF41B3114E8}"/>
                    </a:ext>
                  </a:extLst>
                </p14:cNvPr>
                <p14:cNvContentPartPr/>
                <p14:nvPr/>
              </p14:nvContentPartPr>
              <p14:xfrm>
                <a:off x="3205370" y="3637668"/>
                <a:ext cx="57960" cy="307080"/>
              </p14:xfrm>
            </p:contentPart>
          </mc:Choice>
          <mc:Fallback>
            <p:pic>
              <p:nvPicPr>
                <p:cNvPr id="4" name="Рукописні дані 3">
                  <a:extLst>
                    <a:ext uri="{FF2B5EF4-FFF2-40B4-BE49-F238E27FC236}">
                      <a16:creationId xmlns:a16="http://schemas.microsoft.com/office/drawing/2014/main" id="{27633D3C-7AF2-0D13-835B-0DF41B3114E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187481" y="3619668"/>
                  <a:ext cx="9338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4" name="Рукописні дані 23">
                  <a:extLst>
                    <a:ext uri="{FF2B5EF4-FFF2-40B4-BE49-F238E27FC236}">
                      <a16:creationId xmlns:a16="http://schemas.microsoft.com/office/drawing/2014/main" id="{9DE23309-543D-4993-A870-E892B838421B}"/>
                    </a:ext>
                  </a:extLst>
                </p14:cNvPr>
                <p14:cNvContentPartPr/>
                <p14:nvPr/>
              </p14:nvContentPartPr>
              <p14:xfrm>
                <a:off x="3264410" y="3627588"/>
                <a:ext cx="5018040" cy="207000"/>
              </p14:xfrm>
            </p:contentPart>
          </mc:Choice>
          <mc:Fallback>
            <p:pic>
              <p:nvPicPr>
                <p:cNvPr id="24" name="Рукописні дані 23">
                  <a:extLst>
                    <a:ext uri="{FF2B5EF4-FFF2-40B4-BE49-F238E27FC236}">
                      <a16:creationId xmlns:a16="http://schemas.microsoft.com/office/drawing/2014/main" id="{9DE23309-543D-4993-A870-E892B838421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246410" y="3609588"/>
                  <a:ext cx="5053680" cy="24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" name="Групувати 8">
            <a:extLst>
              <a:ext uri="{FF2B5EF4-FFF2-40B4-BE49-F238E27FC236}">
                <a16:creationId xmlns:a16="http://schemas.microsoft.com/office/drawing/2014/main" id="{F0DF239D-9B23-9C2C-D4B0-DD6515160FF8}"/>
              </a:ext>
            </a:extLst>
          </p:cNvPr>
          <p:cNvGrpSpPr/>
          <p:nvPr/>
        </p:nvGrpSpPr>
        <p:grpSpPr>
          <a:xfrm>
            <a:off x="3077570" y="4142388"/>
            <a:ext cx="278280" cy="197640"/>
            <a:chOff x="3077570" y="4142388"/>
            <a:chExt cx="278280" cy="197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7" name="Рукописні дані 6">
                  <a:extLst>
                    <a:ext uri="{FF2B5EF4-FFF2-40B4-BE49-F238E27FC236}">
                      <a16:creationId xmlns:a16="http://schemas.microsoft.com/office/drawing/2014/main" id="{E9670933-EE2B-6A74-EBD7-1CED7149C572}"/>
                    </a:ext>
                  </a:extLst>
                </p14:cNvPr>
                <p14:cNvContentPartPr/>
                <p14:nvPr/>
              </p14:nvContentPartPr>
              <p14:xfrm>
                <a:off x="3106730" y="4142388"/>
                <a:ext cx="158400" cy="148320"/>
              </p14:xfrm>
            </p:contentPart>
          </mc:Choice>
          <mc:Fallback>
            <p:pic>
              <p:nvPicPr>
                <p:cNvPr id="7" name="Рукописні дані 6">
                  <a:extLst>
                    <a:ext uri="{FF2B5EF4-FFF2-40B4-BE49-F238E27FC236}">
                      <a16:creationId xmlns:a16="http://schemas.microsoft.com/office/drawing/2014/main" id="{E9670933-EE2B-6A74-EBD7-1CED7149C57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088730" y="4124432"/>
                  <a:ext cx="194040" cy="1838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8" name="Рукописні дані 7">
                  <a:extLst>
                    <a:ext uri="{FF2B5EF4-FFF2-40B4-BE49-F238E27FC236}">
                      <a16:creationId xmlns:a16="http://schemas.microsoft.com/office/drawing/2014/main" id="{E4D8BFFF-CC6F-C8BB-A9AF-1DD0386E30B3}"/>
                    </a:ext>
                  </a:extLst>
                </p14:cNvPr>
                <p14:cNvContentPartPr/>
                <p14:nvPr/>
              </p14:nvContentPartPr>
              <p14:xfrm>
                <a:off x="3077570" y="4325988"/>
                <a:ext cx="278280" cy="14040"/>
              </p14:xfrm>
            </p:contentPart>
          </mc:Choice>
          <mc:Fallback>
            <p:pic>
              <p:nvPicPr>
                <p:cNvPr id="8" name="Рукописні дані 7">
                  <a:extLst>
                    <a:ext uri="{FF2B5EF4-FFF2-40B4-BE49-F238E27FC236}">
                      <a16:creationId xmlns:a16="http://schemas.microsoft.com/office/drawing/2014/main" id="{E4D8BFFF-CC6F-C8BB-A9AF-1DD0386E30B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059593" y="4307988"/>
                  <a:ext cx="313874" cy="4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Групувати 13">
            <a:extLst>
              <a:ext uri="{FF2B5EF4-FFF2-40B4-BE49-F238E27FC236}">
                <a16:creationId xmlns:a16="http://schemas.microsoft.com/office/drawing/2014/main" id="{A7DF9DA8-03D6-C527-614A-6ADD32A6087B}"/>
              </a:ext>
            </a:extLst>
          </p:cNvPr>
          <p:cNvGrpSpPr/>
          <p:nvPr/>
        </p:nvGrpSpPr>
        <p:grpSpPr>
          <a:xfrm>
            <a:off x="8052410" y="4080108"/>
            <a:ext cx="680400" cy="256320"/>
            <a:chOff x="8052410" y="4080108"/>
            <a:chExt cx="680400" cy="25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0" name="Рукописні дані 9">
                  <a:extLst>
                    <a:ext uri="{FF2B5EF4-FFF2-40B4-BE49-F238E27FC236}">
                      <a16:creationId xmlns:a16="http://schemas.microsoft.com/office/drawing/2014/main" id="{26ABCA2B-BE2C-9E08-861B-BAC589AB295F}"/>
                    </a:ext>
                  </a:extLst>
                </p14:cNvPr>
                <p14:cNvContentPartPr/>
                <p14:nvPr/>
              </p14:nvContentPartPr>
              <p14:xfrm>
                <a:off x="8052410" y="4086588"/>
                <a:ext cx="150120" cy="204480"/>
              </p14:xfrm>
            </p:contentPart>
          </mc:Choice>
          <mc:Fallback>
            <p:pic>
              <p:nvPicPr>
                <p:cNvPr id="10" name="Рукописні дані 9">
                  <a:extLst>
                    <a:ext uri="{FF2B5EF4-FFF2-40B4-BE49-F238E27FC236}">
                      <a16:creationId xmlns:a16="http://schemas.microsoft.com/office/drawing/2014/main" id="{26ABCA2B-BE2C-9E08-861B-BAC589AB295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034367" y="4068556"/>
                  <a:ext cx="185846" cy="2401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1" name="Рукописні дані 10">
                  <a:extLst>
                    <a:ext uri="{FF2B5EF4-FFF2-40B4-BE49-F238E27FC236}">
                      <a16:creationId xmlns:a16="http://schemas.microsoft.com/office/drawing/2014/main" id="{8D7CB33D-F958-0DCD-69A8-86A53A6D342F}"/>
                    </a:ext>
                  </a:extLst>
                </p14:cNvPr>
                <p14:cNvContentPartPr/>
                <p14:nvPr/>
              </p14:nvContentPartPr>
              <p14:xfrm>
                <a:off x="8294690" y="4080108"/>
                <a:ext cx="192600" cy="200520"/>
              </p14:xfrm>
            </p:contentPart>
          </mc:Choice>
          <mc:Fallback>
            <p:pic>
              <p:nvPicPr>
                <p:cNvPr id="11" name="Рукописні дані 10">
                  <a:extLst>
                    <a:ext uri="{FF2B5EF4-FFF2-40B4-BE49-F238E27FC236}">
                      <a16:creationId xmlns:a16="http://schemas.microsoft.com/office/drawing/2014/main" id="{8D7CB33D-F958-0DCD-69A8-86A53A6D342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276690" y="4062108"/>
                  <a:ext cx="22824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2" name="Рукописні дані 11">
                  <a:extLst>
                    <a:ext uri="{FF2B5EF4-FFF2-40B4-BE49-F238E27FC236}">
                      <a16:creationId xmlns:a16="http://schemas.microsoft.com/office/drawing/2014/main" id="{19E0DE3F-5AA3-EE1B-05A8-E47D55181EEC}"/>
                    </a:ext>
                  </a:extLst>
                </p14:cNvPr>
                <p14:cNvContentPartPr/>
                <p14:nvPr/>
              </p14:nvContentPartPr>
              <p14:xfrm>
                <a:off x="8561810" y="4109628"/>
                <a:ext cx="171000" cy="179640"/>
              </p14:xfrm>
            </p:contentPart>
          </mc:Choice>
          <mc:Fallback>
            <p:pic>
              <p:nvPicPr>
                <p:cNvPr id="12" name="Рукописні дані 11">
                  <a:extLst>
                    <a:ext uri="{FF2B5EF4-FFF2-40B4-BE49-F238E27FC236}">
                      <a16:creationId xmlns:a16="http://schemas.microsoft.com/office/drawing/2014/main" id="{19E0DE3F-5AA3-EE1B-05A8-E47D55181EE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543810" y="4091628"/>
                  <a:ext cx="20664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3" name="Рукописні дані 12">
                  <a:extLst>
                    <a:ext uri="{FF2B5EF4-FFF2-40B4-BE49-F238E27FC236}">
                      <a16:creationId xmlns:a16="http://schemas.microsoft.com/office/drawing/2014/main" id="{F91E7E31-4572-4C00-3A07-46160EE34A9B}"/>
                    </a:ext>
                  </a:extLst>
                </p14:cNvPr>
                <p14:cNvContentPartPr/>
                <p14:nvPr/>
              </p14:nvContentPartPr>
              <p14:xfrm>
                <a:off x="8092010" y="4336068"/>
                <a:ext cx="137520" cy="360"/>
              </p14:xfrm>
            </p:contentPart>
          </mc:Choice>
          <mc:Fallback>
            <p:pic>
              <p:nvPicPr>
                <p:cNvPr id="13" name="Рукописні дані 12">
                  <a:extLst>
                    <a:ext uri="{FF2B5EF4-FFF2-40B4-BE49-F238E27FC236}">
                      <a16:creationId xmlns:a16="http://schemas.microsoft.com/office/drawing/2014/main" id="{F91E7E31-4572-4C00-3A07-46160EE34A9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074010" y="4318068"/>
                  <a:ext cx="17316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5" name="Рукописні дані 14">
                <a:extLst>
                  <a:ext uri="{FF2B5EF4-FFF2-40B4-BE49-F238E27FC236}">
                    <a16:creationId xmlns:a16="http://schemas.microsoft.com/office/drawing/2014/main" id="{8958DD0A-6EFC-CA62-CF6B-14AB9C263E24}"/>
                  </a:ext>
                </a:extLst>
              </p14:cNvPr>
              <p14:cNvContentPartPr/>
              <p14:nvPr/>
            </p14:nvContentPartPr>
            <p14:xfrm>
              <a:off x="6509090" y="3657468"/>
              <a:ext cx="360" cy="149760"/>
            </p14:xfrm>
          </p:contentPart>
        </mc:Choice>
        <mc:Fallback>
          <p:pic>
            <p:nvPicPr>
              <p:cNvPr id="15" name="Рукописні дані 14">
                <a:extLst>
                  <a:ext uri="{FF2B5EF4-FFF2-40B4-BE49-F238E27FC236}">
                    <a16:creationId xmlns:a16="http://schemas.microsoft.com/office/drawing/2014/main" id="{8958DD0A-6EFC-CA62-CF6B-14AB9C263E2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491090" y="3639468"/>
                <a:ext cx="36000" cy="18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9" name="Рукописні дані 18">
                <a:extLst>
                  <a:ext uri="{FF2B5EF4-FFF2-40B4-BE49-F238E27FC236}">
                    <a16:creationId xmlns:a16="http://schemas.microsoft.com/office/drawing/2014/main" id="{BC2836B1-2242-B8B5-DFA8-5DBDF8027E5C}"/>
                  </a:ext>
                </a:extLst>
              </p14:cNvPr>
              <p14:cNvContentPartPr/>
              <p14:nvPr/>
            </p14:nvContentPartPr>
            <p14:xfrm>
              <a:off x="6409010" y="3274068"/>
              <a:ext cx="100440" cy="208440"/>
            </p14:xfrm>
          </p:contentPart>
        </mc:Choice>
        <mc:Fallback>
          <p:pic>
            <p:nvPicPr>
              <p:cNvPr id="19" name="Рукописні дані 18">
                <a:extLst>
                  <a:ext uri="{FF2B5EF4-FFF2-40B4-BE49-F238E27FC236}">
                    <a16:creationId xmlns:a16="http://schemas.microsoft.com/office/drawing/2014/main" id="{BC2836B1-2242-B8B5-DFA8-5DBDF8027E5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391010" y="3256068"/>
                <a:ext cx="136080" cy="24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7" name="Рукописні дані 26">
                <a:extLst>
                  <a:ext uri="{FF2B5EF4-FFF2-40B4-BE49-F238E27FC236}">
                    <a16:creationId xmlns:a16="http://schemas.microsoft.com/office/drawing/2014/main" id="{91A0EE4C-9849-2F64-4B5A-282547E68F82}"/>
                  </a:ext>
                </a:extLst>
              </p14:cNvPr>
              <p14:cNvContentPartPr/>
              <p14:nvPr/>
            </p14:nvContentPartPr>
            <p14:xfrm>
              <a:off x="6469490" y="3264348"/>
              <a:ext cx="69120" cy="10080"/>
            </p14:xfrm>
          </p:contentPart>
        </mc:Choice>
        <mc:Fallback>
          <p:pic>
            <p:nvPicPr>
              <p:cNvPr id="27" name="Рукописні дані 26">
                <a:extLst>
                  <a:ext uri="{FF2B5EF4-FFF2-40B4-BE49-F238E27FC236}">
                    <a16:creationId xmlns:a16="http://schemas.microsoft.com/office/drawing/2014/main" id="{91A0EE4C-9849-2F64-4B5A-282547E68F82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451490" y="3246348"/>
                <a:ext cx="104760" cy="45720"/>
              </a:xfrm>
              <a:prstGeom prst="rect">
                <a:avLst/>
              </a:prstGeom>
            </p:spPr>
          </p:pic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9BB2F461-FE3C-28B6-901F-3816987208C0}"/>
              </a:ext>
            </a:extLst>
          </p:cNvPr>
          <p:cNvSpPr txBox="1"/>
          <p:nvPr/>
        </p:nvSpPr>
        <p:spPr>
          <a:xfrm>
            <a:off x="757083" y="4896465"/>
            <a:ext cx="978309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Якщо всі виберуть 67, то </a:t>
            </a:r>
            <a:r>
              <a:rPr lang="en-US" dirty="0"/>
              <a:t>M=</a:t>
            </a:r>
            <a:r>
              <a:rPr lang="uk-UA" dirty="0"/>
              <a:t>67*</a:t>
            </a:r>
            <a:r>
              <a:rPr lang="en-US" dirty="0"/>
              <a:t>N/N=</a:t>
            </a:r>
            <a:r>
              <a:rPr lang="uk-UA" dirty="0"/>
              <a:t>67</a:t>
            </a:r>
            <a:r>
              <a:rPr lang="en-US" dirty="0"/>
              <a:t>, </a:t>
            </a:r>
            <a:r>
              <a:rPr lang="uk-UA" dirty="0"/>
              <a:t>а</a:t>
            </a:r>
            <a:r>
              <a:rPr lang="en-US" dirty="0"/>
              <a:t> C=2*M/3 = </a:t>
            </a:r>
            <a:r>
              <a:rPr lang="uk-UA" dirty="0"/>
              <a:t>134</a:t>
            </a:r>
            <a:r>
              <a:rPr lang="en-US" dirty="0"/>
              <a:t>/3 =</a:t>
            </a:r>
            <a:r>
              <a:rPr lang="uk-UA" dirty="0"/>
              <a:t>44</a:t>
            </a:r>
            <a:r>
              <a:rPr lang="en-US" dirty="0"/>
              <a:t>.7. </a:t>
            </a:r>
            <a:r>
              <a:rPr lang="uk-UA" dirty="0"/>
              <a:t>Тому найкраще  для перемоги буде вибрати число 67.</a:t>
            </a:r>
          </a:p>
          <a:p>
            <a:r>
              <a:rPr lang="uk-UA" dirty="0"/>
              <a:t>Тому вибір числа більшого за 47 – це знову </a:t>
            </a:r>
            <a:r>
              <a:rPr lang="uk-UA" dirty="0" err="1"/>
              <a:t>домінована</a:t>
            </a:r>
            <a:r>
              <a:rPr lang="uk-UA" dirty="0"/>
              <a:t> стратегія.</a:t>
            </a:r>
          </a:p>
          <a:p>
            <a:endParaRPr lang="uk-UA" dirty="0"/>
          </a:p>
          <a:p>
            <a:r>
              <a:rPr lang="uk-UA" dirty="0"/>
              <a:t>Таким чином, відкидаючи на наступних кроках всі </a:t>
            </a:r>
            <a:r>
              <a:rPr lang="uk-UA" dirty="0" err="1"/>
              <a:t>доміновані</a:t>
            </a:r>
            <a:r>
              <a:rPr lang="uk-UA" dirty="0"/>
              <a:t> стратегії прийдемо до висновку, що найкращим варіантом для всіх гравців є вибір числа 1.</a:t>
            </a:r>
          </a:p>
        </p:txBody>
      </p:sp>
      <p:grpSp>
        <p:nvGrpSpPr>
          <p:cNvPr id="31" name="Групувати 30">
            <a:extLst>
              <a:ext uri="{FF2B5EF4-FFF2-40B4-BE49-F238E27FC236}">
                <a16:creationId xmlns:a16="http://schemas.microsoft.com/office/drawing/2014/main" id="{FE3EC117-0088-1671-3D5C-1B755576A90C}"/>
              </a:ext>
            </a:extLst>
          </p:cNvPr>
          <p:cNvGrpSpPr/>
          <p:nvPr/>
        </p:nvGrpSpPr>
        <p:grpSpPr>
          <a:xfrm>
            <a:off x="6636530" y="3244188"/>
            <a:ext cx="205920" cy="247680"/>
            <a:chOff x="6636530" y="3244188"/>
            <a:chExt cx="205920" cy="247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9" name="Рукописні дані 28">
                  <a:extLst>
                    <a:ext uri="{FF2B5EF4-FFF2-40B4-BE49-F238E27FC236}">
                      <a16:creationId xmlns:a16="http://schemas.microsoft.com/office/drawing/2014/main" id="{E843B5A9-0DFE-5B35-2A9D-6D8372FA7DDC}"/>
                    </a:ext>
                  </a:extLst>
                </p14:cNvPr>
                <p14:cNvContentPartPr/>
                <p14:nvPr/>
              </p14:nvContentPartPr>
              <p14:xfrm>
                <a:off x="6666050" y="3244188"/>
                <a:ext cx="100440" cy="247680"/>
              </p14:xfrm>
            </p:contentPart>
          </mc:Choice>
          <mc:Fallback>
            <p:pic>
              <p:nvPicPr>
                <p:cNvPr id="29" name="Рукописні дані 28">
                  <a:extLst>
                    <a:ext uri="{FF2B5EF4-FFF2-40B4-BE49-F238E27FC236}">
                      <a16:creationId xmlns:a16="http://schemas.microsoft.com/office/drawing/2014/main" id="{E843B5A9-0DFE-5B35-2A9D-6D8372FA7DD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648050" y="3226188"/>
                  <a:ext cx="13608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0" name="Рукописні дані 29">
                  <a:extLst>
                    <a:ext uri="{FF2B5EF4-FFF2-40B4-BE49-F238E27FC236}">
                      <a16:creationId xmlns:a16="http://schemas.microsoft.com/office/drawing/2014/main" id="{C2048C3D-88F3-77F0-060C-E562893BBD73}"/>
                    </a:ext>
                  </a:extLst>
                </p14:cNvPr>
                <p14:cNvContentPartPr/>
                <p14:nvPr/>
              </p14:nvContentPartPr>
              <p14:xfrm>
                <a:off x="6636530" y="3411588"/>
                <a:ext cx="205920" cy="360"/>
              </p14:xfrm>
            </p:contentPart>
          </mc:Choice>
          <mc:Fallback>
            <p:pic>
              <p:nvPicPr>
                <p:cNvPr id="30" name="Рукописні дані 29">
                  <a:extLst>
                    <a:ext uri="{FF2B5EF4-FFF2-40B4-BE49-F238E27FC236}">
                      <a16:creationId xmlns:a16="http://schemas.microsoft.com/office/drawing/2014/main" id="{C2048C3D-88F3-77F0-060C-E562893BBD7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618498" y="3393588"/>
                  <a:ext cx="241622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Групувати 35">
            <a:extLst>
              <a:ext uri="{FF2B5EF4-FFF2-40B4-BE49-F238E27FC236}">
                <a16:creationId xmlns:a16="http://schemas.microsoft.com/office/drawing/2014/main" id="{FB2D886E-10EF-65B0-5433-66D801CBB1FE}"/>
              </a:ext>
            </a:extLst>
          </p:cNvPr>
          <p:cNvGrpSpPr/>
          <p:nvPr/>
        </p:nvGrpSpPr>
        <p:grpSpPr>
          <a:xfrm>
            <a:off x="5104730" y="3165708"/>
            <a:ext cx="434520" cy="565920"/>
            <a:chOff x="5104730" y="3165708"/>
            <a:chExt cx="434520" cy="565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5" name="Рукописні дані 24">
                  <a:extLst>
                    <a:ext uri="{FF2B5EF4-FFF2-40B4-BE49-F238E27FC236}">
                      <a16:creationId xmlns:a16="http://schemas.microsoft.com/office/drawing/2014/main" id="{4F29895F-B0C2-6767-B9B1-66BED302B39E}"/>
                    </a:ext>
                  </a:extLst>
                </p14:cNvPr>
                <p14:cNvContentPartPr/>
                <p14:nvPr/>
              </p14:nvContentPartPr>
              <p14:xfrm>
                <a:off x="5208410" y="3600228"/>
                <a:ext cx="43560" cy="131400"/>
              </p14:xfrm>
            </p:contentPart>
          </mc:Choice>
          <mc:Fallback>
            <p:pic>
              <p:nvPicPr>
                <p:cNvPr id="25" name="Рукописні дані 24">
                  <a:extLst>
                    <a:ext uri="{FF2B5EF4-FFF2-40B4-BE49-F238E27FC236}">
                      <a16:creationId xmlns:a16="http://schemas.microsoft.com/office/drawing/2014/main" id="{4F29895F-B0C2-6767-B9B1-66BED302B39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190770" y="3582588"/>
                  <a:ext cx="7920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6" name="Рукописні дані 25">
                  <a:extLst>
                    <a:ext uri="{FF2B5EF4-FFF2-40B4-BE49-F238E27FC236}">
                      <a16:creationId xmlns:a16="http://schemas.microsoft.com/office/drawing/2014/main" id="{2D2B05D9-1971-A2CC-5068-67606B980FD8}"/>
                    </a:ext>
                  </a:extLst>
                </p14:cNvPr>
                <p14:cNvContentPartPr/>
                <p14:nvPr/>
              </p14:nvContentPartPr>
              <p14:xfrm>
                <a:off x="5104730" y="3165708"/>
                <a:ext cx="97200" cy="228960"/>
              </p14:xfrm>
            </p:contentPart>
          </mc:Choice>
          <mc:Fallback>
            <p:pic>
              <p:nvPicPr>
                <p:cNvPr id="26" name="Рукописні дані 25">
                  <a:extLst>
                    <a:ext uri="{FF2B5EF4-FFF2-40B4-BE49-F238E27FC236}">
                      <a16:creationId xmlns:a16="http://schemas.microsoft.com/office/drawing/2014/main" id="{2D2B05D9-1971-A2CC-5068-67606B980FD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086730" y="3148068"/>
                  <a:ext cx="13284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2" name="Рукописні дані 31">
                  <a:extLst>
                    <a:ext uri="{FF2B5EF4-FFF2-40B4-BE49-F238E27FC236}">
                      <a16:creationId xmlns:a16="http://schemas.microsoft.com/office/drawing/2014/main" id="{958E3310-AFF1-BB0E-5227-A3E5497DAC44}"/>
                    </a:ext>
                  </a:extLst>
                </p14:cNvPr>
                <p14:cNvContentPartPr/>
                <p14:nvPr/>
              </p14:nvContentPartPr>
              <p14:xfrm>
                <a:off x="5240450" y="3274068"/>
                <a:ext cx="360" cy="360"/>
              </p14:xfrm>
            </p:contentPart>
          </mc:Choice>
          <mc:Fallback>
            <p:pic>
              <p:nvPicPr>
                <p:cNvPr id="32" name="Рукописні дані 31">
                  <a:extLst>
                    <a:ext uri="{FF2B5EF4-FFF2-40B4-BE49-F238E27FC236}">
                      <a16:creationId xmlns:a16="http://schemas.microsoft.com/office/drawing/2014/main" id="{958E3310-AFF1-BB0E-5227-A3E5497DAC4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222450" y="3256428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3" name="Рукописні дані 32">
                  <a:extLst>
                    <a:ext uri="{FF2B5EF4-FFF2-40B4-BE49-F238E27FC236}">
                      <a16:creationId xmlns:a16="http://schemas.microsoft.com/office/drawing/2014/main" id="{A8B61C6B-7D22-098F-D867-995CD8F5848E}"/>
                    </a:ext>
                  </a:extLst>
                </p14:cNvPr>
                <p14:cNvContentPartPr/>
                <p14:nvPr/>
              </p14:nvContentPartPr>
              <p14:xfrm>
                <a:off x="5196170" y="3274068"/>
                <a:ext cx="44640" cy="243720"/>
              </p14:xfrm>
            </p:contentPart>
          </mc:Choice>
          <mc:Fallback>
            <p:pic>
              <p:nvPicPr>
                <p:cNvPr id="33" name="Рукописні дані 32">
                  <a:extLst>
                    <a:ext uri="{FF2B5EF4-FFF2-40B4-BE49-F238E27FC236}">
                      <a16:creationId xmlns:a16="http://schemas.microsoft.com/office/drawing/2014/main" id="{A8B61C6B-7D22-098F-D867-995CD8F5848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178530" y="3256428"/>
                  <a:ext cx="8028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4" name="Рукописні дані 33">
                  <a:extLst>
                    <a:ext uri="{FF2B5EF4-FFF2-40B4-BE49-F238E27FC236}">
                      <a16:creationId xmlns:a16="http://schemas.microsoft.com/office/drawing/2014/main" id="{6C9C449A-E12F-674B-59F9-C206A96E858B}"/>
                    </a:ext>
                  </a:extLst>
                </p14:cNvPr>
                <p14:cNvContentPartPr/>
                <p14:nvPr/>
              </p14:nvContentPartPr>
              <p14:xfrm>
                <a:off x="5348450" y="3213948"/>
                <a:ext cx="101520" cy="245880"/>
              </p14:xfrm>
            </p:contentPart>
          </mc:Choice>
          <mc:Fallback>
            <p:pic>
              <p:nvPicPr>
                <p:cNvPr id="34" name="Рукописні дані 33">
                  <a:extLst>
                    <a:ext uri="{FF2B5EF4-FFF2-40B4-BE49-F238E27FC236}">
                      <a16:creationId xmlns:a16="http://schemas.microsoft.com/office/drawing/2014/main" id="{6C9C449A-E12F-674B-59F9-C206A96E858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330810" y="3195948"/>
                  <a:ext cx="13716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5" name="Рукописні дані 34">
                  <a:extLst>
                    <a:ext uri="{FF2B5EF4-FFF2-40B4-BE49-F238E27FC236}">
                      <a16:creationId xmlns:a16="http://schemas.microsoft.com/office/drawing/2014/main" id="{B3DB5313-9E57-99D5-D40E-47585A539BA2}"/>
                    </a:ext>
                  </a:extLst>
                </p14:cNvPr>
                <p14:cNvContentPartPr/>
                <p14:nvPr/>
              </p14:nvContentPartPr>
              <p14:xfrm>
                <a:off x="5309210" y="3388188"/>
                <a:ext cx="230040" cy="43200"/>
              </p14:xfrm>
            </p:contentPart>
          </mc:Choice>
          <mc:Fallback>
            <p:pic>
              <p:nvPicPr>
                <p:cNvPr id="35" name="Рукописні дані 34">
                  <a:extLst>
                    <a:ext uri="{FF2B5EF4-FFF2-40B4-BE49-F238E27FC236}">
                      <a16:creationId xmlns:a16="http://schemas.microsoft.com/office/drawing/2014/main" id="{B3DB5313-9E57-99D5-D40E-47585A539BA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291210" y="3370548"/>
                  <a:ext cx="265680" cy="78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0897913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7B7FA3-037C-FED8-75FD-D26917A5E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Ідея найкращої відповіді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Місце для вмісту 2">
                <a:extLst>
                  <a:ext uri="{FF2B5EF4-FFF2-40B4-BE49-F238E27FC236}">
                    <a16:creationId xmlns:a16="http://schemas.microsoft.com/office/drawing/2014/main" id="{675183CC-4CBE-4238-F669-94322893B0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uk-UA" dirty="0"/>
                  <a:t>Припустимо, що гравці вибір і-го гравця – це випадкова величина з рівномірного розподілу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ξ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0,100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</a:t>
                </a:r>
                <a:r>
                  <a:rPr lang="uk-UA" dirty="0"/>
                  <a:t>тоді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=50</m:t>
                    </m:r>
                  </m:oMath>
                </a14:m>
                <a:r>
                  <a:rPr lang="en-US" dirty="0"/>
                  <a:t> </a:t>
                </a:r>
                <a:r>
                  <a:rPr lang="uk-UA" dirty="0"/>
                  <a:t>і </a:t>
                </a:r>
                <a:r>
                  <a:rPr lang="en-US" dirty="0"/>
                  <a:t>C=2*50/3=33.3.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uk-UA" dirty="0"/>
                  <a:t>Отже, у такому випадку найкращою відповіддю є назвати число 33, проте повторивши попередні міркування отримаємо, що якщо всі виберуть 33, то тоді С=22 і найкращою відповіддю стає 14 і т. д.</a:t>
                </a:r>
                <a:br>
                  <a:rPr lang="uk-UA" dirty="0"/>
                </a:br>
                <a:br>
                  <a:rPr lang="uk-UA" dirty="0"/>
                </a:br>
                <a:r>
                  <a:rPr lang="uk-UA" dirty="0"/>
                  <a:t>Таким чином знову прийдемо до висновку, що рівновага настає, коли всі вибрали 1.</a:t>
                </a:r>
              </a:p>
            </p:txBody>
          </p:sp>
        </mc:Choice>
        <mc:Fallback>
          <p:sp>
            <p:nvSpPr>
              <p:cNvPr id="3" name="Місце для вмісту 2">
                <a:extLst>
                  <a:ext uri="{FF2B5EF4-FFF2-40B4-BE49-F238E27FC236}">
                    <a16:creationId xmlns:a16="http://schemas.microsoft.com/office/drawing/2014/main" id="{675183CC-4CBE-4238-F669-94322893B0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32" t="-1970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82257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5ED15-AA06-9F30-3EF7-0098CDAEC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C84F41-99EF-167F-321C-EC1A8B09C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Дубль два</a:t>
            </a:r>
            <a:r>
              <a:rPr lang="uk-UA" dirty="0">
                <a:sym typeface="Wingdings" panose="05000000000000000000" pitchFamily="2" charset="2"/>
              </a:rPr>
              <a:t></a:t>
            </a:r>
            <a:endParaRPr lang="uk-UA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Місце для вмісту 2">
                <a:extLst>
                  <a:ext uri="{FF2B5EF4-FFF2-40B4-BE49-F238E27FC236}">
                    <a16:creationId xmlns:a16="http://schemas.microsoft.com/office/drawing/2014/main" id="{C2822A0E-FBA5-78A0-01F4-C85B2EAF3DA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457200" indent="-457200">
                  <a:buAutoNum type="arabicPeriod"/>
                </a:pPr>
                <a:r>
                  <a:rPr lang="uk-UA" dirty="0"/>
                  <a:t>Загадайте ще раз число від 1 до 100</a:t>
                </a:r>
              </a:p>
              <a:p>
                <a:pPr marL="457200" indent="-457200">
                  <a:buAutoNum type="arabicPeriod"/>
                </a:pPr>
                <a:r>
                  <a:rPr lang="uk-UA" dirty="0"/>
                  <a:t>За загаданими числами обчислимо середнє значення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endParaRPr lang="en-US" dirty="0">
                  <a:solidFill>
                    <a:srgbClr val="00B050"/>
                  </a:solidFill>
                </a:endParaRPr>
              </a:p>
              <a:p>
                <a:pPr marL="457200" indent="-457200">
                  <a:buAutoNum type="arabicPeriod"/>
                </a:pPr>
                <a:r>
                  <a:rPr lang="uk-UA" dirty="0"/>
                  <a:t>Виграє той гравець, який загадав число найближче до числа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endParaRPr lang="en-US" dirty="0"/>
              </a:p>
              <a:p>
                <a:pPr marL="457200" indent="-457200">
                  <a:buAutoNum type="arabicPeriod"/>
                </a:pPr>
                <a:r>
                  <a:rPr lang="uk-UA" dirty="0"/>
                  <a:t>Всі переможці отримають +1 бал </a:t>
                </a:r>
              </a:p>
              <a:p>
                <a:pPr marL="0" indent="0">
                  <a:buNone/>
                </a:pPr>
                <a:endParaRPr lang="uk-UA" dirty="0"/>
              </a:p>
            </p:txBody>
          </p:sp>
        </mc:Choice>
        <mc:Fallback>
          <p:sp>
            <p:nvSpPr>
              <p:cNvPr id="3" name="Місце для вмісту 2">
                <a:extLst>
                  <a:ext uri="{FF2B5EF4-FFF2-40B4-BE49-F238E27FC236}">
                    <a16:creationId xmlns:a16="http://schemas.microsoft.com/office/drawing/2014/main" id="{C2822A0E-FBA5-78A0-01F4-C85B2EAF3D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32" t="-1970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4246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40693-AD74-072F-DBF5-BEA976CBA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3EEFA6-300D-BC17-7019-EC1AE12CA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Дубль Три</a:t>
            </a:r>
            <a:r>
              <a:rPr lang="uk-UA" dirty="0">
                <a:sym typeface="Wingdings" panose="05000000000000000000" pitchFamily="2" charset="2"/>
              </a:rPr>
              <a:t></a:t>
            </a:r>
            <a:endParaRPr lang="uk-UA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Місце для вмісту 2">
                <a:extLst>
                  <a:ext uri="{FF2B5EF4-FFF2-40B4-BE49-F238E27FC236}">
                    <a16:creationId xmlns:a16="http://schemas.microsoft.com/office/drawing/2014/main" id="{696C10C5-9F59-F7A6-EA94-DFA997ECC1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457200" indent="-457200">
                  <a:buAutoNum type="arabicPeriod"/>
                </a:pPr>
                <a:r>
                  <a:rPr lang="uk-UA" dirty="0"/>
                  <a:t>Загадайте ще раз число від 1 до 100</a:t>
                </a:r>
              </a:p>
              <a:p>
                <a:pPr marL="457200" indent="-457200">
                  <a:buAutoNum type="arabicPeriod"/>
                </a:pPr>
                <a:r>
                  <a:rPr lang="uk-UA" dirty="0"/>
                  <a:t>За загаданими числами обчислимо середнє значення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endParaRPr lang="en-US" dirty="0">
                  <a:solidFill>
                    <a:srgbClr val="00B050"/>
                  </a:solidFill>
                </a:endParaRPr>
              </a:p>
              <a:p>
                <a:pPr marL="457200" indent="-457200">
                  <a:buAutoNum type="arabicPeriod"/>
                </a:pPr>
                <a:r>
                  <a:rPr lang="uk-UA" dirty="0"/>
                  <a:t>Виграє той гравець, який загадав число найближче до числа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endParaRPr lang="en-US" dirty="0"/>
              </a:p>
              <a:p>
                <a:pPr marL="457200" indent="-457200">
                  <a:buAutoNum type="arabicPeriod"/>
                </a:pPr>
                <a:r>
                  <a:rPr lang="uk-UA" dirty="0"/>
                  <a:t>Всі хто </a:t>
                </a:r>
                <a:r>
                  <a:rPr lang="uk-UA" dirty="0">
                    <a:solidFill>
                      <a:schemeClr val="accent1"/>
                    </a:solidFill>
                  </a:rPr>
                  <a:t>програє</a:t>
                </a:r>
                <a:r>
                  <a:rPr lang="uk-UA" dirty="0"/>
                  <a:t> отримає -3</a:t>
                </a:r>
              </a:p>
              <a:p>
                <a:pPr marL="0" indent="0">
                  <a:buNone/>
                </a:pPr>
                <a:endParaRPr lang="uk-UA" dirty="0"/>
              </a:p>
            </p:txBody>
          </p:sp>
        </mc:Choice>
        <mc:Fallback>
          <p:sp>
            <p:nvSpPr>
              <p:cNvPr id="3" name="Місце для вмісту 2">
                <a:extLst>
                  <a:ext uri="{FF2B5EF4-FFF2-40B4-BE49-F238E27FC236}">
                    <a16:creationId xmlns:a16="http://schemas.microsoft.com/office/drawing/2014/main" id="{696C10C5-9F59-F7A6-EA94-DFA997ECC1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32" t="-1970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42033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27A4DA-6E80-6EB7-8CB6-3432700D0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Як грали інші люди</a:t>
            </a:r>
          </a:p>
        </p:txBody>
      </p:sp>
      <p:pic>
        <p:nvPicPr>
          <p:cNvPr id="9" name="Місце для вмісту 8" descr="Зображення, що містить текст, знімок екрана, Шрифт, Графік&#10;&#10;Вміст, створений ШІ, може бути неправильним.">
            <a:extLst>
              <a:ext uri="{FF2B5EF4-FFF2-40B4-BE49-F238E27FC236}">
                <a16:creationId xmlns:a16="http://schemas.microsoft.com/office/drawing/2014/main" id="{A138F609-5EA8-5994-70B9-F1FCA09775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8323" y="1787525"/>
            <a:ext cx="6945677" cy="4769834"/>
          </a:xfr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B0705EB-BB53-EBE3-211B-0FFC3BDA49CF}"/>
              </a:ext>
            </a:extLst>
          </p:cNvPr>
          <p:cNvSpPr txBox="1"/>
          <p:nvPr/>
        </p:nvSpPr>
        <p:spPr>
          <a:xfrm>
            <a:off x="314631" y="618802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dirty="0">
                <a:hlinkClick r:id="rId3"/>
              </a:rPr>
              <a:t>Джерело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6307182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4F8E8B-CEAA-5F43-BFF6-5A05DECFD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Нормальна (стратегічна) форма гри</a:t>
            </a:r>
          </a:p>
        </p:txBody>
      </p:sp>
      <p:graphicFrame>
        <p:nvGraphicFramePr>
          <p:cNvPr id="4" name="Місце для вмісту 3">
            <a:extLst>
              <a:ext uri="{FF2B5EF4-FFF2-40B4-BE49-F238E27FC236}">
                <a16:creationId xmlns:a16="http://schemas.microsoft.com/office/drawing/2014/main" id="{BC81E3BF-3658-FDE0-7315-95F10C1CF7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7986576"/>
              </p:ext>
            </p:extLst>
          </p:nvPr>
        </p:nvGraphicFramePr>
        <p:xfrm>
          <a:off x="685800" y="2370906"/>
          <a:ext cx="10820400" cy="2021840"/>
        </p:xfrm>
        <a:graphic>
          <a:graphicData uri="http://schemas.openxmlformats.org/drawingml/2006/table">
            <a:tbl>
              <a:tblPr firstRow="1" firstCol="1" bandRow="1">
                <a:tableStyleId>{93296810-A885-4BE3-A3E7-6D5BEEA58F35}</a:tableStyleId>
              </a:tblPr>
              <a:tblGrid>
                <a:gridCol w="2705100">
                  <a:extLst>
                    <a:ext uri="{9D8B030D-6E8A-4147-A177-3AD203B41FA5}">
                      <a16:colId xmlns:a16="http://schemas.microsoft.com/office/drawing/2014/main" val="4081891250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2337361144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2338970248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2203093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uk-UA" dirty="0"/>
                        <a:t>Другий гравець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3275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dirty="0"/>
                        <a:t>Стратегія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dirty="0"/>
                        <a:t>Стратегія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8657503"/>
                  </a:ext>
                </a:extLst>
              </a:tr>
              <a:tr h="545014">
                <a:tc rowSpan="2">
                  <a:txBody>
                    <a:bodyPr/>
                    <a:lstStyle/>
                    <a:p>
                      <a:r>
                        <a:rPr lang="uk-UA" dirty="0"/>
                        <a:t>Перший гравець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dirty="0"/>
                        <a:t>Стратегія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dirty="0"/>
                        <a:t>                   Виграш </a:t>
                      </a:r>
                      <a:r>
                        <a:rPr lang="en-US" dirty="0"/>
                        <a:t>2</a:t>
                      </a:r>
                      <a:r>
                        <a:rPr lang="uk-UA" dirty="0"/>
                        <a:t> </a:t>
                      </a:r>
                      <a:r>
                        <a:rPr lang="en-US" dirty="0"/>
                        <a:t>1</a:t>
                      </a:r>
                      <a:endParaRPr lang="uk-UA" dirty="0"/>
                    </a:p>
                    <a:p>
                      <a:r>
                        <a:rPr lang="uk-UA" dirty="0"/>
                        <a:t>Виграш 1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dirty="0"/>
                        <a:t>                   Виграш </a:t>
                      </a:r>
                      <a:r>
                        <a:rPr lang="en-US" dirty="0"/>
                        <a:t>2</a:t>
                      </a:r>
                      <a:r>
                        <a:rPr lang="uk-UA" dirty="0"/>
                        <a:t> 2</a:t>
                      </a:r>
                    </a:p>
                    <a:p>
                      <a:r>
                        <a:rPr lang="uk-UA" dirty="0"/>
                        <a:t>Виграш 1 </a:t>
                      </a:r>
                      <a:r>
                        <a:rPr lang="en-US" dirty="0"/>
                        <a:t>1</a:t>
                      </a:r>
                      <a:endParaRPr lang="uk-U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283998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dirty="0"/>
                        <a:t>Стратегія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dirty="0"/>
                        <a:t>                   Виграш 2 1</a:t>
                      </a:r>
                    </a:p>
                    <a:p>
                      <a:r>
                        <a:rPr lang="uk-UA" dirty="0"/>
                        <a:t>Виграш </a:t>
                      </a:r>
                      <a:r>
                        <a:rPr lang="en-US" dirty="0"/>
                        <a:t>1</a:t>
                      </a:r>
                      <a:r>
                        <a:rPr lang="uk-UA" dirty="0"/>
                        <a:t> </a:t>
                      </a:r>
                      <a:r>
                        <a:rPr lang="en-US" dirty="0"/>
                        <a:t>2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dirty="0"/>
                        <a:t>                  Виграш 2 2</a:t>
                      </a:r>
                    </a:p>
                    <a:p>
                      <a:r>
                        <a:rPr lang="uk-UA" dirty="0"/>
                        <a:t>Виграш </a:t>
                      </a:r>
                      <a:r>
                        <a:rPr lang="en-US" dirty="0"/>
                        <a:t>1</a:t>
                      </a:r>
                      <a:r>
                        <a:rPr lang="uk-UA" dirty="0"/>
                        <a:t>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51941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46757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61E0F4-ACEB-6E6E-62F9-F8E6DF0A4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Приклад Гри двох гравців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DC1019C-8ADA-B6C5-F7B9-15BA0D03A3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uk-UA" dirty="0"/>
              <a:t>Нехай маємо гру двох гравців. Правила гри: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uk-UA" b="1" dirty="0"/>
              <a:t>Гравець 1</a:t>
            </a:r>
            <a:r>
              <a:rPr lang="uk-UA" dirty="0"/>
              <a:t> рухається </a:t>
            </a:r>
            <a:r>
              <a:rPr lang="uk-UA" b="1" dirty="0"/>
              <a:t>вгору (</a:t>
            </a:r>
            <a:r>
              <a:rPr lang="en-US" b="1" dirty="0"/>
              <a:t>U), </a:t>
            </a:r>
            <a:r>
              <a:rPr lang="uk-UA" b="1" dirty="0"/>
              <a:t>вниз (</a:t>
            </a:r>
            <a:r>
              <a:rPr lang="en-US" b="1" dirty="0"/>
              <a:t>D) </a:t>
            </a:r>
            <a:r>
              <a:rPr lang="uk-UA" b="1" dirty="0"/>
              <a:t>або залишається на місці (</a:t>
            </a:r>
            <a:r>
              <a:rPr lang="en-US" b="1" dirty="0"/>
              <a:t>S)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uk-UA" b="1" dirty="0"/>
              <a:t>Гравець 2</a:t>
            </a:r>
            <a:r>
              <a:rPr lang="uk-UA" dirty="0"/>
              <a:t> рухається </a:t>
            </a:r>
            <a:r>
              <a:rPr lang="uk-UA" b="1" dirty="0"/>
              <a:t>вліво (</a:t>
            </a:r>
            <a:r>
              <a:rPr lang="en-US" b="1" dirty="0"/>
              <a:t>L), </a:t>
            </a:r>
            <a:r>
              <a:rPr lang="uk-UA" b="1" dirty="0"/>
              <a:t>вправо (</a:t>
            </a:r>
            <a:r>
              <a:rPr lang="en-US" b="1" dirty="0"/>
              <a:t>R) </a:t>
            </a:r>
            <a:r>
              <a:rPr lang="uk-UA" b="1" dirty="0"/>
              <a:t>або залишається на місці (</a:t>
            </a:r>
            <a:r>
              <a:rPr lang="en-US" b="1" dirty="0"/>
              <a:t>s)</a:t>
            </a:r>
            <a:r>
              <a:rPr lang="en-US" dirty="0"/>
              <a:t>.</a:t>
            </a:r>
            <a:endParaRPr lang="uk-UA" dirty="0"/>
          </a:p>
          <a:p>
            <a:pPr marL="0" indent="0">
              <a:buNone/>
            </a:pPr>
            <a:r>
              <a:rPr lang="uk-UA" dirty="0"/>
              <a:t>І нехай маємо таку нормальну форму гри: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uk-UA" dirty="0"/>
          </a:p>
        </p:txBody>
      </p:sp>
      <p:graphicFrame>
        <p:nvGraphicFramePr>
          <p:cNvPr id="4" name="Таблиця 3">
            <a:extLst>
              <a:ext uri="{FF2B5EF4-FFF2-40B4-BE49-F238E27FC236}">
                <a16:creationId xmlns:a16="http://schemas.microsoft.com/office/drawing/2014/main" id="{F84A4275-85B2-0448-2FCD-1BAF973D04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6384048"/>
              </p:ext>
            </p:extLst>
          </p:nvPr>
        </p:nvGraphicFramePr>
        <p:xfrm>
          <a:off x="2032000" y="4735325"/>
          <a:ext cx="8128000" cy="14833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4637254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9876258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947912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9444777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uk-UA" dirty="0"/>
                        <a:t>1\2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  <a:endParaRPr lang="uk-U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8315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(1,1)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(0,2)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(2,1)</a:t>
                      </a:r>
                      <a:endParaRPr lang="uk-U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0123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(2,2)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(1,1)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(0,0)</a:t>
                      </a:r>
                      <a:endParaRPr lang="uk-U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2406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(1,0)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(0,0)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(-1,1)</a:t>
                      </a:r>
                      <a:endParaRPr lang="uk-U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5315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10850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B8A64-BA92-0990-B3FD-CD1C3CA39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6BE031-FD13-32F5-45B3-F7B6958CD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uk-UA" dirty="0"/>
              <a:t>Приклад Гри</a:t>
            </a:r>
            <a:br>
              <a:rPr lang="uk-UA" dirty="0"/>
            </a:br>
            <a:r>
              <a:rPr lang="en-US" sz="2200" dirty="0"/>
              <a:t>(</a:t>
            </a:r>
            <a:r>
              <a:rPr lang="uk-UA" sz="2200" dirty="0"/>
              <a:t>Розв’язання відкиданням </a:t>
            </a:r>
            <a:r>
              <a:rPr lang="uk-UA" sz="2200" dirty="0" err="1"/>
              <a:t>домінованих</a:t>
            </a:r>
            <a:r>
              <a:rPr lang="uk-UA" sz="2200" dirty="0"/>
              <a:t> стратегій)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84217F4-F68A-6DEA-2345-EA14C67BFF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uk-UA" dirty="0"/>
              <a:t>Нехай маємо гру двох гравців. Правила гри: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uk-UA" b="1" dirty="0"/>
              <a:t>Гравець 1</a:t>
            </a:r>
            <a:r>
              <a:rPr lang="uk-UA" dirty="0"/>
              <a:t> рухається </a:t>
            </a:r>
            <a:r>
              <a:rPr lang="uk-UA" b="1" dirty="0"/>
              <a:t>вгору (</a:t>
            </a:r>
            <a:r>
              <a:rPr lang="en-US" b="1" dirty="0"/>
              <a:t>U), </a:t>
            </a:r>
            <a:r>
              <a:rPr lang="uk-UA" b="1" dirty="0"/>
              <a:t>вниз (</a:t>
            </a:r>
            <a:r>
              <a:rPr lang="en-US" b="1" dirty="0"/>
              <a:t>D) </a:t>
            </a:r>
            <a:r>
              <a:rPr lang="uk-UA" b="1" dirty="0"/>
              <a:t>або залишається на місці (</a:t>
            </a:r>
            <a:r>
              <a:rPr lang="en-US" b="1" dirty="0"/>
              <a:t>S)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uk-UA" b="1" dirty="0"/>
              <a:t>Гравець 2</a:t>
            </a:r>
            <a:r>
              <a:rPr lang="uk-UA" dirty="0"/>
              <a:t> рухається </a:t>
            </a:r>
            <a:r>
              <a:rPr lang="uk-UA" b="1" dirty="0"/>
              <a:t>вліво (</a:t>
            </a:r>
            <a:r>
              <a:rPr lang="en-US" b="1" dirty="0"/>
              <a:t>L), </a:t>
            </a:r>
            <a:r>
              <a:rPr lang="uk-UA" b="1" dirty="0"/>
              <a:t>вправо (</a:t>
            </a:r>
            <a:r>
              <a:rPr lang="en-US" b="1" dirty="0"/>
              <a:t>R) </a:t>
            </a:r>
            <a:r>
              <a:rPr lang="uk-UA" b="1" dirty="0"/>
              <a:t>або залишається на місці (</a:t>
            </a:r>
            <a:r>
              <a:rPr lang="en-US" b="1" dirty="0"/>
              <a:t>s)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uk-UA" dirty="0"/>
          </a:p>
        </p:txBody>
      </p:sp>
      <p:graphicFrame>
        <p:nvGraphicFramePr>
          <p:cNvPr id="4" name="Таблиця 3">
            <a:extLst>
              <a:ext uri="{FF2B5EF4-FFF2-40B4-BE49-F238E27FC236}">
                <a16:creationId xmlns:a16="http://schemas.microsoft.com/office/drawing/2014/main" id="{08A47E02-30D1-B616-1489-4480C661D636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4735325"/>
          <a:ext cx="8128000" cy="14833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4637254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9876258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947912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9444777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uk-UA" dirty="0"/>
                        <a:t>1\2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  <a:endParaRPr lang="uk-U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8315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(1,1)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(0,2)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(2,1)</a:t>
                      </a:r>
                      <a:endParaRPr lang="uk-U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0123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(2,2)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(1,1)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(0,0)</a:t>
                      </a:r>
                      <a:endParaRPr lang="uk-U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2406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(1,0)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(0,0)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(-1,1)</a:t>
                      </a:r>
                      <a:endParaRPr lang="uk-U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53157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Рукописні дані 4">
                <a:extLst>
                  <a:ext uri="{FF2B5EF4-FFF2-40B4-BE49-F238E27FC236}">
                    <a16:creationId xmlns:a16="http://schemas.microsoft.com/office/drawing/2014/main" id="{92838635-204B-6867-3843-AEA8783AF203}"/>
                  </a:ext>
                </a:extLst>
              </p14:cNvPr>
              <p14:cNvContentPartPr/>
              <p14:nvPr/>
            </p14:nvContentPartPr>
            <p14:xfrm>
              <a:off x="4267010" y="5810988"/>
              <a:ext cx="93600" cy="360"/>
            </p14:xfrm>
          </p:contentPart>
        </mc:Choice>
        <mc:Fallback>
          <p:pic>
            <p:nvPicPr>
              <p:cNvPr id="5" name="Рукописні дані 4">
                <a:extLst>
                  <a:ext uri="{FF2B5EF4-FFF2-40B4-BE49-F238E27FC236}">
                    <a16:creationId xmlns:a16="http://schemas.microsoft.com/office/drawing/2014/main" id="{92838635-204B-6867-3843-AEA8783AF20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49370" y="5792988"/>
                <a:ext cx="1292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Рукописні дані 5">
                <a:extLst>
                  <a:ext uri="{FF2B5EF4-FFF2-40B4-BE49-F238E27FC236}">
                    <a16:creationId xmlns:a16="http://schemas.microsoft.com/office/drawing/2014/main" id="{144CD353-C934-DF46-C121-1C097A14C861}"/>
                  </a:ext>
                </a:extLst>
              </p14:cNvPr>
              <p14:cNvContentPartPr/>
              <p14:nvPr/>
            </p14:nvContentPartPr>
            <p14:xfrm>
              <a:off x="4218050" y="6144708"/>
              <a:ext cx="217800" cy="360"/>
            </p14:xfrm>
          </p:contentPart>
        </mc:Choice>
        <mc:Fallback>
          <p:pic>
            <p:nvPicPr>
              <p:cNvPr id="6" name="Рукописні дані 5">
                <a:extLst>
                  <a:ext uri="{FF2B5EF4-FFF2-40B4-BE49-F238E27FC236}">
                    <a16:creationId xmlns:a16="http://schemas.microsoft.com/office/drawing/2014/main" id="{144CD353-C934-DF46-C121-1C097A14C86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200050" y="6127068"/>
                <a:ext cx="2534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Рукописні дані 6">
                <a:extLst>
                  <a:ext uri="{FF2B5EF4-FFF2-40B4-BE49-F238E27FC236}">
                    <a16:creationId xmlns:a16="http://schemas.microsoft.com/office/drawing/2014/main" id="{599FCD45-C42F-5B05-CF4B-062497A0E6F0}"/>
                  </a:ext>
                </a:extLst>
              </p14:cNvPr>
              <p14:cNvContentPartPr/>
              <p14:nvPr/>
            </p14:nvContentPartPr>
            <p14:xfrm>
              <a:off x="6253130" y="5830068"/>
              <a:ext cx="266760" cy="10440"/>
            </p14:xfrm>
          </p:contentPart>
        </mc:Choice>
        <mc:Fallback>
          <p:pic>
            <p:nvPicPr>
              <p:cNvPr id="7" name="Рукописні дані 6">
                <a:extLst>
                  <a:ext uri="{FF2B5EF4-FFF2-40B4-BE49-F238E27FC236}">
                    <a16:creationId xmlns:a16="http://schemas.microsoft.com/office/drawing/2014/main" id="{599FCD45-C42F-5B05-CF4B-062497A0E6F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235130" y="5812068"/>
                <a:ext cx="30240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8" name="Рукописні дані 7">
                <a:extLst>
                  <a:ext uri="{FF2B5EF4-FFF2-40B4-BE49-F238E27FC236}">
                    <a16:creationId xmlns:a16="http://schemas.microsoft.com/office/drawing/2014/main" id="{6F39F2A3-754F-1A23-6756-56CEBBDEBD7B}"/>
                  </a:ext>
                </a:extLst>
              </p14:cNvPr>
              <p14:cNvContentPartPr/>
              <p14:nvPr/>
            </p14:nvContentPartPr>
            <p14:xfrm>
              <a:off x="6253130" y="6184308"/>
              <a:ext cx="100800" cy="30600"/>
            </p14:xfrm>
          </p:contentPart>
        </mc:Choice>
        <mc:Fallback>
          <p:pic>
            <p:nvPicPr>
              <p:cNvPr id="8" name="Рукописні дані 7">
                <a:extLst>
                  <a:ext uri="{FF2B5EF4-FFF2-40B4-BE49-F238E27FC236}">
                    <a16:creationId xmlns:a16="http://schemas.microsoft.com/office/drawing/2014/main" id="{6F39F2A3-754F-1A23-6756-56CEBBDEBD7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235130" y="6166668"/>
                <a:ext cx="136440" cy="6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" name="Рукописні дані 8">
                <a:extLst>
                  <a:ext uri="{FF2B5EF4-FFF2-40B4-BE49-F238E27FC236}">
                    <a16:creationId xmlns:a16="http://schemas.microsoft.com/office/drawing/2014/main" id="{30924D8C-9BE0-8369-1747-39DDC79CF5EE}"/>
                  </a:ext>
                </a:extLst>
              </p14:cNvPr>
              <p14:cNvContentPartPr/>
              <p14:nvPr/>
            </p14:nvContentPartPr>
            <p14:xfrm>
              <a:off x="8210090" y="5800908"/>
              <a:ext cx="367200" cy="29880"/>
            </p14:xfrm>
          </p:contentPart>
        </mc:Choice>
        <mc:Fallback>
          <p:pic>
            <p:nvPicPr>
              <p:cNvPr id="9" name="Рукописні дані 8">
                <a:extLst>
                  <a:ext uri="{FF2B5EF4-FFF2-40B4-BE49-F238E27FC236}">
                    <a16:creationId xmlns:a16="http://schemas.microsoft.com/office/drawing/2014/main" id="{30924D8C-9BE0-8369-1747-39DDC79CF5E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192090" y="5783268"/>
                <a:ext cx="402840" cy="6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0" name="Рукописні дані 9">
                <a:extLst>
                  <a:ext uri="{FF2B5EF4-FFF2-40B4-BE49-F238E27FC236}">
                    <a16:creationId xmlns:a16="http://schemas.microsoft.com/office/drawing/2014/main" id="{11A80399-002F-A4A4-06D9-79F8F49CD5ED}"/>
                  </a:ext>
                </a:extLst>
              </p14:cNvPr>
              <p14:cNvContentPartPr/>
              <p14:nvPr/>
            </p14:nvContentPartPr>
            <p14:xfrm>
              <a:off x="8317730" y="6194028"/>
              <a:ext cx="147960" cy="360"/>
            </p14:xfrm>
          </p:contentPart>
        </mc:Choice>
        <mc:Fallback>
          <p:pic>
            <p:nvPicPr>
              <p:cNvPr id="10" name="Рукописні дані 9">
                <a:extLst>
                  <a:ext uri="{FF2B5EF4-FFF2-40B4-BE49-F238E27FC236}">
                    <a16:creationId xmlns:a16="http://schemas.microsoft.com/office/drawing/2014/main" id="{11A80399-002F-A4A4-06D9-79F8F49CD5E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300090" y="6176388"/>
                <a:ext cx="1836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Групувати 13">
            <a:extLst>
              <a:ext uri="{FF2B5EF4-FFF2-40B4-BE49-F238E27FC236}">
                <a16:creationId xmlns:a16="http://schemas.microsoft.com/office/drawing/2014/main" id="{F548BB35-8921-5468-5C62-E4161456A9C8}"/>
              </a:ext>
            </a:extLst>
          </p:cNvPr>
          <p:cNvGrpSpPr/>
          <p:nvPr/>
        </p:nvGrpSpPr>
        <p:grpSpPr>
          <a:xfrm>
            <a:off x="2359370" y="5918988"/>
            <a:ext cx="536760" cy="448920"/>
            <a:chOff x="2359370" y="5918988"/>
            <a:chExt cx="536760" cy="44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2" name="Рукописні дані 11">
                  <a:extLst>
                    <a:ext uri="{FF2B5EF4-FFF2-40B4-BE49-F238E27FC236}">
                      <a16:creationId xmlns:a16="http://schemas.microsoft.com/office/drawing/2014/main" id="{ECDEBB7C-F677-29F7-95B6-3FB51505C730}"/>
                    </a:ext>
                  </a:extLst>
                </p14:cNvPr>
                <p14:cNvContentPartPr/>
                <p14:nvPr/>
              </p14:nvContentPartPr>
              <p14:xfrm>
                <a:off x="2359370" y="5918988"/>
                <a:ext cx="536760" cy="315000"/>
              </p14:xfrm>
            </p:contentPart>
          </mc:Choice>
          <mc:Fallback>
            <p:pic>
              <p:nvPicPr>
                <p:cNvPr id="12" name="Рукописні дані 11">
                  <a:extLst>
                    <a:ext uri="{FF2B5EF4-FFF2-40B4-BE49-F238E27FC236}">
                      <a16:creationId xmlns:a16="http://schemas.microsoft.com/office/drawing/2014/main" id="{ECDEBB7C-F677-29F7-95B6-3FB51505C73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341730" y="5901348"/>
                  <a:ext cx="57240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3" name="Рукописні дані 12">
                  <a:extLst>
                    <a:ext uri="{FF2B5EF4-FFF2-40B4-BE49-F238E27FC236}">
                      <a16:creationId xmlns:a16="http://schemas.microsoft.com/office/drawing/2014/main" id="{1B9F53B9-B0AF-6DDB-A63E-78EC27BFC2D0}"/>
                    </a:ext>
                  </a:extLst>
                </p14:cNvPr>
                <p14:cNvContentPartPr/>
                <p14:nvPr/>
              </p14:nvContentPartPr>
              <p14:xfrm>
                <a:off x="2361170" y="5924388"/>
                <a:ext cx="519840" cy="443520"/>
              </p14:xfrm>
            </p:contentPart>
          </mc:Choice>
          <mc:Fallback>
            <p:pic>
              <p:nvPicPr>
                <p:cNvPr id="13" name="Рукописні дані 12">
                  <a:extLst>
                    <a:ext uri="{FF2B5EF4-FFF2-40B4-BE49-F238E27FC236}">
                      <a16:creationId xmlns:a16="http://schemas.microsoft.com/office/drawing/2014/main" id="{1B9F53B9-B0AF-6DDB-A63E-78EC27BFC2D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343530" y="5906748"/>
                  <a:ext cx="555480" cy="479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0394017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72DDC-A011-9694-7CBF-9ECC01862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398695-6E28-51DA-14CC-8E3BCDE6E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Приклад Гри</a:t>
            </a:r>
            <a:br>
              <a:rPr lang="en-US" dirty="0"/>
            </a:br>
            <a:r>
              <a:rPr lang="en-US" sz="2400" dirty="0"/>
              <a:t>(</a:t>
            </a:r>
            <a:r>
              <a:rPr lang="uk-UA" sz="2400" dirty="0"/>
              <a:t>Розв’язання відкиданням </a:t>
            </a:r>
            <a:r>
              <a:rPr lang="uk-UA" sz="2400" dirty="0" err="1"/>
              <a:t>домінованих</a:t>
            </a:r>
            <a:r>
              <a:rPr lang="uk-UA" sz="2400" dirty="0"/>
              <a:t> стратегій)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308DA152-67A3-F8D5-173F-477789EB41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uk-UA" dirty="0"/>
              <a:t>Нехай маємо гру двох гравців. Правила гри: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uk-UA" b="1" dirty="0"/>
              <a:t>Гравець 1</a:t>
            </a:r>
            <a:r>
              <a:rPr lang="uk-UA" dirty="0"/>
              <a:t> рухається </a:t>
            </a:r>
            <a:r>
              <a:rPr lang="uk-UA" b="1" dirty="0"/>
              <a:t>вгору (</a:t>
            </a:r>
            <a:r>
              <a:rPr lang="en-US" b="1" dirty="0"/>
              <a:t>U), </a:t>
            </a:r>
            <a:r>
              <a:rPr lang="uk-UA" b="1" dirty="0"/>
              <a:t>вниз (</a:t>
            </a:r>
            <a:r>
              <a:rPr lang="en-US" b="1" dirty="0"/>
              <a:t>D) </a:t>
            </a:r>
            <a:r>
              <a:rPr lang="uk-UA" b="1" dirty="0"/>
              <a:t>або залишається на місці (</a:t>
            </a:r>
            <a:r>
              <a:rPr lang="en-US" b="1" dirty="0"/>
              <a:t>S)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uk-UA" b="1" dirty="0"/>
              <a:t>Гравець 2</a:t>
            </a:r>
            <a:r>
              <a:rPr lang="uk-UA" dirty="0"/>
              <a:t> рухається </a:t>
            </a:r>
            <a:r>
              <a:rPr lang="uk-UA" b="1" dirty="0"/>
              <a:t>вліво (</a:t>
            </a:r>
            <a:r>
              <a:rPr lang="en-US" b="1" dirty="0"/>
              <a:t>L), </a:t>
            </a:r>
            <a:r>
              <a:rPr lang="uk-UA" b="1" dirty="0"/>
              <a:t>вправо (</a:t>
            </a:r>
            <a:r>
              <a:rPr lang="en-US" b="1" dirty="0"/>
              <a:t>R) </a:t>
            </a:r>
            <a:r>
              <a:rPr lang="uk-UA" b="1" dirty="0"/>
              <a:t>або залишається на місці (</a:t>
            </a:r>
            <a:r>
              <a:rPr lang="en-US" b="1" dirty="0"/>
              <a:t>s)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uk-UA" dirty="0"/>
          </a:p>
        </p:txBody>
      </p:sp>
      <p:graphicFrame>
        <p:nvGraphicFramePr>
          <p:cNvPr id="4" name="Таблиця 3">
            <a:extLst>
              <a:ext uri="{FF2B5EF4-FFF2-40B4-BE49-F238E27FC236}">
                <a16:creationId xmlns:a16="http://schemas.microsoft.com/office/drawing/2014/main" id="{2F73C771-1242-7A61-025C-269839022E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0609779"/>
              </p:ext>
            </p:extLst>
          </p:nvPr>
        </p:nvGraphicFramePr>
        <p:xfrm>
          <a:off x="2032000" y="4735325"/>
          <a:ext cx="6096000" cy="11125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4637254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9876258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94791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uk-UA" dirty="0"/>
                        <a:t>1\2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  <a:endParaRPr lang="uk-U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8315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(1,1)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(0,2)</a:t>
                      </a:r>
                      <a:endParaRPr lang="uk-U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0123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(2,2)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(1,1)</a:t>
                      </a:r>
                      <a:endParaRPr lang="uk-U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2406095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Рукописні дані 4">
                <a:extLst>
                  <a:ext uri="{FF2B5EF4-FFF2-40B4-BE49-F238E27FC236}">
                    <a16:creationId xmlns:a16="http://schemas.microsoft.com/office/drawing/2014/main" id="{21BE87E2-742D-9964-BE2F-BC3225612E3C}"/>
                  </a:ext>
                </a:extLst>
              </p14:cNvPr>
              <p14:cNvContentPartPr/>
              <p14:nvPr/>
            </p14:nvContentPartPr>
            <p14:xfrm>
              <a:off x="4493450" y="5427948"/>
              <a:ext cx="128520" cy="9360"/>
            </p14:xfrm>
          </p:contentPart>
        </mc:Choice>
        <mc:Fallback>
          <p:pic>
            <p:nvPicPr>
              <p:cNvPr id="5" name="Рукописні дані 4">
                <a:extLst>
                  <a:ext uri="{FF2B5EF4-FFF2-40B4-BE49-F238E27FC236}">
                    <a16:creationId xmlns:a16="http://schemas.microsoft.com/office/drawing/2014/main" id="{21BE87E2-742D-9964-BE2F-BC3225612E3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475450" y="5410308"/>
                <a:ext cx="16416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Рукописні дані 5">
                <a:extLst>
                  <a:ext uri="{FF2B5EF4-FFF2-40B4-BE49-F238E27FC236}">
                    <a16:creationId xmlns:a16="http://schemas.microsoft.com/office/drawing/2014/main" id="{CE8DF5B0-D564-14A4-9675-516ACA6914EC}"/>
                  </a:ext>
                </a:extLst>
              </p14:cNvPr>
              <p14:cNvContentPartPr/>
              <p14:nvPr/>
            </p14:nvContentPartPr>
            <p14:xfrm>
              <a:off x="6479210" y="5475828"/>
              <a:ext cx="197640" cy="10440"/>
            </p14:xfrm>
          </p:contentPart>
        </mc:Choice>
        <mc:Fallback>
          <p:pic>
            <p:nvPicPr>
              <p:cNvPr id="6" name="Рукописні дані 5">
                <a:extLst>
                  <a:ext uri="{FF2B5EF4-FFF2-40B4-BE49-F238E27FC236}">
                    <a16:creationId xmlns:a16="http://schemas.microsoft.com/office/drawing/2014/main" id="{CE8DF5B0-D564-14A4-9675-516ACA6914E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461210" y="5458188"/>
                <a:ext cx="23328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Рукописні дані 6">
                <a:extLst>
                  <a:ext uri="{FF2B5EF4-FFF2-40B4-BE49-F238E27FC236}">
                    <a16:creationId xmlns:a16="http://schemas.microsoft.com/office/drawing/2014/main" id="{564E1490-BE76-62B5-28A5-401100E1F86A}"/>
                  </a:ext>
                </a:extLst>
              </p14:cNvPr>
              <p14:cNvContentPartPr/>
              <p14:nvPr/>
            </p14:nvContentPartPr>
            <p14:xfrm>
              <a:off x="4493450" y="5810988"/>
              <a:ext cx="239760" cy="11160"/>
            </p14:xfrm>
          </p:contentPart>
        </mc:Choice>
        <mc:Fallback>
          <p:pic>
            <p:nvPicPr>
              <p:cNvPr id="7" name="Рукописні дані 6">
                <a:extLst>
                  <a:ext uri="{FF2B5EF4-FFF2-40B4-BE49-F238E27FC236}">
                    <a16:creationId xmlns:a16="http://schemas.microsoft.com/office/drawing/2014/main" id="{564E1490-BE76-62B5-28A5-401100E1F86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475450" y="5792988"/>
                <a:ext cx="27540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8" name="Рукописні дані 7">
                <a:extLst>
                  <a:ext uri="{FF2B5EF4-FFF2-40B4-BE49-F238E27FC236}">
                    <a16:creationId xmlns:a16="http://schemas.microsoft.com/office/drawing/2014/main" id="{A1D47ED5-DFD6-9976-858A-A32180D1B07D}"/>
                  </a:ext>
                </a:extLst>
              </p14:cNvPr>
              <p14:cNvContentPartPr/>
              <p14:nvPr/>
            </p14:nvContentPartPr>
            <p14:xfrm>
              <a:off x="6469490" y="5800908"/>
              <a:ext cx="221400" cy="20520"/>
            </p14:xfrm>
          </p:contentPart>
        </mc:Choice>
        <mc:Fallback>
          <p:pic>
            <p:nvPicPr>
              <p:cNvPr id="8" name="Рукописні дані 7">
                <a:extLst>
                  <a:ext uri="{FF2B5EF4-FFF2-40B4-BE49-F238E27FC236}">
                    <a16:creationId xmlns:a16="http://schemas.microsoft.com/office/drawing/2014/main" id="{A1D47ED5-DFD6-9976-858A-A32180D1B07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451490" y="5783268"/>
                <a:ext cx="257040" cy="56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Групувати 10">
            <a:extLst>
              <a:ext uri="{FF2B5EF4-FFF2-40B4-BE49-F238E27FC236}">
                <a16:creationId xmlns:a16="http://schemas.microsoft.com/office/drawing/2014/main" id="{5639721D-A2A3-566E-C82E-1C94D8EAA497}"/>
              </a:ext>
            </a:extLst>
          </p:cNvPr>
          <p:cNvGrpSpPr/>
          <p:nvPr/>
        </p:nvGrpSpPr>
        <p:grpSpPr>
          <a:xfrm>
            <a:off x="7256810" y="4650348"/>
            <a:ext cx="235440" cy="466920"/>
            <a:chOff x="7256810" y="4650348"/>
            <a:chExt cx="235440" cy="466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9" name="Рукописні дані 8">
                  <a:extLst>
                    <a:ext uri="{FF2B5EF4-FFF2-40B4-BE49-F238E27FC236}">
                      <a16:creationId xmlns:a16="http://schemas.microsoft.com/office/drawing/2014/main" id="{695CF3E9-9B75-B986-12C4-534B7CCB2A12}"/>
                    </a:ext>
                  </a:extLst>
                </p14:cNvPr>
                <p14:cNvContentPartPr/>
                <p14:nvPr/>
              </p14:nvContentPartPr>
              <p14:xfrm>
                <a:off x="7295330" y="4758708"/>
                <a:ext cx="170280" cy="247320"/>
              </p14:xfrm>
            </p:contentPart>
          </mc:Choice>
          <mc:Fallback>
            <p:pic>
              <p:nvPicPr>
                <p:cNvPr id="9" name="Рукописні дані 8">
                  <a:extLst>
                    <a:ext uri="{FF2B5EF4-FFF2-40B4-BE49-F238E27FC236}">
                      <a16:creationId xmlns:a16="http://schemas.microsoft.com/office/drawing/2014/main" id="{695CF3E9-9B75-B986-12C4-534B7CCB2A1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277690" y="4741068"/>
                  <a:ext cx="20592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0" name="Рукописні дані 9">
                  <a:extLst>
                    <a:ext uri="{FF2B5EF4-FFF2-40B4-BE49-F238E27FC236}">
                      <a16:creationId xmlns:a16="http://schemas.microsoft.com/office/drawing/2014/main" id="{A1F21FFC-93AC-E048-68A8-C9039522255A}"/>
                    </a:ext>
                  </a:extLst>
                </p14:cNvPr>
                <p14:cNvContentPartPr/>
                <p14:nvPr/>
              </p14:nvContentPartPr>
              <p14:xfrm>
                <a:off x="7256810" y="4650348"/>
                <a:ext cx="235440" cy="466920"/>
              </p14:xfrm>
            </p:contentPart>
          </mc:Choice>
          <mc:Fallback>
            <p:pic>
              <p:nvPicPr>
                <p:cNvPr id="10" name="Рукописні дані 9">
                  <a:extLst>
                    <a:ext uri="{FF2B5EF4-FFF2-40B4-BE49-F238E27FC236}">
                      <a16:creationId xmlns:a16="http://schemas.microsoft.com/office/drawing/2014/main" id="{A1F21FFC-93AC-E048-68A8-C9039522255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239170" y="4632708"/>
                  <a:ext cx="271080" cy="502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1082019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EEBB8-F229-3938-833B-E73F84CB7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888B67-28B3-77C8-50B6-F4992BACE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uk-UA" dirty="0"/>
              <a:t>Приклад Гри</a:t>
            </a:r>
            <a:br>
              <a:rPr lang="uk-UA" dirty="0"/>
            </a:br>
            <a:r>
              <a:rPr lang="en-US" sz="2200" dirty="0"/>
              <a:t>(</a:t>
            </a:r>
            <a:r>
              <a:rPr lang="uk-UA" sz="2200" dirty="0"/>
              <a:t>Розв’язання відкиданням </a:t>
            </a:r>
            <a:r>
              <a:rPr lang="uk-UA" sz="2200" dirty="0" err="1"/>
              <a:t>домінованих</a:t>
            </a:r>
            <a:r>
              <a:rPr lang="uk-UA" sz="2200" dirty="0"/>
              <a:t> стратегій)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7802FE0-4C76-4621-4F00-947EB93C48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uk-UA" dirty="0"/>
              <a:t>Нехай маємо гру двох гравців. Правила гри: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uk-UA" b="1" dirty="0"/>
              <a:t>Гравець 1</a:t>
            </a:r>
            <a:r>
              <a:rPr lang="uk-UA" dirty="0"/>
              <a:t> рухається </a:t>
            </a:r>
            <a:r>
              <a:rPr lang="uk-UA" b="1" dirty="0"/>
              <a:t>вгору (</a:t>
            </a:r>
            <a:r>
              <a:rPr lang="en-US" b="1" dirty="0"/>
              <a:t>U), </a:t>
            </a:r>
            <a:r>
              <a:rPr lang="uk-UA" b="1" dirty="0"/>
              <a:t>вниз (</a:t>
            </a:r>
            <a:r>
              <a:rPr lang="en-US" b="1" dirty="0"/>
              <a:t>D) </a:t>
            </a:r>
            <a:r>
              <a:rPr lang="uk-UA" b="1" dirty="0"/>
              <a:t>або залишається на місці (</a:t>
            </a:r>
            <a:r>
              <a:rPr lang="en-US" b="1" dirty="0"/>
              <a:t>S)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uk-UA" b="1" dirty="0"/>
              <a:t>Гравець 2</a:t>
            </a:r>
            <a:r>
              <a:rPr lang="uk-UA" dirty="0"/>
              <a:t> рухається </a:t>
            </a:r>
            <a:r>
              <a:rPr lang="uk-UA" b="1" dirty="0"/>
              <a:t>вліво (</a:t>
            </a:r>
            <a:r>
              <a:rPr lang="en-US" b="1" dirty="0"/>
              <a:t>L), </a:t>
            </a:r>
            <a:r>
              <a:rPr lang="uk-UA" b="1" dirty="0"/>
              <a:t>вправо (</a:t>
            </a:r>
            <a:r>
              <a:rPr lang="en-US" b="1" dirty="0"/>
              <a:t>R) </a:t>
            </a:r>
            <a:r>
              <a:rPr lang="uk-UA" b="1" dirty="0"/>
              <a:t>або залишається на місці (</a:t>
            </a:r>
            <a:r>
              <a:rPr lang="en-US" b="1" dirty="0"/>
              <a:t>s)</a:t>
            </a:r>
            <a:r>
              <a:rPr lang="en-US" dirty="0"/>
              <a:t>.</a:t>
            </a:r>
            <a:endParaRPr lang="uk-UA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uk-UA" dirty="0"/>
          </a:p>
        </p:txBody>
      </p:sp>
      <p:graphicFrame>
        <p:nvGraphicFramePr>
          <p:cNvPr id="4" name="Таблиця 3">
            <a:extLst>
              <a:ext uri="{FF2B5EF4-FFF2-40B4-BE49-F238E27FC236}">
                <a16:creationId xmlns:a16="http://schemas.microsoft.com/office/drawing/2014/main" id="{FD93DAC1-AA04-0051-9C55-52CBDFDA94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2259911"/>
              </p:ext>
            </p:extLst>
          </p:nvPr>
        </p:nvGraphicFramePr>
        <p:xfrm>
          <a:off x="2032000" y="4735325"/>
          <a:ext cx="4064000" cy="7416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4637254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987625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uk-UA" dirty="0"/>
                        <a:t>1\2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</a:t>
                      </a:r>
                      <a:endParaRPr lang="uk-U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8315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(2,2)</a:t>
                      </a:r>
                      <a:endParaRPr lang="uk-U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24060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99875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42DC5-FCCD-110A-13E0-DFED228FE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5031AA-6BF0-BFF8-FDD2-69D0F64FB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Приклад Гри</a:t>
            </a:r>
            <a:br>
              <a:rPr lang="uk-UA" dirty="0"/>
            </a:br>
            <a:r>
              <a:rPr lang="uk-UA" sz="2700" dirty="0"/>
              <a:t>(розв’язання методом найкращої відповіді)</a:t>
            </a:r>
            <a:endParaRPr lang="uk-UA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Місце для вмісту 2">
                <a:extLst>
                  <a:ext uri="{FF2B5EF4-FFF2-40B4-BE49-F238E27FC236}">
                    <a16:creationId xmlns:a16="http://schemas.microsoft.com/office/drawing/2014/main" id="{73EF67D1-C658-03FD-D766-32235FE0520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uk-UA" dirty="0"/>
                  <a:t>Нехай маємо гру двох гравців. Правила гри: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uk-UA" b="1" dirty="0"/>
                  <a:t>Гравець 1</a:t>
                </a:r>
                <a:r>
                  <a:rPr lang="uk-UA" dirty="0"/>
                  <a:t> рухається </a:t>
                </a:r>
                <a:r>
                  <a:rPr lang="uk-UA" b="1" dirty="0"/>
                  <a:t>вгору (</a:t>
                </a:r>
                <a:r>
                  <a:rPr lang="en-US" b="1" dirty="0"/>
                  <a:t>U), </a:t>
                </a:r>
                <a:r>
                  <a:rPr lang="uk-UA" b="1" dirty="0"/>
                  <a:t>вниз (</a:t>
                </a:r>
                <a:r>
                  <a:rPr lang="en-US" b="1" dirty="0"/>
                  <a:t>D) </a:t>
                </a:r>
                <a:r>
                  <a:rPr lang="uk-UA" b="1" dirty="0"/>
                  <a:t>або залишається на місці (</a:t>
                </a:r>
                <a:r>
                  <a:rPr lang="en-US" b="1" dirty="0"/>
                  <a:t>S)</a:t>
                </a:r>
                <a:r>
                  <a:rPr lang="en-US" dirty="0"/>
                  <a:t>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uk-UA" b="1" dirty="0"/>
                  <a:t>Гравець 2</a:t>
                </a:r>
                <a:r>
                  <a:rPr lang="uk-UA" dirty="0"/>
                  <a:t> рухається </a:t>
                </a:r>
                <a:r>
                  <a:rPr lang="uk-UA" b="1" dirty="0"/>
                  <a:t>вліво (</a:t>
                </a:r>
                <a:r>
                  <a:rPr lang="en-US" b="1" dirty="0"/>
                  <a:t>L), </a:t>
                </a:r>
                <a:r>
                  <a:rPr lang="uk-UA" b="1" dirty="0"/>
                  <a:t>вправо (</a:t>
                </a:r>
                <a:r>
                  <a:rPr lang="en-US" b="1" dirty="0"/>
                  <a:t>R) </a:t>
                </a:r>
                <a:r>
                  <a:rPr lang="uk-UA" b="1" dirty="0"/>
                  <a:t>або залишається на місці (</a:t>
                </a:r>
                <a:r>
                  <a:rPr lang="en-US" b="1" dirty="0"/>
                  <a:t>s)</a:t>
                </a:r>
                <a:r>
                  <a:rPr lang="en-US" dirty="0"/>
                  <a:t>.</a:t>
                </a:r>
                <a:endParaRPr lang="uk-UA" dirty="0"/>
              </a:p>
              <a:p>
                <a:pPr marL="0" indent="0">
                  <a:buNone/>
                </a:pPr>
                <a:r>
                  <a:rPr lang="uk-UA" dirty="0"/>
                  <a:t>Знайдемо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arg</m:t>
                            </m:r>
                            <m:r>
                              <m:rPr>
                                <m:sty m:val="p"/>
                              </m:rPr>
                              <a:rPr lang="en-US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uk-UA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uk-UA" dirty="0"/>
                  <a:t> Фіксуємо відповіді 2 гравця і вибираємо при цьому найкращі стратегії для першого.</a:t>
                </a:r>
                <a:endParaRPr lang="en-US" dirty="0"/>
              </a:p>
              <a:p>
                <a:pPr marL="0" indent="0">
                  <a:buNone/>
                </a:pPr>
                <a:endParaRPr lang="uk-UA" dirty="0"/>
              </a:p>
            </p:txBody>
          </p:sp>
        </mc:Choice>
        <mc:Fallback>
          <p:sp>
            <p:nvSpPr>
              <p:cNvPr id="3" name="Місце для вмісту 2">
                <a:extLst>
                  <a:ext uri="{FF2B5EF4-FFF2-40B4-BE49-F238E27FC236}">
                    <a16:creationId xmlns:a16="http://schemas.microsoft.com/office/drawing/2014/main" id="{73EF67D1-C658-03FD-D766-32235FE052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32" t="-1970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Таблиця 3">
            <a:extLst>
              <a:ext uri="{FF2B5EF4-FFF2-40B4-BE49-F238E27FC236}">
                <a16:creationId xmlns:a16="http://schemas.microsoft.com/office/drawing/2014/main" id="{B0744D3F-4551-053B-C7E6-6ECDCFB29D0A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4735325"/>
          <a:ext cx="8128000" cy="1483360"/>
        </p:xfrm>
        <a:graphic>
          <a:graphicData uri="http://schemas.openxmlformats.org/drawingml/2006/table">
            <a:tbl>
              <a:tblPr firstRow="1" firstCol="1" bandRow="1">
                <a:tableStyleId>{7DF18680-E054-41AD-8BC1-D1AEF772440D}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4637254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9876258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947912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9444777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uk-UA" dirty="0"/>
                        <a:t>1\2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  <a:endParaRPr lang="uk-U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8315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(1,1)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(0,2)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(2,1)</a:t>
                      </a:r>
                      <a:endParaRPr lang="uk-U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0123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(2,2)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(1,1)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(0,0)</a:t>
                      </a:r>
                      <a:endParaRPr lang="uk-U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2406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(1,0)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(0,0)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(-1,1)</a:t>
                      </a:r>
                      <a:endParaRPr lang="uk-U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53157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Рукописні дані 4">
                <a:extLst>
                  <a:ext uri="{FF2B5EF4-FFF2-40B4-BE49-F238E27FC236}">
                    <a16:creationId xmlns:a16="http://schemas.microsoft.com/office/drawing/2014/main" id="{8CE5E0EB-9EB5-65AB-6872-62A96D71B200}"/>
                  </a:ext>
                </a:extLst>
              </p14:cNvPr>
              <p14:cNvContentPartPr/>
              <p14:nvPr/>
            </p14:nvContentPartPr>
            <p14:xfrm>
              <a:off x="8239250" y="5396988"/>
              <a:ext cx="219240" cy="50760"/>
            </p14:xfrm>
          </p:contentPart>
        </mc:Choice>
        <mc:Fallback>
          <p:pic>
            <p:nvPicPr>
              <p:cNvPr id="5" name="Рукописні дані 4">
                <a:extLst>
                  <a:ext uri="{FF2B5EF4-FFF2-40B4-BE49-F238E27FC236}">
                    <a16:creationId xmlns:a16="http://schemas.microsoft.com/office/drawing/2014/main" id="{8CE5E0EB-9EB5-65AB-6872-62A96D71B20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33130" y="5390868"/>
                <a:ext cx="231480" cy="6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Рукописні дані 5">
                <a:extLst>
                  <a:ext uri="{FF2B5EF4-FFF2-40B4-BE49-F238E27FC236}">
                    <a16:creationId xmlns:a16="http://schemas.microsoft.com/office/drawing/2014/main" id="{C86862D9-9794-6CAE-6A9A-9A0095AB25D5}"/>
                  </a:ext>
                </a:extLst>
              </p14:cNvPr>
              <p14:cNvContentPartPr/>
              <p14:nvPr/>
            </p14:nvContentPartPr>
            <p14:xfrm>
              <a:off x="4190330" y="5790828"/>
              <a:ext cx="166320" cy="71640"/>
            </p14:xfrm>
          </p:contentPart>
        </mc:Choice>
        <mc:Fallback>
          <p:pic>
            <p:nvPicPr>
              <p:cNvPr id="6" name="Рукописні дані 5">
                <a:extLst>
                  <a:ext uri="{FF2B5EF4-FFF2-40B4-BE49-F238E27FC236}">
                    <a16:creationId xmlns:a16="http://schemas.microsoft.com/office/drawing/2014/main" id="{C86862D9-9794-6CAE-6A9A-9A0095AB25D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184210" y="5784708"/>
                <a:ext cx="178560" cy="8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Рукописні дані 6">
                <a:extLst>
                  <a:ext uri="{FF2B5EF4-FFF2-40B4-BE49-F238E27FC236}">
                    <a16:creationId xmlns:a16="http://schemas.microsoft.com/office/drawing/2014/main" id="{A8EEF345-15CD-B216-F7BC-3916F5DBC157}"/>
                  </a:ext>
                </a:extLst>
              </p14:cNvPr>
              <p14:cNvContentPartPr/>
              <p14:nvPr/>
            </p14:nvContentPartPr>
            <p14:xfrm>
              <a:off x="4171970" y="6177108"/>
              <a:ext cx="203040" cy="27000"/>
            </p14:xfrm>
          </p:contentPart>
        </mc:Choice>
        <mc:Fallback>
          <p:pic>
            <p:nvPicPr>
              <p:cNvPr id="7" name="Рукописні дані 6">
                <a:extLst>
                  <a:ext uri="{FF2B5EF4-FFF2-40B4-BE49-F238E27FC236}">
                    <a16:creationId xmlns:a16="http://schemas.microsoft.com/office/drawing/2014/main" id="{A8EEF345-15CD-B216-F7BC-3916F5DBC15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165850" y="6170988"/>
                <a:ext cx="215280" cy="39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172777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46B3B-D4CB-6153-137C-BEF5F7C48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1AD3BE-D13D-B446-5E89-8155B7692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Приклад Гри</a:t>
            </a:r>
            <a:br>
              <a:rPr lang="uk-UA" dirty="0"/>
            </a:br>
            <a:r>
              <a:rPr lang="uk-UA" sz="2700" dirty="0"/>
              <a:t>(розв’язання методом найкращої відповіді)</a:t>
            </a:r>
            <a:endParaRPr lang="uk-UA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Місце для вмісту 2">
                <a:extLst>
                  <a:ext uri="{FF2B5EF4-FFF2-40B4-BE49-F238E27FC236}">
                    <a16:creationId xmlns:a16="http://schemas.microsoft.com/office/drawing/2014/main" id="{7DEA4DC3-DDA8-CCA4-EDC5-DBA1103254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uk-UA" dirty="0"/>
                  <a:t>Нехай маємо гру двох гравців. Правила гри: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uk-UA" b="1" dirty="0"/>
                  <a:t>Гравець 1</a:t>
                </a:r>
                <a:r>
                  <a:rPr lang="uk-UA" dirty="0"/>
                  <a:t> рухається </a:t>
                </a:r>
                <a:r>
                  <a:rPr lang="uk-UA" b="1" dirty="0"/>
                  <a:t>вгору (</a:t>
                </a:r>
                <a:r>
                  <a:rPr lang="en-US" b="1" dirty="0"/>
                  <a:t>U), </a:t>
                </a:r>
                <a:r>
                  <a:rPr lang="uk-UA" b="1" dirty="0"/>
                  <a:t>вниз (</a:t>
                </a:r>
                <a:r>
                  <a:rPr lang="en-US" b="1" dirty="0"/>
                  <a:t>D) </a:t>
                </a:r>
                <a:r>
                  <a:rPr lang="uk-UA" b="1" dirty="0"/>
                  <a:t>або залишається на місці (</a:t>
                </a:r>
                <a:r>
                  <a:rPr lang="en-US" b="1" dirty="0"/>
                  <a:t>S)</a:t>
                </a:r>
                <a:r>
                  <a:rPr lang="en-US" dirty="0"/>
                  <a:t>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uk-UA" b="1" dirty="0"/>
                  <a:t>Гравець 2</a:t>
                </a:r>
                <a:r>
                  <a:rPr lang="uk-UA" dirty="0"/>
                  <a:t> рухається </a:t>
                </a:r>
                <a:r>
                  <a:rPr lang="uk-UA" b="1" dirty="0"/>
                  <a:t>вліво (</a:t>
                </a:r>
                <a:r>
                  <a:rPr lang="en-US" b="1" dirty="0"/>
                  <a:t>L), </a:t>
                </a:r>
                <a:r>
                  <a:rPr lang="uk-UA" b="1" dirty="0"/>
                  <a:t>вправо (</a:t>
                </a:r>
                <a:r>
                  <a:rPr lang="en-US" b="1" dirty="0"/>
                  <a:t>R) </a:t>
                </a:r>
                <a:r>
                  <a:rPr lang="uk-UA" b="1" dirty="0"/>
                  <a:t>або залишається на місці (</a:t>
                </a:r>
                <a:r>
                  <a:rPr lang="en-US" b="1" dirty="0"/>
                  <a:t>s)</a:t>
                </a:r>
                <a:r>
                  <a:rPr lang="en-US" dirty="0"/>
                  <a:t>.</a:t>
                </a:r>
                <a:endParaRPr lang="uk-UA" dirty="0"/>
              </a:p>
              <a:p>
                <a:pPr marL="0" indent="0">
                  <a:buNone/>
                </a:pPr>
                <a:r>
                  <a:rPr lang="uk-UA" dirty="0"/>
                  <a:t>Знайдемо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arg</m:t>
                            </m:r>
                            <m:r>
                              <m:rPr>
                                <m:sty m:val="p"/>
                              </m:rPr>
                              <a:rPr lang="en-US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uk-UA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uk-UA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uk-UA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uk-UA" dirty="0"/>
                  <a:t> Фіксуємо відповіді 1 гравця і вибираємо при цьому найкращі стратегії для другого.</a:t>
                </a:r>
                <a:endParaRPr lang="en-US" dirty="0"/>
              </a:p>
              <a:p>
                <a:pPr marL="0" indent="0">
                  <a:buNone/>
                </a:pPr>
                <a:endParaRPr lang="uk-UA" dirty="0"/>
              </a:p>
            </p:txBody>
          </p:sp>
        </mc:Choice>
        <mc:Fallback>
          <p:sp>
            <p:nvSpPr>
              <p:cNvPr id="3" name="Місце для вмісту 2">
                <a:extLst>
                  <a:ext uri="{FF2B5EF4-FFF2-40B4-BE49-F238E27FC236}">
                    <a16:creationId xmlns:a16="http://schemas.microsoft.com/office/drawing/2014/main" id="{7DEA4DC3-DDA8-CCA4-EDC5-DBA1103254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32" t="-1970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Таблиця 3">
            <a:extLst>
              <a:ext uri="{FF2B5EF4-FFF2-40B4-BE49-F238E27FC236}">
                <a16:creationId xmlns:a16="http://schemas.microsoft.com/office/drawing/2014/main" id="{72F0232E-E95F-A8EA-40BE-42C80B231497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4735325"/>
          <a:ext cx="8128000" cy="1483360"/>
        </p:xfrm>
        <a:graphic>
          <a:graphicData uri="http://schemas.openxmlformats.org/drawingml/2006/table">
            <a:tbl>
              <a:tblPr firstRow="1" firstCol="1" bandRow="1">
                <a:tableStyleId>{7DF18680-E054-41AD-8BC1-D1AEF772440D}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4637254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9876258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947912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9444777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uk-UA" dirty="0"/>
                        <a:t>1\2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  <a:endParaRPr lang="uk-U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8315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(1,1)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(0,2)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(2,1)</a:t>
                      </a:r>
                      <a:endParaRPr lang="uk-U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0123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(2,2)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(1,1)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(0,0)</a:t>
                      </a:r>
                      <a:endParaRPr lang="uk-U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2406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(1,0)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(0,0)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(-1,1)</a:t>
                      </a:r>
                      <a:endParaRPr lang="uk-U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53157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Рукописні дані 4">
                <a:extLst>
                  <a:ext uri="{FF2B5EF4-FFF2-40B4-BE49-F238E27FC236}">
                    <a16:creationId xmlns:a16="http://schemas.microsoft.com/office/drawing/2014/main" id="{FFD3E612-E1EE-F5D4-9125-7669AB7E41BB}"/>
                  </a:ext>
                </a:extLst>
              </p14:cNvPr>
              <p14:cNvContentPartPr/>
              <p14:nvPr/>
            </p14:nvContentPartPr>
            <p14:xfrm>
              <a:off x="8239250" y="5396988"/>
              <a:ext cx="219240" cy="50760"/>
            </p14:xfrm>
          </p:contentPart>
        </mc:Choice>
        <mc:Fallback>
          <p:pic>
            <p:nvPicPr>
              <p:cNvPr id="5" name="Рукописні дані 4">
                <a:extLst>
                  <a:ext uri="{FF2B5EF4-FFF2-40B4-BE49-F238E27FC236}">
                    <a16:creationId xmlns:a16="http://schemas.microsoft.com/office/drawing/2014/main" id="{FFD3E612-E1EE-F5D4-9125-7669AB7E41B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33120" y="5390868"/>
                <a:ext cx="231500" cy="6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Рукописні дані 5">
                <a:extLst>
                  <a:ext uri="{FF2B5EF4-FFF2-40B4-BE49-F238E27FC236}">
                    <a16:creationId xmlns:a16="http://schemas.microsoft.com/office/drawing/2014/main" id="{3F4B5A45-BCA0-1D69-1C97-83BC2588736F}"/>
                  </a:ext>
                </a:extLst>
              </p14:cNvPr>
              <p14:cNvContentPartPr/>
              <p14:nvPr/>
            </p14:nvContentPartPr>
            <p14:xfrm>
              <a:off x="4190330" y="5790828"/>
              <a:ext cx="166320" cy="71640"/>
            </p14:xfrm>
          </p:contentPart>
        </mc:Choice>
        <mc:Fallback>
          <p:pic>
            <p:nvPicPr>
              <p:cNvPr id="6" name="Рукописні дані 5">
                <a:extLst>
                  <a:ext uri="{FF2B5EF4-FFF2-40B4-BE49-F238E27FC236}">
                    <a16:creationId xmlns:a16="http://schemas.microsoft.com/office/drawing/2014/main" id="{3F4B5A45-BCA0-1D69-1C97-83BC2588736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184210" y="5784677"/>
                <a:ext cx="178560" cy="839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Рукописні дані 6">
                <a:extLst>
                  <a:ext uri="{FF2B5EF4-FFF2-40B4-BE49-F238E27FC236}">
                    <a16:creationId xmlns:a16="http://schemas.microsoft.com/office/drawing/2014/main" id="{3695AF94-5626-4883-4FDA-1A6106FD126D}"/>
                  </a:ext>
                </a:extLst>
              </p14:cNvPr>
              <p14:cNvContentPartPr/>
              <p14:nvPr/>
            </p14:nvContentPartPr>
            <p14:xfrm>
              <a:off x="4171970" y="6177108"/>
              <a:ext cx="203040" cy="27000"/>
            </p14:xfrm>
          </p:contentPart>
        </mc:Choice>
        <mc:Fallback>
          <p:pic>
            <p:nvPicPr>
              <p:cNvPr id="7" name="Рукописні дані 6">
                <a:extLst>
                  <a:ext uri="{FF2B5EF4-FFF2-40B4-BE49-F238E27FC236}">
                    <a16:creationId xmlns:a16="http://schemas.microsoft.com/office/drawing/2014/main" id="{3695AF94-5626-4883-4FDA-1A6106FD126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165861" y="6170988"/>
                <a:ext cx="215258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8" name="Рукописні дані 7">
                <a:extLst>
                  <a:ext uri="{FF2B5EF4-FFF2-40B4-BE49-F238E27FC236}">
                    <a16:creationId xmlns:a16="http://schemas.microsoft.com/office/drawing/2014/main" id="{42A49C57-594A-3EF2-FEC8-47D5A81034B0}"/>
                  </a:ext>
                </a:extLst>
              </p14:cNvPr>
              <p14:cNvContentPartPr/>
              <p14:nvPr/>
            </p14:nvContentPartPr>
            <p14:xfrm>
              <a:off x="6498290" y="5417148"/>
              <a:ext cx="233640" cy="10800"/>
            </p14:xfrm>
          </p:contentPart>
        </mc:Choice>
        <mc:Fallback>
          <p:pic>
            <p:nvPicPr>
              <p:cNvPr id="8" name="Рукописні дані 7">
                <a:extLst>
                  <a:ext uri="{FF2B5EF4-FFF2-40B4-BE49-F238E27FC236}">
                    <a16:creationId xmlns:a16="http://schemas.microsoft.com/office/drawing/2014/main" id="{42A49C57-594A-3EF2-FEC8-47D5A81034B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480290" y="5399148"/>
                <a:ext cx="26928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9" name="Рукописні дані 8">
                <a:extLst>
                  <a:ext uri="{FF2B5EF4-FFF2-40B4-BE49-F238E27FC236}">
                    <a16:creationId xmlns:a16="http://schemas.microsoft.com/office/drawing/2014/main" id="{D964A2E5-7E7C-23B0-669A-6E88BED473CA}"/>
                  </a:ext>
                </a:extLst>
              </p14:cNvPr>
              <p14:cNvContentPartPr/>
              <p14:nvPr/>
            </p14:nvContentPartPr>
            <p14:xfrm>
              <a:off x="4473290" y="5780028"/>
              <a:ext cx="149400" cy="50760"/>
            </p14:xfrm>
          </p:contentPart>
        </mc:Choice>
        <mc:Fallback>
          <p:pic>
            <p:nvPicPr>
              <p:cNvPr id="9" name="Рукописні дані 8">
                <a:extLst>
                  <a:ext uri="{FF2B5EF4-FFF2-40B4-BE49-F238E27FC236}">
                    <a16:creationId xmlns:a16="http://schemas.microsoft.com/office/drawing/2014/main" id="{D964A2E5-7E7C-23B0-669A-6E88BED473C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455650" y="5762028"/>
                <a:ext cx="18504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0" name="Рукописні дані 9">
                <a:extLst>
                  <a:ext uri="{FF2B5EF4-FFF2-40B4-BE49-F238E27FC236}">
                    <a16:creationId xmlns:a16="http://schemas.microsoft.com/office/drawing/2014/main" id="{1BEB442E-66D1-05A2-BAD4-3A5A6A874A2A}"/>
                  </a:ext>
                </a:extLst>
              </p14:cNvPr>
              <p14:cNvContentPartPr/>
              <p14:nvPr/>
            </p14:nvContentPartPr>
            <p14:xfrm>
              <a:off x="8533370" y="6184308"/>
              <a:ext cx="245880" cy="360"/>
            </p14:xfrm>
          </p:contentPart>
        </mc:Choice>
        <mc:Fallback>
          <p:pic>
            <p:nvPicPr>
              <p:cNvPr id="10" name="Рукописні дані 9">
                <a:extLst>
                  <a:ext uri="{FF2B5EF4-FFF2-40B4-BE49-F238E27FC236}">
                    <a16:creationId xmlns:a16="http://schemas.microsoft.com/office/drawing/2014/main" id="{1BEB442E-66D1-05A2-BAD4-3A5A6A874A2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515730" y="6166668"/>
                <a:ext cx="28152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614793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DA018-42C4-F84F-03B2-DBC8248A9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15BEBB-6027-5627-804E-B0633613A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Приклад Гри</a:t>
            </a:r>
            <a:br>
              <a:rPr lang="uk-UA" dirty="0"/>
            </a:br>
            <a:r>
              <a:rPr lang="uk-UA" sz="2700" dirty="0"/>
              <a:t>(розв’язання методом найкращої відповіді)</a:t>
            </a:r>
            <a:endParaRPr lang="uk-UA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Місце для вмісту 2">
                <a:extLst>
                  <a:ext uri="{FF2B5EF4-FFF2-40B4-BE49-F238E27FC236}">
                    <a16:creationId xmlns:a16="http://schemas.microsoft.com/office/drawing/2014/main" id="{8220157E-24CD-DD1C-F693-DFF8D324E4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uk-UA" dirty="0"/>
                  <a:t>Нехай маємо гру двох гравців. Правила гри: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uk-UA" b="1" dirty="0"/>
                  <a:t>Гравець 1</a:t>
                </a:r>
                <a:r>
                  <a:rPr lang="uk-UA" dirty="0"/>
                  <a:t> рухається </a:t>
                </a:r>
                <a:r>
                  <a:rPr lang="uk-UA" b="1" dirty="0"/>
                  <a:t>вгору (</a:t>
                </a:r>
                <a:r>
                  <a:rPr lang="en-US" b="1" dirty="0"/>
                  <a:t>U), </a:t>
                </a:r>
                <a:r>
                  <a:rPr lang="uk-UA" b="1" dirty="0"/>
                  <a:t>вниз (</a:t>
                </a:r>
                <a:r>
                  <a:rPr lang="en-US" b="1" dirty="0"/>
                  <a:t>D) </a:t>
                </a:r>
                <a:r>
                  <a:rPr lang="uk-UA" b="1" dirty="0"/>
                  <a:t>або залишається на місці (</a:t>
                </a:r>
                <a:r>
                  <a:rPr lang="en-US" b="1" dirty="0"/>
                  <a:t>S)</a:t>
                </a:r>
                <a:r>
                  <a:rPr lang="en-US" dirty="0"/>
                  <a:t>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uk-UA" b="1" dirty="0"/>
                  <a:t>Гравець 2</a:t>
                </a:r>
                <a:r>
                  <a:rPr lang="uk-UA" dirty="0"/>
                  <a:t> рухається </a:t>
                </a:r>
                <a:r>
                  <a:rPr lang="uk-UA" b="1" dirty="0"/>
                  <a:t>вліво (</a:t>
                </a:r>
                <a:r>
                  <a:rPr lang="en-US" b="1" dirty="0"/>
                  <a:t>L), </a:t>
                </a:r>
                <a:r>
                  <a:rPr lang="uk-UA" b="1" dirty="0"/>
                  <a:t>вправо (</a:t>
                </a:r>
                <a:r>
                  <a:rPr lang="en-US" b="1" dirty="0"/>
                  <a:t>R) </a:t>
                </a:r>
                <a:r>
                  <a:rPr lang="uk-UA" b="1" dirty="0"/>
                  <a:t>або залишається на місці (</a:t>
                </a:r>
                <a:r>
                  <a:rPr lang="en-US" b="1" dirty="0"/>
                  <a:t>s)</a:t>
                </a:r>
                <a:r>
                  <a:rPr lang="en-US" dirty="0"/>
                  <a:t>.</a:t>
                </a:r>
                <a:endParaRPr lang="uk-UA" dirty="0"/>
              </a:p>
              <a:p>
                <a:pPr marL="0" indent="0">
                  <a:buNone/>
                </a:pPr>
                <a:r>
                  <a:rPr lang="uk-UA" dirty="0"/>
                  <a:t>Знайдемо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arg</m:t>
                            </m:r>
                            <m:r>
                              <m:rPr>
                                <m:sty m:val="p"/>
                              </m:rPr>
                              <a:rPr lang="en-US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uk-UA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uk-UA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uk-UA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uk-UA" dirty="0"/>
                  <a:t> Фіксуємо відповіді 1 гравця і вибираємо при цьому найкращі стратегії для другого.</a:t>
                </a:r>
                <a:endParaRPr lang="en-US" dirty="0"/>
              </a:p>
              <a:p>
                <a:pPr marL="0" indent="0">
                  <a:buNone/>
                </a:pPr>
                <a:endParaRPr lang="uk-UA" dirty="0"/>
              </a:p>
            </p:txBody>
          </p:sp>
        </mc:Choice>
        <mc:Fallback>
          <p:sp>
            <p:nvSpPr>
              <p:cNvPr id="3" name="Місце для вмісту 2">
                <a:extLst>
                  <a:ext uri="{FF2B5EF4-FFF2-40B4-BE49-F238E27FC236}">
                    <a16:creationId xmlns:a16="http://schemas.microsoft.com/office/drawing/2014/main" id="{8220157E-24CD-DD1C-F693-DFF8D324E4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32" t="-1970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Таблиця 3">
            <a:extLst>
              <a:ext uri="{FF2B5EF4-FFF2-40B4-BE49-F238E27FC236}">
                <a16:creationId xmlns:a16="http://schemas.microsoft.com/office/drawing/2014/main" id="{3DEB7FA9-63CF-98D1-F859-4E9AE2114965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4735325"/>
          <a:ext cx="8128000" cy="1483360"/>
        </p:xfrm>
        <a:graphic>
          <a:graphicData uri="http://schemas.openxmlformats.org/drawingml/2006/table">
            <a:tbl>
              <a:tblPr firstRow="1" firstCol="1" bandRow="1">
                <a:tableStyleId>{7DF18680-E054-41AD-8BC1-D1AEF772440D}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4637254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9876258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947912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9444777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uk-UA" dirty="0"/>
                        <a:t>1\2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  <a:endParaRPr lang="uk-U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8315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(1,1)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(0,2)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(2,1)</a:t>
                      </a:r>
                      <a:endParaRPr lang="uk-U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0123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(2,2)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(1,1)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(0,0)</a:t>
                      </a:r>
                      <a:endParaRPr lang="uk-U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2406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(1,0)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(0,0)</a:t>
                      </a:r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(-1,1)</a:t>
                      </a:r>
                      <a:endParaRPr lang="uk-U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53157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Рукописні дані 4">
                <a:extLst>
                  <a:ext uri="{FF2B5EF4-FFF2-40B4-BE49-F238E27FC236}">
                    <a16:creationId xmlns:a16="http://schemas.microsoft.com/office/drawing/2014/main" id="{7B781640-A6EE-EEF4-CDCF-C13540925904}"/>
                  </a:ext>
                </a:extLst>
              </p14:cNvPr>
              <p14:cNvContentPartPr/>
              <p14:nvPr/>
            </p14:nvContentPartPr>
            <p14:xfrm>
              <a:off x="8239250" y="5396988"/>
              <a:ext cx="219240" cy="50760"/>
            </p14:xfrm>
          </p:contentPart>
        </mc:Choice>
        <mc:Fallback>
          <p:pic>
            <p:nvPicPr>
              <p:cNvPr id="5" name="Рукописні дані 4">
                <a:extLst>
                  <a:ext uri="{FF2B5EF4-FFF2-40B4-BE49-F238E27FC236}">
                    <a16:creationId xmlns:a16="http://schemas.microsoft.com/office/drawing/2014/main" id="{7B781640-A6EE-EEF4-CDCF-C1354092590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33120" y="5390868"/>
                <a:ext cx="231500" cy="6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Рукописні дані 5">
                <a:extLst>
                  <a:ext uri="{FF2B5EF4-FFF2-40B4-BE49-F238E27FC236}">
                    <a16:creationId xmlns:a16="http://schemas.microsoft.com/office/drawing/2014/main" id="{A344C8FB-6BAB-FF81-7118-FEAF2318D449}"/>
                  </a:ext>
                </a:extLst>
              </p14:cNvPr>
              <p14:cNvContentPartPr/>
              <p14:nvPr/>
            </p14:nvContentPartPr>
            <p14:xfrm>
              <a:off x="4190330" y="5790828"/>
              <a:ext cx="166320" cy="71640"/>
            </p14:xfrm>
          </p:contentPart>
        </mc:Choice>
        <mc:Fallback>
          <p:pic>
            <p:nvPicPr>
              <p:cNvPr id="6" name="Рукописні дані 5">
                <a:extLst>
                  <a:ext uri="{FF2B5EF4-FFF2-40B4-BE49-F238E27FC236}">
                    <a16:creationId xmlns:a16="http://schemas.microsoft.com/office/drawing/2014/main" id="{A344C8FB-6BAB-FF81-7118-FEAF2318D44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184210" y="5784677"/>
                <a:ext cx="178560" cy="839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Рукописні дані 6">
                <a:extLst>
                  <a:ext uri="{FF2B5EF4-FFF2-40B4-BE49-F238E27FC236}">
                    <a16:creationId xmlns:a16="http://schemas.microsoft.com/office/drawing/2014/main" id="{019C8FA9-1DB5-FF08-36FD-6F1CA84F5993}"/>
                  </a:ext>
                </a:extLst>
              </p14:cNvPr>
              <p14:cNvContentPartPr/>
              <p14:nvPr/>
            </p14:nvContentPartPr>
            <p14:xfrm>
              <a:off x="4171970" y="6177108"/>
              <a:ext cx="203040" cy="27000"/>
            </p14:xfrm>
          </p:contentPart>
        </mc:Choice>
        <mc:Fallback>
          <p:pic>
            <p:nvPicPr>
              <p:cNvPr id="7" name="Рукописні дані 6">
                <a:extLst>
                  <a:ext uri="{FF2B5EF4-FFF2-40B4-BE49-F238E27FC236}">
                    <a16:creationId xmlns:a16="http://schemas.microsoft.com/office/drawing/2014/main" id="{019C8FA9-1DB5-FF08-36FD-6F1CA84F599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165861" y="6170988"/>
                <a:ext cx="215258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8" name="Рукописні дані 7">
                <a:extLst>
                  <a:ext uri="{FF2B5EF4-FFF2-40B4-BE49-F238E27FC236}">
                    <a16:creationId xmlns:a16="http://schemas.microsoft.com/office/drawing/2014/main" id="{1B8DAA00-9F87-7339-1958-40C8A1C46E1F}"/>
                  </a:ext>
                </a:extLst>
              </p14:cNvPr>
              <p14:cNvContentPartPr/>
              <p14:nvPr/>
            </p14:nvContentPartPr>
            <p14:xfrm>
              <a:off x="6498290" y="5417148"/>
              <a:ext cx="233640" cy="10800"/>
            </p14:xfrm>
          </p:contentPart>
        </mc:Choice>
        <mc:Fallback>
          <p:pic>
            <p:nvPicPr>
              <p:cNvPr id="8" name="Рукописні дані 7">
                <a:extLst>
                  <a:ext uri="{FF2B5EF4-FFF2-40B4-BE49-F238E27FC236}">
                    <a16:creationId xmlns:a16="http://schemas.microsoft.com/office/drawing/2014/main" id="{1B8DAA00-9F87-7339-1958-40C8A1C46E1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480318" y="5399148"/>
                <a:ext cx="269225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9" name="Рукописні дані 8">
                <a:extLst>
                  <a:ext uri="{FF2B5EF4-FFF2-40B4-BE49-F238E27FC236}">
                    <a16:creationId xmlns:a16="http://schemas.microsoft.com/office/drawing/2014/main" id="{E45BDF08-FF68-D65C-25A8-6D351A3837C1}"/>
                  </a:ext>
                </a:extLst>
              </p14:cNvPr>
              <p14:cNvContentPartPr/>
              <p14:nvPr/>
            </p14:nvContentPartPr>
            <p14:xfrm>
              <a:off x="4473290" y="5780028"/>
              <a:ext cx="149400" cy="50760"/>
            </p14:xfrm>
          </p:contentPart>
        </mc:Choice>
        <mc:Fallback>
          <p:pic>
            <p:nvPicPr>
              <p:cNvPr id="9" name="Рукописні дані 8">
                <a:extLst>
                  <a:ext uri="{FF2B5EF4-FFF2-40B4-BE49-F238E27FC236}">
                    <a16:creationId xmlns:a16="http://schemas.microsoft.com/office/drawing/2014/main" id="{E45BDF08-FF68-D65C-25A8-6D351A3837C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455290" y="5762028"/>
                <a:ext cx="18504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0" name="Рукописні дані 9">
                <a:extLst>
                  <a:ext uri="{FF2B5EF4-FFF2-40B4-BE49-F238E27FC236}">
                    <a16:creationId xmlns:a16="http://schemas.microsoft.com/office/drawing/2014/main" id="{6224C2C2-D745-AC9A-48B9-05C0F5619C7B}"/>
                  </a:ext>
                </a:extLst>
              </p14:cNvPr>
              <p14:cNvContentPartPr/>
              <p14:nvPr/>
            </p14:nvContentPartPr>
            <p14:xfrm>
              <a:off x="8533370" y="6184308"/>
              <a:ext cx="245880" cy="360"/>
            </p14:xfrm>
          </p:contentPart>
        </mc:Choice>
        <mc:Fallback>
          <p:pic>
            <p:nvPicPr>
              <p:cNvPr id="10" name="Рукописні дані 9">
                <a:extLst>
                  <a:ext uri="{FF2B5EF4-FFF2-40B4-BE49-F238E27FC236}">
                    <a16:creationId xmlns:a16="http://schemas.microsoft.com/office/drawing/2014/main" id="{6224C2C2-D745-AC9A-48B9-05C0F5619C7B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515370" y="6166308"/>
                <a:ext cx="28152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1" name="Рукописні дані 10">
                <a:extLst>
                  <a:ext uri="{FF2B5EF4-FFF2-40B4-BE49-F238E27FC236}">
                    <a16:creationId xmlns:a16="http://schemas.microsoft.com/office/drawing/2014/main" id="{AC44B045-7F9D-395F-7B0C-DB2D3889BD4C}"/>
                  </a:ext>
                </a:extLst>
              </p14:cNvPr>
              <p14:cNvContentPartPr/>
              <p14:nvPr/>
            </p14:nvContentPartPr>
            <p14:xfrm>
              <a:off x="4169810" y="5653308"/>
              <a:ext cx="561600" cy="23040"/>
            </p14:xfrm>
          </p:contentPart>
        </mc:Choice>
        <mc:Fallback>
          <p:pic>
            <p:nvPicPr>
              <p:cNvPr id="11" name="Рукописні дані 10">
                <a:extLst>
                  <a:ext uri="{FF2B5EF4-FFF2-40B4-BE49-F238E27FC236}">
                    <a16:creationId xmlns:a16="http://schemas.microsoft.com/office/drawing/2014/main" id="{AC44B045-7F9D-395F-7B0C-DB2D3889BD4C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116170" y="5545668"/>
                <a:ext cx="669240" cy="23868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9D5A441D-D401-D922-E798-FD0BC72F37EE}"/>
              </a:ext>
            </a:extLst>
          </p:cNvPr>
          <p:cNvSpPr txBox="1"/>
          <p:nvPr/>
        </p:nvSpPr>
        <p:spPr>
          <a:xfrm>
            <a:off x="420329" y="6218685"/>
            <a:ext cx="107491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Пара (2,2) –це така пара стратегій, яка є найкращою відповіддю на найкращу відповідь, тому є рівновагою.</a:t>
            </a:r>
          </a:p>
        </p:txBody>
      </p:sp>
    </p:spTree>
    <p:extLst>
      <p:ext uri="{BB962C8B-B14F-4D97-AF65-F5344CB8AC3E}">
        <p14:creationId xmlns:p14="http://schemas.microsoft.com/office/powerpoint/2010/main" val="11358189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F9E9D3-FA07-7B7B-BA82-85A74EFB4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Приклад 3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BE786D8A-260A-61D8-5712-712D420E19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uk-UA" dirty="0"/>
              <a:t>Нехай задано 5 гравців (</a:t>
            </a:r>
            <a:r>
              <a:rPr lang="en-US" dirty="0"/>
              <a:t>A, B, C, D, E) </a:t>
            </a:r>
            <a:r>
              <a:rPr lang="uk-UA" dirty="0"/>
              <a:t>і кожен із них може обрати одну із двох стратегій: поїхати на роботу автобусом або поїхати автомобілем.</a:t>
            </a:r>
          </a:p>
          <a:p>
            <a:pPr marL="0" indent="0">
              <a:buNone/>
            </a:pPr>
            <a:r>
              <a:rPr lang="uk-UA" dirty="0"/>
              <a:t>Якщо гравці використовують автомобіль, то вони платять такі ціни за проїзд (2, 4, 6, 8, 10), відповідно.</a:t>
            </a:r>
          </a:p>
          <a:p>
            <a:pPr marL="0" indent="0">
              <a:buNone/>
            </a:pPr>
            <a:r>
              <a:rPr lang="uk-UA" dirty="0"/>
              <a:t>Якщо вони їдуть автобусом, то ціна залежить від кількості пасажирів:</a:t>
            </a:r>
          </a:p>
          <a:p>
            <a:r>
              <a:rPr lang="uk-UA" dirty="0"/>
              <a:t>1 пасажир – ціна 12</a:t>
            </a:r>
          </a:p>
          <a:p>
            <a:r>
              <a:rPr lang="uk-UA" dirty="0"/>
              <a:t>2 пасажири – ціна 10</a:t>
            </a:r>
          </a:p>
          <a:p>
            <a:r>
              <a:rPr lang="uk-UA" dirty="0"/>
              <a:t>3 пасажири – ціна 8</a:t>
            </a:r>
          </a:p>
          <a:p>
            <a:r>
              <a:rPr lang="uk-UA" dirty="0"/>
              <a:t>4 пасажири – ціна 6</a:t>
            </a:r>
          </a:p>
          <a:p>
            <a:r>
              <a:rPr lang="uk-UA" dirty="0"/>
              <a:t>5 пасажирів – ціна 4</a:t>
            </a:r>
          </a:p>
          <a:p>
            <a:pPr marL="0" indent="0">
              <a:buNone/>
            </a:pPr>
            <a:r>
              <a:rPr lang="uk-UA" dirty="0"/>
              <a:t>Знайдіть рівновагу </a:t>
            </a:r>
            <a:r>
              <a:rPr lang="uk-UA" dirty="0" err="1"/>
              <a:t>Неша</a:t>
            </a:r>
            <a:r>
              <a:rPr lang="uk-UA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031854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719EA5-1C05-27B4-21AE-703278057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Теорія Ігор у грі престолів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D7DD7995-D2B0-62D8-F717-BEABFF82C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uk-UA" dirty="0">
                <a:hlinkClick r:id="rId2"/>
              </a:rPr>
              <a:t>Джерело</a:t>
            </a:r>
            <a:endParaRPr lang="uk-UA" dirty="0"/>
          </a:p>
          <a:p>
            <a:pPr marL="0" indent="0">
              <a:buNone/>
            </a:pPr>
            <a:endParaRPr lang="uk-UA" dirty="0"/>
          </a:p>
        </p:txBody>
      </p:sp>
      <p:graphicFrame>
        <p:nvGraphicFramePr>
          <p:cNvPr id="4" name="Таблиця 3">
            <a:extLst>
              <a:ext uri="{FF2B5EF4-FFF2-40B4-BE49-F238E27FC236}">
                <a16:creationId xmlns:a16="http://schemas.microsoft.com/office/drawing/2014/main" id="{4273866F-3D1B-0E18-D4B4-9915F4CC5E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1854214"/>
              </p:ext>
            </p:extLst>
          </p:nvPr>
        </p:nvGraphicFramePr>
        <p:xfrm>
          <a:off x="1717368" y="3873910"/>
          <a:ext cx="8940800" cy="23085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35200">
                  <a:extLst>
                    <a:ext uri="{9D8B030D-6E8A-4147-A177-3AD203B41FA5}">
                      <a16:colId xmlns:a16="http://schemas.microsoft.com/office/drawing/2014/main" val="3944812080"/>
                    </a:ext>
                  </a:extLst>
                </a:gridCol>
                <a:gridCol w="2235200">
                  <a:extLst>
                    <a:ext uri="{9D8B030D-6E8A-4147-A177-3AD203B41FA5}">
                      <a16:colId xmlns:a16="http://schemas.microsoft.com/office/drawing/2014/main" val="4254161326"/>
                    </a:ext>
                  </a:extLst>
                </a:gridCol>
                <a:gridCol w="2235200">
                  <a:extLst>
                    <a:ext uri="{9D8B030D-6E8A-4147-A177-3AD203B41FA5}">
                      <a16:colId xmlns:a16="http://schemas.microsoft.com/office/drawing/2014/main" val="3693696697"/>
                    </a:ext>
                  </a:extLst>
                </a:gridCol>
                <a:gridCol w="2235200">
                  <a:extLst>
                    <a:ext uri="{9D8B030D-6E8A-4147-A177-3AD203B41FA5}">
                      <a16:colId xmlns:a16="http://schemas.microsoft.com/office/drawing/2014/main" val="3668009039"/>
                    </a:ext>
                  </a:extLst>
                </a:gridCol>
              </a:tblGrid>
              <a:tr h="490664">
                <a:tc>
                  <a:txBody>
                    <a:bodyPr/>
                    <a:lstStyle/>
                    <a:p>
                      <a:endParaRPr lang="uk-UA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uk-UA" dirty="0" err="1"/>
                        <a:t>Серсея</a:t>
                      </a:r>
                      <a:r>
                        <a:rPr lang="uk-UA" dirty="0"/>
                        <a:t> </a:t>
                      </a:r>
                      <a:r>
                        <a:rPr lang="uk-UA" dirty="0" err="1"/>
                        <a:t>Ланістер</a:t>
                      </a:r>
                      <a:endParaRPr lang="uk-UA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uk-U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1032335"/>
                  </a:ext>
                </a:extLst>
              </a:tr>
              <a:tr h="758032">
                <a:tc rowSpan="3">
                  <a:txBody>
                    <a:bodyPr/>
                    <a:lstStyle/>
                    <a:p>
                      <a:pPr algn="ctr"/>
                      <a:r>
                        <a:rPr lang="uk-UA" dirty="0" err="1"/>
                        <a:t>Нед</a:t>
                      </a:r>
                      <a:r>
                        <a:rPr lang="uk-UA" dirty="0"/>
                        <a:t> </a:t>
                      </a:r>
                      <a:r>
                        <a:rPr lang="uk-UA" dirty="0" err="1"/>
                        <a:t>Старк</a:t>
                      </a:r>
                      <a:endParaRPr lang="uk-UA" dirty="0"/>
                    </a:p>
                  </a:txBody>
                  <a:tcPr vert="vert270" anchor="ctr"/>
                </a:tc>
                <a:tc>
                  <a:txBody>
                    <a:bodyPr/>
                    <a:lstStyle/>
                    <a:p>
                      <a:r>
                        <a:rPr lang="uk-UA" sz="1200" dirty="0"/>
                        <a:t>                        Хто король?</a:t>
                      </a:r>
                    </a:p>
                    <a:p>
                      <a:endParaRPr lang="uk-UA" sz="1200" dirty="0"/>
                    </a:p>
                    <a:p>
                      <a:endParaRPr lang="uk-UA" sz="1200" dirty="0"/>
                    </a:p>
                    <a:p>
                      <a:r>
                        <a:rPr lang="uk-UA" sz="1200" dirty="0"/>
                        <a:t>Розкрити секрет?</a:t>
                      </a:r>
                      <a:endParaRPr lang="uk-UA" dirty="0"/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uk-UA" dirty="0" err="1"/>
                        <a:t>Джофрі</a:t>
                      </a:r>
                      <a:endParaRPr lang="uk-UA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uk-UA" dirty="0" err="1"/>
                        <a:t>Станіс</a:t>
                      </a:r>
                      <a:endParaRPr lang="uk-UA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846362"/>
                  </a:ext>
                </a:extLst>
              </a:tr>
              <a:tr h="497478">
                <a:tc vMerge="1">
                  <a:txBody>
                    <a:bodyPr/>
                    <a:lstStyle/>
                    <a:p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dirty="0"/>
                        <a:t>Так 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uk-UA" dirty="0"/>
                        <a:t>   -1, 2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dirty="0"/>
                        <a:t>       1, 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685226"/>
                  </a:ext>
                </a:extLst>
              </a:tr>
              <a:tr h="497478">
                <a:tc vMerge="1">
                  <a:txBody>
                    <a:bodyPr/>
                    <a:lstStyle/>
                    <a:p>
                      <a:endParaRPr lang="uk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dirty="0"/>
                        <a:t>Ні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uk-UA" dirty="0"/>
                        <a:t>    1, 3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dirty="0"/>
                        <a:t>        3, 1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39540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29131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4FD835-3FEB-827A-0FAC-0D2C1A97D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Матричні ігри з нульовою сумою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65DF60AF-682A-998D-F78C-B7A8FFD5F2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854200"/>
            <a:ext cx="10820400" cy="402412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uk-UA" dirty="0"/>
          </a:p>
          <a:p>
            <a:pPr marL="0" indent="0">
              <a:buNone/>
            </a:pPr>
            <a:r>
              <a:rPr lang="uk-UA" dirty="0"/>
              <a:t>Досі ми розглядали такі матричні ігри, де виграші кожного з гравців були незалежні (</a:t>
            </a:r>
            <a:r>
              <a:rPr lang="uk-UA" dirty="0" err="1"/>
              <a:t>біматричні</a:t>
            </a:r>
            <a:r>
              <a:rPr lang="uk-UA" dirty="0"/>
              <a:t>). Якщо виграш одного гравця певної кількості одиниць автоматично означає, що інший гравець стільки одиниць програє, то така матрична гра називається грою з нульовою сумою. </a:t>
            </a:r>
          </a:p>
          <a:p>
            <a:pPr marL="0" indent="0">
              <a:buNone/>
            </a:pPr>
            <a:r>
              <a:rPr lang="uk-UA" dirty="0"/>
              <a:t>Розглянемо далі такі ігри детальніше.</a:t>
            </a:r>
          </a:p>
        </p:txBody>
      </p:sp>
    </p:spTree>
    <p:extLst>
      <p:ext uri="{BB962C8B-B14F-4D97-AF65-F5344CB8AC3E}">
        <p14:creationId xmlns:p14="http://schemas.microsoft.com/office/powerpoint/2010/main" val="29176234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66D5C-AFE1-F964-AB2B-F99908334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D5C7AB-5403-CD2F-2254-00D02FA20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Матричні ігри з нульовою сумою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Місце для вмісту 2">
                <a:extLst>
                  <a:ext uri="{FF2B5EF4-FFF2-40B4-BE49-F238E27FC236}">
                    <a16:creationId xmlns:a16="http://schemas.microsoft.com/office/drawing/2014/main" id="{C32123D4-A100-C076-56BD-E6299F22CE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5800" y="1854201"/>
                <a:ext cx="10820400" cy="2194560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uk-UA" dirty="0"/>
                  <a:t>Формалізуємо означення матричної гри двох гравців.</a:t>
                </a:r>
              </a:p>
              <a:p>
                <a:pPr marL="0" indent="0">
                  <a:buNone/>
                </a:pPr>
                <a:r>
                  <a:rPr lang="uk-UA" dirty="0"/>
                  <a:t>У випадку скінченності множини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uk-UA" dirty="0"/>
                  <a:t>і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(</a:t>
                </a:r>
                <a:r>
                  <a:rPr lang="uk-UA" dirty="0"/>
                  <a:t>гра двох гравців) нормальну форму гри можна записати у вигляді матриці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uk-UA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uk-UA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</a:t>
                </a:r>
                <a:r>
                  <a:rPr lang="uk-UA" dirty="0"/>
                  <a:t>у якій елементи рядків представляють стратегії першого гравця, а елементи стовпчиків представляють стратегії другого гравця. Елементи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uk-UA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uk-UA" dirty="0"/>
                  <a:t>матриці </a:t>
                </a:r>
                <a:r>
                  <a:rPr lang="en-US" dirty="0"/>
                  <a:t>A </a:t>
                </a:r>
                <a:r>
                  <a:rPr lang="uk-UA" dirty="0"/>
                  <a:t>є платою другого гравця першому у випадку вибору першим гравцем </a:t>
                </a:r>
                <a:r>
                  <a:rPr lang="en-US" dirty="0" err="1"/>
                  <a:t>i</a:t>
                </a:r>
                <a:r>
                  <a:rPr lang="en-US" dirty="0"/>
                  <a:t>-</a:t>
                </a:r>
                <a:r>
                  <a:rPr lang="uk-UA" dirty="0" err="1"/>
                  <a:t>ої</a:t>
                </a:r>
                <a:r>
                  <a:rPr lang="uk-UA" dirty="0"/>
                  <a:t> стрічки, а другим гравцем –  </a:t>
                </a:r>
                <a:r>
                  <a:rPr lang="en-US" dirty="0"/>
                  <a:t>j-</a:t>
                </a:r>
                <a:r>
                  <a:rPr lang="uk-UA" dirty="0"/>
                  <a:t>го стовпчика. Якщо відомі всі значення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uk-UA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:r>
                  <a:rPr lang="uk-UA" dirty="0"/>
                  <a:t>то можна записати платіжну матрицю гри (табличне представлення функції виграшу). </a:t>
                </a:r>
              </a:p>
            </p:txBody>
          </p:sp>
        </mc:Choice>
        <mc:Fallback>
          <p:sp>
            <p:nvSpPr>
              <p:cNvPr id="3" name="Місце для вмісту 2">
                <a:extLst>
                  <a:ext uri="{FF2B5EF4-FFF2-40B4-BE49-F238E27FC236}">
                    <a16:creationId xmlns:a16="http://schemas.microsoft.com/office/drawing/2014/main" id="{C32123D4-A100-C076-56BD-E6299F22CE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1854201"/>
                <a:ext cx="10820400" cy="2194560"/>
              </a:xfrm>
              <a:blipFill>
                <a:blip r:embed="rId2"/>
                <a:stretch>
                  <a:fillRect l="-620" t="-5556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Таблиця 4">
                <a:extLst>
                  <a:ext uri="{FF2B5EF4-FFF2-40B4-BE49-F238E27FC236}">
                    <a16:creationId xmlns:a16="http://schemas.microsoft.com/office/drawing/2014/main" id="{6EB2574F-82A1-8C7D-1CFB-29C76E74E9C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13498091"/>
                  </p:ext>
                </p:extLst>
              </p:nvPr>
            </p:nvGraphicFramePr>
            <p:xfrm>
              <a:off x="2372852" y="4051711"/>
              <a:ext cx="7446295" cy="219456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489259">
                      <a:extLst>
                        <a:ext uri="{9D8B030D-6E8A-4147-A177-3AD203B41FA5}">
                          <a16:colId xmlns:a16="http://schemas.microsoft.com/office/drawing/2014/main" val="41612436"/>
                        </a:ext>
                      </a:extLst>
                    </a:gridCol>
                    <a:gridCol w="1489259">
                      <a:extLst>
                        <a:ext uri="{9D8B030D-6E8A-4147-A177-3AD203B41FA5}">
                          <a16:colId xmlns:a16="http://schemas.microsoft.com/office/drawing/2014/main" val="1897301529"/>
                        </a:ext>
                      </a:extLst>
                    </a:gridCol>
                    <a:gridCol w="1489259">
                      <a:extLst>
                        <a:ext uri="{9D8B030D-6E8A-4147-A177-3AD203B41FA5}">
                          <a16:colId xmlns:a16="http://schemas.microsoft.com/office/drawing/2014/main" val="3950909123"/>
                        </a:ext>
                      </a:extLst>
                    </a:gridCol>
                    <a:gridCol w="1489259">
                      <a:extLst>
                        <a:ext uri="{9D8B030D-6E8A-4147-A177-3AD203B41FA5}">
                          <a16:colId xmlns:a16="http://schemas.microsoft.com/office/drawing/2014/main" val="411506226"/>
                        </a:ext>
                      </a:extLst>
                    </a:gridCol>
                    <a:gridCol w="1489259">
                      <a:extLst>
                        <a:ext uri="{9D8B030D-6E8A-4147-A177-3AD203B41FA5}">
                          <a16:colId xmlns:a16="http://schemas.microsoft.com/office/drawing/2014/main" val="1081898398"/>
                        </a:ext>
                      </a:extLst>
                    </a:gridCol>
                  </a:tblGrid>
                  <a:tr h="320368"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B1</a:t>
                          </a:r>
                          <a:endParaRPr lang="uk-U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B2</a:t>
                          </a:r>
                          <a:endParaRPr lang="uk-U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B3</a:t>
                          </a:r>
                          <a:endParaRPr lang="uk-U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uk-UA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71204231"/>
                      </a:ext>
                    </a:extLst>
                  </a:tr>
                  <a:tr h="320368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A1</a:t>
                          </a:r>
                          <a:endParaRPr lang="uk-U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a11</a:t>
                          </a:r>
                          <a:endParaRPr lang="uk-U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a12</a:t>
                          </a:r>
                          <a:endParaRPr lang="uk-U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a13</a:t>
                          </a:r>
                          <a:endParaRPr lang="uk-U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uk-UA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3514139"/>
                      </a:ext>
                    </a:extLst>
                  </a:tr>
                  <a:tr h="320368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a21</a:t>
                          </a:r>
                          <a:endParaRPr lang="uk-U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a22</a:t>
                          </a:r>
                          <a:endParaRPr lang="uk-U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…</a:t>
                          </a:r>
                          <a:endParaRPr lang="uk-U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uk-UA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3467835"/>
                      </a:ext>
                    </a:extLst>
                  </a:tr>
                  <a:tr h="320368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A3</a:t>
                          </a:r>
                          <a:endParaRPr lang="uk-U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…</a:t>
                          </a:r>
                          <a:endParaRPr lang="uk-U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…</a:t>
                          </a:r>
                          <a:endParaRPr lang="uk-U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…</a:t>
                          </a:r>
                          <a:endParaRPr lang="uk-U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…</a:t>
                          </a:r>
                          <a:endParaRPr lang="uk-UA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97507489"/>
                      </a:ext>
                    </a:extLst>
                  </a:tr>
                  <a:tr h="320368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…</a:t>
                          </a:r>
                          <a:endParaRPr lang="uk-U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…</a:t>
                          </a:r>
                          <a:endParaRPr lang="uk-U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…</a:t>
                          </a:r>
                          <a:endParaRPr lang="uk-U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…</a:t>
                          </a:r>
                          <a:endParaRPr lang="uk-U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…</a:t>
                          </a:r>
                          <a:endParaRPr lang="uk-UA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96401036"/>
                      </a:ext>
                    </a:extLst>
                  </a:tr>
                  <a:tr h="320368">
                    <a:tc>
                      <a:txBody>
                        <a:bodyPr/>
                        <a:lstStyle/>
                        <a:p>
                          <a:endParaRPr lang="uk-U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uk-U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uk-U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…</a:t>
                          </a:r>
                          <a:endParaRPr lang="uk-U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uk-UA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695766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Таблиця 4">
                <a:extLst>
                  <a:ext uri="{FF2B5EF4-FFF2-40B4-BE49-F238E27FC236}">
                    <a16:creationId xmlns:a16="http://schemas.microsoft.com/office/drawing/2014/main" id="{6EB2574F-82A1-8C7D-1CFB-29C76E74E9C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13498091"/>
                  </p:ext>
                </p:extLst>
              </p:nvPr>
            </p:nvGraphicFramePr>
            <p:xfrm>
              <a:off x="2372852" y="4051711"/>
              <a:ext cx="7446295" cy="219456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489259">
                      <a:extLst>
                        <a:ext uri="{9D8B030D-6E8A-4147-A177-3AD203B41FA5}">
                          <a16:colId xmlns:a16="http://schemas.microsoft.com/office/drawing/2014/main" val="41612436"/>
                        </a:ext>
                      </a:extLst>
                    </a:gridCol>
                    <a:gridCol w="1489259">
                      <a:extLst>
                        <a:ext uri="{9D8B030D-6E8A-4147-A177-3AD203B41FA5}">
                          <a16:colId xmlns:a16="http://schemas.microsoft.com/office/drawing/2014/main" val="1897301529"/>
                        </a:ext>
                      </a:extLst>
                    </a:gridCol>
                    <a:gridCol w="1489259">
                      <a:extLst>
                        <a:ext uri="{9D8B030D-6E8A-4147-A177-3AD203B41FA5}">
                          <a16:colId xmlns:a16="http://schemas.microsoft.com/office/drawing/2014/main" val="3950909123"/>
                        </a:ext>
                      </a:extLst>
                    </a:gridCol>
                    <a:gridCol w="1489259">
                      <a:extLst>
                        <a:ext uri="{9D8B030D-6E8A-4147-A177-3AD203B41FA5}">
                          <a16:colId xmlns:a16="http://schemas.microsoft.com/office/drawing/2014/main" val="411506226"/>
                        </a:ext>
                      </a:extLst>
                    </a:gridCol>
                    <a:gridCol w="1489259">
                      <a:extLst>
                        <a:ext uri="{9D8B030D-6E8A-4147-A177-3AD203B41FA5}">
                          <a16:colId xmlns:a16="http://schemas.microsoft.com/office/drawing/2014/main" val="1081898398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B1</a:t>
                          </a:r>
                          <a:endParaRPr lang="uk-U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B2</a:t>
                          </a:r>
                          <a:endParaRPr lang="uk-U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B3</a:t>
                          </a:r>
                          <a:endParaRPr lang="uk-U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uk-UA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7120423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A1</a:t>
                          </a:r>
                          <a:endParaRPr lang="uk-U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a11</a:t>
                          </a:r>
                          <a:endParaRPr lang="uk-U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a12</a:t>
                          </a:r>
                          <a:endParaRPr lang="uk-U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a13</a:t>
                          </a:r>
                          <a:endParaRPr lang="uk-U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>
                        <a:blipFill>
                          <a:blip r:embed="rId3"/>
                          <a:stretch>
                            <a:fillRect l="-401230" t="-108333" r="-1639" b="-42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3351413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a21</a:t>
                          </a:r>
                          <a:endParaRPr lang="uk-U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a22</a:t>
                          </a:r>
                          <a:endParaRPr lang="uk-U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…</a:t>
                          </a:r>
                          <a:endParaRPr lang="uk-U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>
                        <a:blipFill>
                          <a:blip r:embed="rId3"/>
                          <a:stretch>
                            <a:fillRect l="-401230" t="-204918" r="-1639" b="-3213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346783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A3</a:t>
                          </a:r>
                          <a:endParaRPr lang="uk-U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…</a:t>
                          </a:r>
                          <a:endParaRPr lang="uk-U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…</a:t>
                          </a:r>
                          <a:endParaRPr lang="uk-U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…</a:t>
                          </a:r>
                          <a:endParaRPr lang="uk-U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…</a:t>
                          </a:r>
                          <a:endParaRPr lang="uk-UA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9750748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…</a:t>
                          </a:r>
                          <a:endParaRPr lang="uk-U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…</a:t>
                          </a:r>
                          <a:endParaRPr lang="uk-U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…</a:t>
                          </a:r>
                          <a:endParaRPr lang="uk-U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…</a:t>
                          </a:r>
                          <a:endParaRPr lang="uk-U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…</a:t>
                          </a:r>
                          <a:endParaRPr lang="uk-UA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9640103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uk-U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>
                        <a:blipFill>
                          <a:blip r:embed="rId3"/>
                          <a:stretch>
                            <a:fillRect l="-100000" t="-510000" r="-300816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>
                        <a:blipFill>
                          <a:blip r:embed="rId3"/>
                          <a:stretch>
                            <a:fillRect l="-200820" t="-510000" r="-202049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…</a:t>
                          </a:r>
                          <a:endParaRPr lang="uk-U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uk-UA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6957660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7402580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822EB-4D27-0E12-AB4D-D62081D8C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6D23F0-8417-15A0-F60D-0129F0CE2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Матричні ігри з нульовою сумою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Місце для вмісту 2">
                <a:extLst>
                  <a:ext uri="{FF2B5EF4-FFF2-40B4-BE49-F238E27FC236}">
                    <a16:creationId xmlns:a16="http://schemas.microsoft.com/office/drawing/2014/main" id="{A3FC028C-0DFD-F240-C902-E5AA8C4A15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uk-UA" dirty="0"/>
                  <a:t>Очевидно, перший гравець вибирає рядок з метою максимізувати плату (свій виграш), а другий гравець вибирає стовпчик з метою мінімізувати плату (свій програш). Таку гру називають матричною.  Тобто перший гравець намагатиметься спочатку вибрати мінімальне значення виграшу по кожній стратегії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uk-UA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uk-UA" i="1" dirty="0" smtClean="0">
                              <a:latin typeface="Cambria Math" panose="02040503050406030204" pitchFamily="18" charset="0"/>
                            </a:rPr>
                            <m:t>𝜶</m:t>
                          </m:r>
                        </m:e>
                        <m:sub>
                          <m:r>
                            <a:rPr lang="uk-UA" i="1" dirty="0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uk-UA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dirty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func>
                      <m:r>
                        <a:rPr lang="uk-UA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uk-UA" i="1" dirty="0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uk-UA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uk-UA" i="1" dirty="0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uk-UA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uk-UA" i="1" dirty="0" smtClean="0"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uk-UA" i="1" dirty="0" smtClean="0">
                          <a:latin typeface="Cambria Math" panose="02040503050406030204" pitchFamily="18" charset="0"/>
                        </a:rPr>
                        <m:t>.        </m:t>
                      </m:r>
                    </m:oMath>
                  </m:oMathPara>
                </a14:m>
                <a:endParaRPr lang="uk-UA" dirty="0"/>
              </a:p>
              <a:p>
                <a:pPr marL="0" indent="0">
                  <a:buNone/>
                </a:pPr>
                <a:r>
                  <a:rPr lang="uk-UA" dirty="0"/>
                  <a:t>А потім серед цих виграшів шукатиме той, який забезпечує максимум: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uk-UA" i="1" dirty="0" smtClean="0">
                          <a:latin typeface="Cambria Math" panose="02040503050406030204" pitchFamily="18" charset="0"/>
                        </a:rPr>
                        <m:t>𝜶</m:t>
                      </m:r>
                      <m:r>
                        <a:rPr lang="uk-UA" i="1" dirty="0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0" dirty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func>
                      <m:r>
                        <a:rPr lang="uk-UA" i="1" dirty="0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0" dirty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lim>
                          </m:limLow>
                        </m:fName>
                        <m:e>
                          <m:func>
                            <m:func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dirty="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e>
                                <m:lim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lim>
                              </m:limLow>
                            </m:fName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func>
                        </m:e>
                      </m:fun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uk-UA" i="1" dirty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uk-UA" i="1" dirty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uk-UA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acc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b="1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acc>
                      <m:r>
                        <a:rPr lang="uk-UA" i="1" dirty="0">
                          <a:latin typeface="Cambria Math" panose="02040503050406030204" pitchFamily="18" charset="0"/>
                        </a:rPr>
                        <m:t>.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uk-UA" dirty="0"/>
                  <a:t>Величину 𝛼 називають </a:t>
                </a:r>
                <a:r>
                  <a:rPr lang="uk-UA" dirty="0">
                    <a:solidFill>
                      <a:srgbClr val="00B050"/>
                    </a:solidFill>
                  </a:rPr>
                  <a:t>нижньою чистою ціною </a:t>
                </a:r>
                <a:r>
                  <a:rPr lang="uk-UA" dirty="0"/>
                  <a:t>гри або </a:t>
                </a:r>
                <a:r>
                  <a:rPr lang="uk-UA" dirty="0" err="1">
                    <a:solidFill>
                      <a:srgbClr val="00B050"/>
                    </a:solidFill>
                  </a:rPr>
                  <a:t>максиміном</a:t>
                </a:r>
                <a:r>
                  <a:rPr lang="uk-UA" dirty="0"/>
                  <a:t>. Їй відповідає </a:t>
                </a:r>
                <a:r>
                  <a:rPr lang="uk-UA" dirty="0" err="1"/>
                  <a:t>максимінна</a:t>
                </a:r>
                <a:r>
                  <a:rPr lang="uk-UA" dirty="0"/>
                  <a:t> стратегія, дотримання якої першим гравцем при будь-яких стратегіях другого гравця, гарантує для нього виграш, не менший, ніж 𝛼. Тобто це гарантований виграш першого гравця за умови будь-яких стратегій другого гравця. </a:t>
                </a:r>
              </a:p>
            </p:txBody>
          </p:sp>
        </mc:Choice>
        <mc:Fallback>
          <p:sp>
            <p:nvSpPr>
              <p:cNvPr id="3" name="Місце для вмісту 2">
                <a:extLst>
                  <a:ext uri="{FF2B5EF4-FFF2-40B4-BE49-F238E27FC236}">
                    <a16:creationId xmlns:a16="http://schemas.microsoft.com/office/drawing/2014/main" id="{A3FC028C-0DFD-F240-C902-E5AA8C4A15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20" t="-2273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37462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36DA2-C75B-9A4C-525B-ACCA9F780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EF9FFF-0DAF-401B-72A9-8F47EE0AE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Матричні ігри з нульовою сумою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Місце для вмісту 2">
                <a:extLst>
                  <a:ext uri="{FF2B5EF4-FFF2-40B4-BE49-F238E27FC236}">
                    <a16:creationId xmlns:a16="http://schemas.microsoft.com/office/drawing/2014/main" id="{76B52CAE-1946-F0CF-B29B-7690525565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uk-UA" dirty="0"/>
                  <a:t>У свою чергу, другий учасник максимізує свій програш по кожній стратегії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uk-UA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uk-UA" i="1" dirty="0" smtClean="0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  <m:sub>
                          <m:r>
                            <a:rPr lang="uk-UA" i="1" dirty="0" smtClean="0"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</m:sSub>
                      <m:r>
                        <a:rPr lang="uk-UA" i="1" dirty="0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0" dirty="0" smtClean="0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𝑎𝑥</m:t>
                              </m:r>
                            </m:e>
                            <m:lim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uk-UA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uk-UA" i="1" dirty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uk-UA" i="1" dirty="0">
                                  <a:latin typeface="Cambria Math" panose="02040503050406030204" pitchFamily="18" charset="0"/>
                                </a:rPr>
                                <m:t>𝒊𝒋</m:t>
                              </m:r>
                            </m:sub>
                          </m:sSub>
                        </m:e>
                      </m:func>
                      <m:r>
                        <a:rPr lang="uk-UA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uk-UA" i="1" dirty="0" smtClean="0"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uk-UA" i="1" dirty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uk-UA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uk-UA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uk-UA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uk-UA" i="1" dirty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acc>
                      <m:r>
                        <a:rPr lang="uk-UA" i="1" dirty="0" smtClean="0">
                          <a:latin typeface="Cambria Math" panose="02040503050406030204" pitchFamily="18" charset="0"/>
                        </a:rPr>
                        <m:t>. </m:t>
                      </m:r>
                    </m:oMath>
                  </m:oMathPara>
                </a14:m>
                <a:endParaRPr lang="uk-UA" dirty="0"/>
              </a:p>
              <a:p>
                <a:pPr marL="0" indent="0">
                  <a:buNone/>
                </a:pPr>
                <a:r>
                  <a:rPr lang="uk-UA" dirty="0"/>
                  <a:t>А потім серед усіх стратегій вибирає ту, при якій програш найменший: </a:t>
                </a:r>
                <a:endParaRPr lang="uk-UA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uk-UA" i="1" dirty="0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uk-UA" i="1" dirty="0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0" dirty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uk-UA" i="1" dirty="0">
                                  <a:latin typeface="Cambria Math" panose="02040503050406030204" pitchFamily="18" charset="0"/>
                                </a:rPr>
                                <m:t>𝜷</m:t>
                              </m:r>
                            </m:e>
                            <m:sub>
                              <m:r>
                                <a:rPr lang="uk-UA" i="1" dirty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</m:e>
                      </m:func>
                      <m:r>
                        <a:rPr lang="uk-UA" i="1" dirty="0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0" dirty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lim>
                          </m:limLow>
                        </m:fName>
                        <m:e>
                          <m:func>
                            <m:func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 dirty="0" smtClean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lim>
                              </m:limLow>
                            </m:fName>
                            <m:e>
                              <m:sSub>
                                <m:sSub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uk-UA" i="1" dirty="0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uk-UA" i="1" dirty="0">
                                      <a:latin typeface="Cambria Math" panose="02040503050406030204" pitchFamily="18" charset="0"/>
                                    </a:rPr>
                                    <m:t>𝒊𝒋</m:t>
                                  </m:r>
                                </m:sub>
                              </m:sSub>
                            </m:e>
                          </m:func>
                        </m:e>
                      </m:fun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uk-UA" i="1" dirty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uk-UA" i="1" dirty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uk-UA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acc>
                      <m:r>
                        <a:rPr lang="en-US" b="1" i="1" dirty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US" b="1" i="1" dirty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acc>
                      <m:r>
                        <a:rPr lang="uk-UA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uk-UA" dirty="0"/>
                  <a:t>Величину 𝛽 називають </a:t>
                </a:r>
                <a:r>
                  <a:rPr lang="uk-UA" dirty="0">
                    <a:solidFill>
                      <a:srgbClr val="00B050"/>
                    </a:solidFill>
                  </a:rPr>
                  <a:t>верхньою чистою ціною гри</a:t>
                </a:r>
                <a:r>
                  <a:rPr lang="uk-UA" dirty="0"/>
                  <a:t> (</a:t>
                </a:r>
                <a:r>
                  <a:rPr lang="uk-UA" dirty="0" err="1">
                    <a:solidFill>
                      <a:srgbClr val="00B050"/>
                    </a:solidFill>
                  </a:rPr>
                  <a:t>мінімаксом</a:t>
                </a:r>
                <a:r>
                  <a:rPr lang="uk-UA" dirty="0"/>
                  <a:t>). Їй відповідає </a:t>
                </a:r>
                <a:r>
                  <a:rPr lang="uk-UA" dirty="0" err="1"/>
                  <a:t>мінімаксна</a:t>
                </a:r>
                <a:r>
                  <a:rPr lang="uk-UA" dirty="0"/>
                  <a:t> стратегія другого гравця, дотримання якої за умови будь-якої стратегії першого гравця, забезпечує йому програш, не більший, ніж 𝛽. Тобто це гарантований програш другого гравця за умови будь-яких стратегій першого гравця.</a:t>
                </a:r>
              </a:p>
            </p:txBody>
          </p:sp>
        </mc:Choice>
        <mc:Fallback>
          <p:sp>
            <p:nvSpPr>
              <p:cNvPr id="3" name="Місце для вмісту 2">
                <a:extLst>
                  <a:ext uri="{FF2B5EF4-FFF2-40B4-BE49-F238E27FC236}">
                    <a16:creationId xmlns:a16="http://schemas.microsoft.com/office/drawing/2014/main" id="{76B52CAE-1946-F0CF-B29B-7690525565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32" t="-1970" r="-676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79496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25DE3-0182-7513-F2C7-067A3A559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55543D-36B2-389C-8EC6-0F452EFB2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Матричні ігри з нульовою сумою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Місце для вмісту 2">
                <a:extLst>
                  <a:ext uri="{FF2B5EF4-FFF2-40B4-BE49-F238E27FC236}">
                    <a16:creationId xmlns:a16="http://schemas.microsoft.com/office/drawing/2014/main" id="{901D5F69-739E-C6C0-B291-9811E3235E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uk-UA" dirty="0"/>
                  <a:t>Оптимальним </a:t>
                </a:r>
                <a:r>
                  <a:rPr lang="uk-UA" dirty="0" err="1"/>
                  <a:t>розв’язком</a:t>
                </a:r>
                <a:r>
                  <a:rPr lang="uk-UA" dirty="0"/>
                  <a:t> цієї  гри є сідлова точка, тобто елемент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uk-UA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𝑘𝑙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uk-UA" dirty="0"/>
                  <a:t>матриці </a:t>
                </a:r>
                <a:r>
                  <a:rPr lang="en-US" dirty="0"/>
                  <a:t>A, </a:t>
                </a:r>
                <a:r>
                  <a:rPr lang="uk-UA" dirty="0"/>
                  <a:t>який задовольняє умову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𝑖𝑙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𝑘𝑙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𝑘𝑗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uk-UA" dirty="0"/>
                  <a:t>для будь-яких і та </a:t>
                </a:r>
                <a:r>
                  <a:rPr lang="en-US" dirty="0"/>
                  <a:t>j. </a:t>
                </a:r>
                <a:r>
                  <a:rPr lang="uk-UA" dirty="0"/>
                  <a:t>Якщо 𝛽=𝛼, тобто верхня ціна гри дорівнює нижній ціні гри, то відповідні чисті стратегії називають </a:t>
                </a:r>
                <a:r>
                  <a:rPr lang="uk-UA" dirty="0">
                    <a:solidFill>
                      <a:srgbClr val="00B050"/>
                    </a:solidFill>
                  </a:rPr>
                  <a:t>оптимальними</a:t>
                </a:r>
                <a:r>
                  <a:rPr lang="uk-UA" dirty="0"/>
                  <a:t>, а про гру кажуть, що вона </a:t>
                </a:r>
                <a:r>
                  <a:rPr lang="uk-UA" dirty="0">
                    <a:solidFill>
                      <a:srgbClr val="00B050"/>
                    </a:solidFill>
                  </a:rPr>
                  <a:t>має сідлову точку</a:t>
                </a:r>
                <a:r>
                  <a:rPr lang="uk-UA" dirty="0"/>
                  <a:t>.</a:t>
                </a:r>
              </a:p>
            </p:txBody>
          </p:sp>
        </mc:Choice>
        <mc:Fallback>
          <p:sp>
            <p:nvSpPr>
              <p:cNvPr id="3" name="Місце для вмісту 2">
                <a:extLst>
                  <a:ext uri="{FF2B5EF4-FFF2-40B4-BE49-F238E27FC236}">
                    <a16:creationId xmlns:a16="http://schemas.microsoft.com/office/drawing/2014/main" id="{901D5F69-739E-C6C0-B291-9811E3235E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32" t="-1970" r="-338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31334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ECEB5-C0C9-CE2E-F861-CC3298C1C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3BF007-15AB-E79D-6B4A-7D135B409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Матричні ігри з нульовою сумою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Місце для вмісту 2">
                <a:extLst>
                  <a:ext uri="{FF2B5EF4-FFF2-40B4-BE49-F238E27FC236}">
                    <a16:creationId xmlns:a16="http://schemas.microsoft.com/office/drawing/2014/main" id="{5C05B557-A623-D0C5-46BF-845FADF4450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uk-UA" dirty="0"/>
                  <a:t>У більшості матричних ігор відсутні сідлові точки, тобто не виконується умова: 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1" i="1" dirty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b="1" i="1" dirty="0">
                                  <a:latin typeface="Cambria Math" panose="02040503050406030204" pitchFamily="18" charset="0"/>
                                </a:rPr>
                                <m:t>𝒎𝒂𝒙</m:t>
                              </m:r>
                            </m:e>
                            <m:lim>
                              <m:r>
                                <a:rPr lang="en-US" b="1" i="1" dirty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lim>
                          </m:limLow>
                        </m:fName>
                        <m:e>
                          <m:func>
                            <m:funcPr>
                              <m:ctrlPr>
                                <a:rPr lang="en-US" b="1" i="1" dirty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a:rPr lang="en-US" b="1" i="1" dirty="0">
                                      <a:latin typeface="Cambria Math" panose="02040503050406030204" pitchFamily="18" charset="0"/>
                                    </a:rPr>
                                    <m:t>𝒎𝒊𝒏</m:t>
                                  </m:r>
                                </m:e>
                                <m:lim>
                                  <m:r>
                                    <a:rPr lang="en-US" b="1" i="1" dirty="0"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lim>
                              </m:limLow>
                            </m:fName>
                            <m:e>
                              <m:sSub>
                                <m:sSubPr>
                                  <m:ctrlPr>
                                    <a:rPr lang="en-US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dirty="0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n-US" b="1" i="1" dirty="0">
                                      <a:latin typeface="Cambria Math" panose="02040503050406030204" pitchFamily="18" charset="0"/>
                                    </a:rPr>
                                    <m:t>𝒊𝒋</m:t>
                                  </m:r>
                                </m:sub>
                              </m:sSub>
                            </m:e>
                          </m:func>
                        </m:e>
                      </m:func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≤</m:t>
                      </m:r>
                      <m:func>
                        <m:func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1" i="1" dirty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b="1" i="1" dirty="0">
                                  <a:latin typeface="Cambria Math" panose="02040503050406030204" pitchFamily="18" charset="0"/>
                                </a:rPr>
                                <m:t>𝒎𝒊𝒏</m:t>
                              </m:r>
                            </m:e>
                            <m:lim>
                              <m:r>
                                <a:rPr lang="en-US" b="1" i="1" dirty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lim>
                          </m:limLow>
                        </m:fName>
                        <m:e>
                          <m:func>
                            <m:funcPr>
                              <m:ctrlPr>
                                <a:rPr lang="en-US" b="1" i="1" dirty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a:rPr lang="en-US" b="1" i="1" dirty="0">
                                      <a:latin typeface="Cambria Math" panose="02040503050406030204" pitchFamily="18" charset="0"/>
                                    </a:rPr>
                                    <m:t>𝒎𝒂𝒙</m:t>
                                  </m:r>
                                </m:e>
                                <m:lim>
                                  <m:r>
                                    <a:rPr lang="en-US" b="1" i="1" dirty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lim>
                              </m:limLow>
                            </m:fName>
                            <m:e>
                              <m:sSub>
                                <m:sSubPr>
                                  <m:ctrlPr>
                                    <a:rPr lang="en-US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uk-UA" b="1" i="1" dirty="0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uk-UA" b="1" i="1" dirty="0">
                                      <a:latin typeface="Cambria Math" panose="02040503050406030204" pitchFamily="18" charset="0"/>
                                    </a:rPr>
                                    <m:t>𝒊𝒋</m:t>
                                  </m:r>
                                </m:sub>
                              </m:sSub>
                            </m:e>
                          </m:func>
                        </m:e>
                      </m:func>
                    </m:oMath>
                  </m:oMathPara>
                </a14:m>
                <a:endParaRPr lang="en-US" b="1" dirty="0"/>
              </a:p>
              <a:p>
                <a:pPr marL="0" indent="0">
                  <a:buNone/>
                </a:pPr>
                <a:r>
                  <a:rPr lang="uk-UA" dirty="0"/>
                  <a:t>У таких випадках використовують змішані стратегії, які є схемою випадкового вибору чистих стратегій. Змішаною стратегією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uk-UA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uk-UA" dirty="0"/>
                  <a:t> першого гравця називають застосування чистих стратегій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uk-UA" i="1" dirty="0" smtClean="0">
                            <a:latin typeface="Cambria Math" panose="02040503050406030204" pitchFamily="18" charset="0"/>
                          </a:rPr>
                          <m:t>А</m:t>
                        </m:r>
                      </m:e>
                      <m:sub>
                        <m:r>
                          <a:rPr lang="uk-UA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uk-UA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uk-UA" i="1" dirty="0" smtClean="0">
                            <a:latin typeface="Cambria Math" panose="02040503050406030204" pitchFamily="18" charset="0"/>
                          </a:rPr>
                          <m:t>А</m:t>
                        </m:r>
                      </m:e>
                      <m:sub>
                        <m:r>
                          <a:rPr lang="uk-UA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uk-UA" i="1" dirty="0" smtClean="0">
                        <a:latin typeface="Cambria Math" panose="02040503050406030204" pitchFamily="18" charset="0"/>
                      </a:rPr>
                      <m:t>,…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uk-UA" i="1" dirty="0" smtClean="0">
                            <a:latin typeface="Cambria Math" panose="02040503050406030204" pitchFamily="18" charset="0"/>
                          </a:rPr>
                          <m:t>А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uk-UA" dirty="0"/>
                  <a:t>з імовірностями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uk-UA" i="1" dirty="0" smtClean="0">
                            <a:latin typeface="Cambria Math" panose="02040503050406030204" pitchFamily="18" charset="0"/>
                          </a:rPr>
                          <m:t>р</m:t>
                        </m:r>
                      </m:e>
                      <m:sub>
                        <m:r>
                          <a:rPr lang="uk-UA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uk-UA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uk-UA" i="1" dirty="0" smtClean="0">
                            <a:latin typeface="Cambria Math" panose="02040503050406030204" pitchFamily="18" charset="0"/>
                          </a:rPr>
                          <m:t>р</m:t>
                        </m:r>
                      </m:e>
                      <m:sub>
                        <m:r>
                          <a:rPr lang="uk-UA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uk-UA" i="1" dirty="0" smtClean="0">
                        <a:latin typeface="Cambria Math" panose="02040503050406030204" pitchFamily="18" charset="0"/>
                      </a:rPr>
                      <m:t>,…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uk-UA" i="1" dirty="0" smtClean="0">
                            <a:latin typeface="Cambria Math" panose="02040503050406030204" pitchFamily="18" charset="0"/>
                          </a:rPr>
                          <m:t>р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, </a:t>
                </a:r>
                <a:r>
                  <a:rPr lang="uk-UA" dirty="0"/>
                  <a:t>причому 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uk-UA" b="1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  <m:sup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𝒎</m:t>
                        </m:r>
                      </m:sup>
                      <m:e>
                        <m:sSub>
                          <m:sSubPr>
                            <m:ctrlPr>
                              <a:rPr lang="en-US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uk-UA" b="1" i="1" dirty="0"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uk-UA" b="1" i="1" dirty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nary>
                    <m:r>
                      <a:rPr lang="uk-UA" b="1" i="1" dirty="0" smtClean="0">
                        <a:latin typeface="Cambria Math" panose="02040503050406030204" pitchFamily="18" charset="0"/>
                      </a:rPr>
                      <m:t> =</m:t>
                    </m:r>
                    <m:r>
                      <a:rPr lang="uk-UA" b="1" i="1" dirty="0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uk-UA" b="1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uk-UA" b="1" i="1" dirty="0" smtClean="0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uk-UA" b="1" i="1" dirty="0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uk-UA" b="1" i="1" dirty="0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uk-UA" b="1" i="1" dirty="0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uk-UA" b="1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uk-UA" b="1" i="1" dirty="0" smtClean="0">
                        <a:latin typeface="Cambria Math" panose="02040503050406030204" pitchFamily="18" charset="0"/>
                      </a:rPr>
                      <m:t>𝒊</m:t>
                    </m:r>
                    <m:r>
                      <a:rPr lang="uk-UA" b="1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uk-UA" b="1" i="1" dirty="0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uk-UA" b="1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uk-UA" b="1" i="1" dirty="0" smtClean="0"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uk-UA" dirty="0"/>
                  <a:t>. Змішані стратегії гравця А </a:t>
                </a:r>
                <a:r>
                  <a:rPr lang="uk-UA" dirty="0" err="1"/>
                  <a:t>запишемо</a:t>
                </a:r>
                <a:r>
                  <a:rPr lang="uk-UA" dirty="0"/>
                  <a:t> у вигляді матриці: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uk-UA" dirty="0"/>
                  <a:t> .  Або у вигляді рядка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uk-UA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uk-UA" i="1" dirty="0" smtClean="0">
                        <a:latin typeface="Cambria Math" panose="02040503050406030204" pitchFamily="18" charset="0"/>
                      </a:rPr>
                      <m:t> =(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uk-UA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uk-UA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uk-UA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uk-UA" i="1" dirty="0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uk-UA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uk-UA" i="1" dirty="0" smtClean="0"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r>
                  <a:rPr lang="uk-UA" dirty="0"/>
                  <a:t>	  Аналогічно змішані стратегії гравця В позначимо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uk-UA" dirty="0"/>
                  <a:t>. </a:t>
                </a:r>
                <a:endParaRPr lang="en-US" dirty="0"/>
              </a:p>
              <a:p>
                <a:pPr marL="0" indent="0">
                  <a:buNone/>
                </a:pPr>
                <a:r>
                  <a:rPr lang="uk-UA" dirty="0"/>
                  <a:t>У вигляді матриці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uk-UA" dirty="0"/>
                  <a:t> Або у вигляді рядка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uk-UA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uk-UA" i="1" dirty="0" smtClean="0">
                        <a:latin typeface="Cambria Math" panose="02040503050406030204" pitchFamily="18" charset="0"/>
                      </a:rPr>
                      <m:t> =(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uk-UA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uk-UA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uk-UA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uk-UA" i="1" dirty="0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uk-UA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uk-UA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uk-UA" dirty="0"/>
                  <a:t>, де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uk-UA" b="1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  <m:sup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  <m:e>
                        <m:sSub>
                          <m:sSubPr>
                            <m:ctrlPr>
                              <a:rPr lang="en-US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 smtClean="0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b="1" i="1" dirty="0" smtClean="0">
                                <a:latin typeface="Cambria Math" panose="02040503050406030204" pitchFamily="18" charset="0"/>
                              </a:rPr>
                              <m:t>𝒋</m:t>
                            </m:r>
                          </m:sub>
                        </m:sSub>
                      </m:e>
                    </m:nary>
                    <m:r>
                      <a:rPr lang="uk-UA" b="1" i="1" dirty="0">
                        <a:latin typeface="Cambria Math" panose="02040503050406030204" pitchFamily="18" charset="0"/>
                      </a:rPr>
                      <m:t> =</m:t>
                    </m:r>
                    <m:r>
                      <a:rPr lang="uk-UA" b="1" i="1" dirty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uk-UA" b="1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  <m:sub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uk-UA" b="1" i="1" dirty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uk-UA" b="1" i="1" dirty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uk-UA" b="1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𝒋</m:t>
                    </m:r>
                    <m:r>
                      <a:rPr lang="uk-UA" b="1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uk-UA" b="1" i="1" dirty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uk-UA" b="1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endParaRPr lang="uk-UA" b="1" dirty="0"/>
              </a:p>
            </p:txBody>
          </p:sp>
        </mc:Choice>
        <mc:Fallback>
          <p:sp>
            <p:nvSpPr>
              <p:cNvPr id="3" name="Місце для вмісту 2">
                <a:extLst>
                  <a:ext uri="{FF2B5EF4-FFF2-40B4-BE49-F238E27FC236}">
                    <a16:creationId xmlns:a16="http://schemas.microsoft.com/office/drawing/2014/main" id="{5C05B557-A623-D0C5-46BF-845FADF445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32" t="-2727" r="-901" b="-18030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32734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3FBD0-6A64-9549-BC2B-74520CABC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568E85-27E6-96AC-9D02-997931070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Матричні ігри з нульовою сумою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Місце для вмісту 2">
                <a:extLst>
                  <a:ext uri="{FF2B5EF4-FFF2-40B4-BE49-F238E27FC236}">
                    <a16:creationId xmlns:a16="http://schemas.microsoft.com/office/drawing/2014/main" id="{54B536F0-9BB7-D296-BD7A-5EB7C33A7A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uk-UA" dirty="0"/>
                  <a:t>Гравець А вибирає стратегію так, щоб максимізувати найменший очікуваний виграш по стовпцях платіжної матриці, а гравець В вибирає стратегію так, щоб мінімізувати найбільший очікуваний виграш по стовпцях. Отже, гравець А вибирає стратегію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uk-UA" i="1" dirty="0" smtClean="0">
                            <a:latin typeface="Cambria Math" panose="02040503050406030204" pitchFamily="18" charset="0"/>
                          </a:rPr>
                          <m:t>р</m:t>
                        </m:r>
                      </m:e>
                      <m:sub>
                        <m:r>
                          <a:rPr lang="uk-UA" i="1" dirty="0" smtClean="0">
                            <a:latin typeface="Cambria Math" panose="02040503050406030204" pitchFamily="18" charset="0"/>
                          </a:rPr>
                          <m:t>і</m:t>
                        </m:r>
                      </m:sub>
                    </m:sSub>
                  </m:oMath>
                </a14:m>
                <a:r>
                  <a:rPr lang="uk-UA" dirty="0"/>
                  <a:t>:  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i="0" smtClean="0">
                                          <a:latin typeface="Cambria Math" panose="02040503050406030204" pitchFamily="18" charset="0"/>
                                        </a:rPr>
                                        <m:t>min</m:t>
                                      </m:r>
                                    </m:e>
                                    <m:lim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lim>
                                  </m:limLow>
                                </m:fName>
                                <m:e>
                                  <m:nary>
                                    <m:naryPr>
                                      <m:chr m:val="∑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func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uk-UA" dirty="0"/>
                  <a:t>Гравець В вибирає стратегію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uk-UA" dirty="0"/>
                  <a:t>:  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i="0" smtClean="0">
                                          <a:latin typeface="Cambria Math" panose="02040503050406030204" pitchFamily="18" charset="0"/>
                                        </a:rPr>
                                        <m:t>max</m:t>
                                      </m:r>
                                    </m:e>
                                    <m:lim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lim>
                                  </m:limLow>
                                </m:fName>
                                <m:e>
                                  <m:nary>
                                    <m:naryPr>
                                      <m:chr m:val="∑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func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uk-UA" dirty="0"/>
                  <a:t>Якщо стратегії оптимальні, то виконується рівність між </a:t>
                </a:r>
                <a:r>
                  <a:rPr lang="uk-UA" dirty="0" err="1"/>
                  <a:t>максимінним</a:t>
                </a:r>
                <a:r>
                  <a:rPr lang="uk-UA" dirty="0"/>
                  <a:t> очікуваним </a:t>
                </a:r>
                <a:r>
                  <a:rPr lang="uk-UA" dirty="0" err="1"/>
                  <a:t>виграшем</a:t>
                </a:r>
                <a:r>
                  <a:rPr lang="uk-UA" dirty="0"/>
                  <a:t> та </a:t>
                </a:r>
                <a:r>
                  <a:rPr lang="uk-UA" dirty="0" err="1"/>
                  <a:t>мінімаксним</a:t>
                </a:r>
                <a:r>
                  <a:rPr lang="uk-UA" dirty="0"/>
                  <a:t> очікуваним </a:t>
                </a:r>
                <a:r>
                  <a:rPr lang="uk-UA" dirty="0" err="1"/>
                  <a:t>програшем</a:t>
                </a:r>
                <a:r>
                  <a:rPr lang="uk-UA" dirty="0"/>
                  <a:t>.</a:t>
                </a:r>
              </a:p>
            </p:txBody>
          </p:sp>
        </mc:Choice>
        <mc:Fallback>
          <p:sp>
            <p:nvSpPr>
              <p:cNvPr id="3" name="Місце для вмісту 2">
                <a:extLst>
                  <a:ext uri="{FF2B5EF4-FFF2-40B4-BE49-F238E27FC236}">
                    <a16:creationId xmlns:a16="http://schemas.microsoft.com/office/drawing/2014/main" id="{54B536F0-9BB7-D296-BD7A-5EB7C33A7A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20" t="-1515" r="-338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22849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91CC3-E477-6061-9B4C-81B1ED5CC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40722D-612F-2955-A6FD-C42D7F4D4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Приклад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Місце для вмісту 2">
                <a:extLst>
                  <a:ext uri="{FF2B5EF4-FFF2-40B4-BE49-F238E27FC236}">
                    <a16:creationId xmlns:a16="http://schemas.microsoft.com/office/drawing/2014/main" id="{B276B56F-8477-A42F-84DA-8E5AF54A45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uk-UA" dirty="0"/>
                  <a:t>Знайти </a:t>
                </a:r>
                <a:r>
                  <a:rPr lang="uk-UA" dirty="0" err="1"/>
                  <a:t>мінімаксну</a:t>
                </a:r>
                <a:r>
                  <a:rPr lang="uk-UA" dirty="0"/>
                  <a:t> та </a:t>
                </a:r>
                <a:r>
                  <a:rPr lang="uk-UA" dirty="0" err="1"/>
                  <a:t>максимінну</a:t>
                </a:r>
                <a:r>
                  <a:rPr lang="uk-UA" dirty="0"/>
                  <a:t> стратегії гри, що задана платіжною матрицею.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uk-UA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uk-UA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uk-UA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uk-UA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uk-UA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uk-UA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uk-UA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uk-UA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uk-UA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uk-UA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uk-UA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uk-UA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uk-UA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uk-UA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uk-UA" dirty="0"/>
              </a:p>
              <a:p>
                <a:pPr marL="0" indent="0">
                  <a:buNone/>
                </a:pPr>
                <a:endParaRPr lang="uk-UA" dirty="0"/>
              </a:p>
            </p:txBody>
          </p:sp>
        </mc:Choice>
        <mc:Fallback>
          <p:sp>
            <p:nvSpPr>
              <p:cNvPr id="3" name="Місце для вмісту 2">
                <a:extLst>
                  <a:ext uri="{FF2B5EF4-FFF2-40B4-BE49-F238E27FC236}">
                    <a16:creationId xmlns:a16="http://schemas.microsoft.com/office/drawing/2014/main" id="{B276B56F-8477-A42F-84DA-8E5AF54A45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32" t="-1970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Таблиця 3">
                <a:extLst>
                  <a:ext uri="{FF2B5EF4-FFF2-40B4-BE49-F238E27FC236}">
                    <a16:creationId xmlns:a16="http://schemas.microsoft.com/office/drawing/2014/main" id="{D78B5FB0-A904-4820-8D50-FFF4C3D59A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12205596"/>
                  </p:ext>
                </p:extLst>
              </p:nvPr>
            </p:nvGraphicFramePr>
            <p:xfrm>
              <a:off x="1648541" y="4147847"/>
              <a:ext cx="8128002" cy="1875155"/>
            </p:xfrm>
            <a:graphic>
              <a:graphicData uri="http://schemas.openxmlformats.org/drawingml/2006/table">
                <a:tbl>
                  <a:tblPr firstRow="1" firstCol="1" lastRow="1" lastCol="1" bandRow="1">
                    <a:tableStyleId>{93296810-A885-4BE3-A3E7-6D5BEEA58F35}</a:tableStyleId>
                  </a:tblPr>
                  <a:tblGrid>
                    <a:gridCol w="1354667">
                      <a:extLst>
                        <a:ext uri="{9D8B030D-6E8A-4147-A177-3AD203B41FA5}">
                          <a16:colId xmlns:a16="http://schemas.microsoft.com/office/drawing/2014/main" val="2068207655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206355568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2998936604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736992319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1638402888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266427104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uk-U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B1</a:t>
                          </a:r>
                          <a:endParaRPr lang="uk-U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B2</a:t>
                          </a:r>
                          <a:endParaRPr lang="uk-U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B3</a:t>
                          </a:r>
                          <a:endParaRPr lang="uk-U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B4</a:t>
                          </a:r>
                          <a:endParaRPr lang="uk-U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𝜶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uk-UA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807304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A1</a:t>
                          </a:r>
                          <a:endParaRPr lang="uk-U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uk-U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  <a:endParaRPr lang="uk-U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-1</a:t>
                          </a:r>
                          <a:endParaRPr lang="uk-U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  <a:endParaRPr lang="uk-U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-1</a:t>
                          </a:r>
                          <a:endParaRPr lang="uk-UA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674253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A2</a:t>
                          </a:r>
                          <a:endParaRPr lang="uk-U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uk-U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uk-U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  <a:endParaRPr lang="uk-U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  <a:endParaRPr lang="uk-U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</a:rPr>
                            <a:t>0</a:t>
                          </a:r>
                          <a:endParaRPr lang="uk-UA" dirty="0">
                            <a:solidFill>
                              <a:schemeClr val="accent1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1826598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A3</a:t>
                          </a:r>
                          <a:endParaRPr lang="uk-U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  <a:endParaRPr lang="uk-U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uk-U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-2</a:t>
                          </a:r>
                          <a:endParaRPr lang="uk-U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-1</a:t>
                          </a:r>
                          <a:endParaRPr lang="uk-U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-2</a:t>
                          </a:r>
                          <a:endParaRPr lang="uk-UA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13737607"/>
                      </a:ext>
                    </a:extLst>
                  </a:tr>
                  <a:tr h="237361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𝜷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𝒋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uk-U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  <a:endParaRPr lang="uk-U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  <a:endParaRPr lang="uk-U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</a:rPr>
                            <a:t>2</a:t>
                          </a:r>
                          <a:endParaRPr lang="uk-UA" dirty="0">
                            <a:solidFill>
                              <a:schemeClr val="accent1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  <a:endParaRPr lang="uk-U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uk-UA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4473130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Таблиця 3">
                <a:extLst>
                  <a:ext uri="{FF2B5EF4-FFF2-40B4-BE49-F238E27FC236}">
                    <a16:creationId xmlns:a16="http://schemas.microsoft.com/office/drawing/2014/main" id="{D78B5FB0-A904-4820-8D50-FFF4C3D59A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12205596"/>
                  </p:ext>
                </p:extLst>
              </p:nvPr>
            </p:nvGraphicFramePr>
            <p:xfrm>
              <a:off x="1648541" y="4147847"/>
              <a:ext cx="8128002" cy="1875155"/>
            </p:xfrm>
            <a:graphic>
              <a:graphicData uri="http://schemas.openxmlformats.org/drawingml/2006/table">
                <a:tbl>
                  <a:tblPr firstRow="1" firstCol="1" lastRow="1" lastCol="1" bandRow="1">
                    <a:tableStyleId>{93296810-A885-4BE3-A3E7-6D5BEEA58F35}</a:tableStyleId>
                  </a:tblPr>
                  <a:tblGrid>
                    <a:gridCol w="1354667">
                      <a:extLst>
                        <a:ext uri="{9D8B030D-6E8A-4147-A177-3AD203B41FA5}">
                          <a16:colId xmlns:a16="http://schemas.microsoft.com/office/drawing/2014/main" val="2068207655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206355568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2998936604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3736992319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1638402888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266427104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uk-U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B1</a:t>
                          </a:r>
                          <a:endParaRPr lang="uk-U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B2</a:t>
                          </a:r>
                          <a:endParaRPr lang="uk-U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B3</a:t>
                          </a:r>
                          <a:endParaRPr lang="uk-U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B4</a:t>
                          </a:r>
                          <a:endParaRPr lang="uk-U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>
                        <a:blipFill>
                          <a:blip r:embed="rId3"/>
                          <a:stretch>
                            <a:fillRect l="-501351" t="-8197" r="-1802" b="-4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07304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A1</a:t>
                          </a:r>
                          <a:endParaRPr lang="uk-U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uk-U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  <a:endParaRPr lang="uk-U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-1</a:t>
                          </a:r>
                          <a:endParaRPr lang="uk-U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  <a:endParaRPr lang="uk-U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-1</a:t>
                          </a:r>
                          <a:endParaRPr lang="uk-UA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674253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A2</a:t>
                          </a:r>
                          <a:endParaRPr lang="uk-U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uk-U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  <a:endParaRPr lang="uk-U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  <a:endParaRPr lang="uk-U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  <a:endParaRPr lang="uk-U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</a:rPr>
                            <a:t>0</a:t>
                          </a:r>
                          <a:endParaRPr lang="uk-UA" dirty="0">
                            <a:solidFill>
                              <a:schemeClr val="accent1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1826598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A3</a:t>
                          </a:r>
                          <a:endParaRPr lang="uk-U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  <a:endParaRPr lang="uk-U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  <a:endParaRPr lang="uk-U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-2</a:t>
                          </a:r>
                          <a:endParaRPr lang="uk-U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-1</a:t>
                          </a:r>
                          <a:endParaRPr lang="uk-U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-2</a:t>
                          </a:r>
                          <a:endParaRPr lang="uk-UA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13737607"/>
                      </a:ext>
                    </a:extLst>
                  </a:tr>
                  <a:tr h="391795">
                    <a:tc>
                      <a:txBody>
                        <a:bodyPr/>
                        <a:lstStyle/>
                        <a:p>
                          <a:endParaRPr lang="uk-UA"/>
                        </a:p>
                      </a:txBody>
                      <a:tcPr>
                        <a:blipFill>
                          <a:blip r:embed="rId3"/>
                          <a:stretch>
                            <a:fillRect l="-450" t="-383077" r="-502703" b="-16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  <a:endParaRPr lang="uk-U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  <a:endParaRPr lang="uk-U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</a:rPr>
                            <a:t>2</a:t>
                          </a:r>
                          <a:endParaRPr lang="uk-UA" dirty="0">
                            <a:solidFill>
                              <a:schemeClr val="accent1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  <a:endParaRPr lang="uk-U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uk-UA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4473130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1140705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4800C-4A59-E8F5-4FE4-F0CF86649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34670426-332C-A7BF-45C6-E2999B800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>
                <a:solidFill>
                  <a:srgbClr val="00B050"/>
                </a:solidFill>
              </a:rPr>
              <a:t>nashpy</a:t>
            </a:r>
            <a:r>
              <a:rPr lang="en-US" dirty="0"/>
              <a:t> — </a:t>
            </a:r>
            <a:r>
              <a:rPr lang="uk-UA" dirty="0"/>
              <a:t>це </a:t>
            </a:r>
            <a:r>
              <a:rPr lang="en-US" dirty="0"/>
              <a:t>Python-</a:t>
            </a:r>
            <a:r>
              <a:rPr lang="uk-UA" dirty="0"/>
              <a:t>бібліотека для аналізу матричних ігор двох гравців. Вона дозволяє знаходити рівновагу </a:t>
            </a:r>
            <a:r>
              <a:rPr lang="uk-UA" dirty="0" err="1"/>
              <a:t>Неша</a:t>
            </a:r>
            <a:r>
              <a:rPr lang="uk-UA" dirty="0"/>
              <a:t> у чистих і змішаних стратегіях для </a:t>
            </a:r>
            <a:r>
              <a:rPr lang="uk-UA" dirty="0" err="1"/>
              <a:t>біматричних</a:t>
            </a:r>
            <a:r>
              <a:rPr lang="uk-UA" dirty="0"/>
              <a:t> ігор та ігор з нульовою сумою.</a:t>
            </a:r>
          </a:p>
          <a:p>
            <a:pPr marL="0" indent="0">
              <a:buNone/>
            </a:pPr>
            <a:r>
              <a:rPr lang="uk-UA" dirty="0"/>
              <a:t>Ця бібліотека не входить до списку стандартних бібліотек </a:t>
            </a:r>
            <a:r>
              <a:rPr lang="en-US" dirty="0"/>
              <a:t>Python</a:t>
            </a:r>
            <a:r>
              <a:rPr lang="uk-UA" dirty="0"/>
              <a:t>, тому її додатково потрібно інсталювати (наприклад для ОС </a:t>
            </a:r>
            <a:r>
              <a:rPr lang="en-US" dirty="0"/>
              <a:t>Windows, </a:t>
            </a:r>
            <a:r>
              <a:rPr lang="en-US" dirty="0">
                <a:solidFill>
                  <a:srgbClr val="00B050"/>
                </a:solidFill>
              </a:rPr>
              <a:t>pip install </a:t>
            </a:r>
            <a:r>
              <a:rPr lang="en-US" dirty="0" err="1">
                <a:solidFill>
                  <a:srgbClr val="00B050"/>
                </a:solidFill>
              </a:rPr>
              <a:t>nashpy</a:t>
            </a:r>
            <a:r>
              <a:rPr lang="en-US" dirty="0"/>
              <a:t>)</a:t>
            </a:r>
            <a:endParaRPr lang="uk-UA" dirty="0"/>
          </a:p>
          <a:p>
            <a:pPr marL="0" indent="0">
              <a:buNone/>
            </a:pPr>
            <a:r>
              <a:rPr lang="uk-UA" dirty="0"/>
              <a:t>Для створення матричної гри у </a:t>
            </a:r>
            <a:r>
              <a:rPr lang="en-US" dirty="0" err="1"/>
              <a:t>nashpy</a:t>
            </a:r>
            <a:r>
              <a:rPr lang="en-US" dirty="0"/>
              <a:t> </a:t>
            </a:r>
            <a:r>
              <a:rPr lang="uk-UA" dirty="0"/>
              <a:t>реалізовано 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0D1E97BF-5DA7-7E25-92B0-E05B4304822B}"/>
              </a:ext>
            </a:extLst>
          </p:cNvPr>
          <p:cNvSpPr txBox="1">
            <a:spLocks/>
          </p:cNvSpPr>
          <p:nvPr/>
        </p:nvSpPr>
        <p:spPr>
          <a:xfrm>
            <a:off x="3048000" y="9167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uk-UA" dirty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CD19631E-2795-3629-5E45-B5FBE0E9C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3588"/>
            <a:ext cx="8610600" cy="1293812"/>
          </a:xfrm>
        </p:spPr>
        <p:txBody>
          <a:bodyPr>
            <a:normAutofit fontScale="90000"/>
          </a:bodyPr>
          <a:lstStyle/>
          <a:p>
            <a:r>
              <a:rPr lang="uk-UA" dirty="0"/>
              <a:t>Пакет </a:t>
            </a:r>
            <a:r>
              <a:rPr lang="en-US" dirty="0" err="1"/>
              <a:t>Nashpy</a:t>
            </a:r>
            <a:r>
              <a:rPr lang="en-US" dirty="0"/>
              <a:t> </a:t>
            </a:r>
            <a:r>
              <a:rPr lang="uk-UA" dirty="0"/>
              <a:t>для розв’язування матричних ігор</a:t>
            </a:r>
          </a:p>
        </p:txBody>
      </p:sp>
    </p:spTree>
    <p:extLst>
      <p:ext uri="{BB962C8B-B14F-4D97-AF65-F5344CB8AC3E}">
        <p14:creationId xmlns:p14="http://schemas.microsoft.com/office/powerpoint/2010/main" val="8994574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2699D-9662-4048-D20A-3BD21612D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28B7842-16CF-EE0C-E8A0-1B1FF2DAEF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uk-UA" dirty="0"/>
              <a:t>Для створення матричної гри у </a:t>
            </a:r>
            <a:r>
              <a:rPr lang="en-US" dirty="0" err="1"/>
              <a:t>nashpy</a:t>
            </a:r>
            <a:r>
              <a:rPr lang="en-US" dirty="0"/>
              <a:t> </a:t>
            </a:r>
            <a:r>
              <a:rPr lang="uk-UA" dirty="0"/>
              <a:t>реалізовано</a:t>
            </a:r>
            <a:r>
              <a:rPr lang="en-US" dirty="0"/>
              <a:t> </a:t>
            </a:r>
            <a:r>
              <a:rPr lang="uk-UA" dirty="0"/>
              <a:t>клас </a:t>
            </a:r>
            <a:r>
              <a:rPr lang="en-US" dirty="0"/>
              <a:t>Game. </a:t>
            </a:r>
            <a:r>
              <a:rPr lang="uk-UA" dirty="0"/>
              <a:t>Цей клас використовується для представлення </a:t>
            </a:r>
            <a:r>
              <a:rPr lang="uk-UA" b="1" dirty="0"/>
              <a:t>матричних ігор двох гравців</a:t>
            </a:r>
            <a:r>
              <a:rPr lang="uk-UA" dirty="0"/>
              <a:t>. Він дозволяє зберігати </a:t>
            </a:r>
            <a:r>
              <a:rPr lang="uk-UA" b="1" dirty="0"/>
              <a:t>матриці виграшів</a:t>
            </a:r>
            <a:r>
              <a:rPr lang="uk-UA" dirty="0"/>
              <a:t> гравців, знаходити рівновагу </a:t>
            </a:r>
            <a:r>
              <a:rPr lang="uk-UA" dirty="0" err="1"/>
              <a:t>Неша</a:t>
            </a:r>
            <a:r>
              <a:rPr lang="uk-UA" dirty="0"/>
              <a:t> і проводити імітацію гри. Для того, щоб створити об’єкт класу </a:t>
            </a:r>
            <a:r>
              <a:rPr lang="en-US" dirty="0"/>
              <a:t>Game </a:t>
            </a:r>
            <a:r>
              <a:rPr lang="uk-UA" dirty="0"/>
              <a:t>потрібно спочатку ввести матриці(-ю) виграшів.</a:t>
            </a:r>
          </a:p>
          <a:p>
            <a:pPr marL="0" indent="0">
              <a:buNone/>
            </a:pPr>
            <a:r>
              <a:rPr lang="en-US" dirty="0">
                <a:solidFill>
                  <a:srgbClr val="C88CDC"/>
                </a:solidFill>
                <a:effectLst/>
                <a:latin typeface="JetBrains Mono Medium"/>
              </a:rPr>
              <a:t>import </a:t>
            </a:r>
            <a:r>
              <a:rPr lang="en-US" dirty="0" err="1">
                <a:solidFill>
                  <a:srgbClr val="AFB9C3"/>
                </a:solidFill>
                <a:effectLst/>
                <a:latin typeface="JetBrains Mono Medium"/>
              </a:rPr>
              <a:t>numpy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 </a:t>
            </a:r>
            <a:r>
              <a:rPr lang="en-US" dirty="0">
                <a:solidFill>
                  <a:srgbClr val="C88CDC"/>
                </a:solidFill>
                <a:effectLst/>
                <a:latin typeface="JetBrains Mono Medium"/>
              </a:rPr>
              <a:t>as 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np</a:t>
            </a:r>
            <a:br>
              <a:rPr lang="en-US" dirty="0">
                <a:solidFill>
                  <a:srgbClr val="AFB9C3"/>
                </a:solidFill>
                <a:effectLst/>
                <a:latin typeface="JetBrains Mono Medium"/>
              </a:rPr>
            </a:br>
            <a:r>
              <a:rPr lang="en-US" dirty="0">
                <a:solidFill>
                  <a:srgbClr val="C88CDC"/>
                </a:solidFill>
                <a:effectLst/>
                <a:latin typeface="JetBrains Mono Medium"/>
              </a:rPr>
              <a:t>import </a:t>
            </a:r>
            <a:r>
              <a:rPr lang="en-US" dirty="0" err="1">
                <a:solidFill>
                  <a:srgbClr val="AFB9C3"/>
                </a:solidFill>
                <a:effectLst/>
                <a:latin typeface="JetBrains Mono Medium"/>
              </a:rPr>
              <a:t>nashpy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 </a:t>
            </a:r>
            <a:r>
              <a:rPr lang="en-US" dirty="0">
                <a:solidFill>
                  <a:srgbClr val="C88CDC"/>
                </a:solidFill>
                <a:effectLst/>
                <a:latin typeface="JetBrains Mono Medium"/>
              </a:rPr>
              <a:t>as </a:t>
            </a:r>
            <a:r>
              <a:rPr lang="en-US" dirty="0" err="1">
                <a:solidFill>
                  <a:srgbClr val="AFB9C3"/>
                </a:solidFill>
                <a:effectLst/>
                <a:latin typeface="JetBrains Mono Medium"/>
              </a:rPr>
              <a:t>nash</a:t>
            </a:r>
            <a:br>
              <a:rPr lang="en-US" dirty="0">
                <a:solidFill>
                  <a:srgbClr val="AFB9C3"/>
                </a:solidFill>
                <a:effectLst/>
                <a:latin typeface="JetBrains Mono Medium"/>
              </a:rPr>
            </a:br>
            <a:br>
              <a:rPr lang="en-US" dirty="0">
                <a:solidFill>
                  <a:srgbClr val="AFB9C3"/>
                </a:solidFill>
                <a:effectLst/>
                <a:latin typeface="JetBrains Mono Medium"/>
              </a:rPr>
            </a:b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A1 = </a:t>
            </a:r>
            <a:r>
              <a:rPr lang="en-US" dirty="0" err="1">
                <a:solidFill>
                  <a:srgbClr val="AFB9C3"/>
                </a:solidFill>
                <a:effectLst/>
                <a:latin typeface="JetBrains Mono Medium"/>
              </a:rPr>
              <a:t>np.</a:t>
            </a:r>
            <a:r>
              <a:rPr lang="en-US" dirty="0" err="1">
                <a:solidFill>
                  <a:srgbClr val="FFC86E"/>
                </a:solidFill>
                <a:effectLst/>
                <a:latin typeface="JetBrains Mono Medium"/>
              </a:rPr>
              <a:t>array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([</a:t>
            </a:r>
            <a:br>
              <a:rPr lang="en-US" dirty="0">
                <a:solidFill>
                  <a:srgbClr val="AFB9C3"/>
                </a:solidFill>
                <a:effectLst/>
                <a:latin typeface="JetBrains Mono Medium"/>
              </a:rPr>
            </a:b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    [</a:t>
            </a:r>
            <a:r>
              <a:rPr lang="en-US" dirty="0">
                <a:solidFill>
                  <a:srgbClr val="96BE78"/>
                </a:solidFill>
                <a:effectLst/>
                <a:latin typeface="JetBrains Mono Medium"/>
              </a:rPr>
              <a:t>1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, </a:t>
            </a:r>
            <a:r>
              <a:rPr lang="en-US" dirty="0">
                <a:solidFill>
                  <a:srgbClr val="96BE78"/>
                </a:solidFill>
                <a:effectLst/>
                <a:latin typeface="JetBrains Mono Medium"/>
              </a:rPr>
              <a:t>0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, </a:t>
            </a:r>
            <a:r>
              <a:rPr lang="en-US" dirty="0">
                <a:solidFill>
                  <a:srgbClr val="96BE78"/>
                </a:solidFill>
                <a:effectLst/>
                <a:latin typeface="JetBrains Mono Medium"/>
              </a:rPr>
              <a:t>2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],</a:t>
            </a:r>
            <a:br>
              <a:rPr lang="en-US" dirty="0">
                <a:solidFill>
                  <a:srgbClr val="AFB9C3"/>
                </a:solidFill>
                <a:effectLst/>
                <a:latin typeface="JetBrains Mono Medium"/>
              </a:rPr>
            </a:b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    [</a:t>
            </a:r>
            <a:r>
              <a:rPr lang="en-US" dirty="0">
                <a:solidFill>
                  <a:srgbClr val="96BE78"/>
                </a:solidFill>
                <a:effectLst/>
                <a:latin typeface="JetBrains Mono Medium"/>
              </a:rPr>
              <a:t>2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,  </a:t>
            </a:r>
            <a:r>
              <a:rPr lang="en-US" dirty="0">
                <a:solidFill>
                  <a:srgbClr val="96BE78"/>
                </a:solidFill>
                <a:effectLst/>
                <a:latin typeface="JetBrains Mono Medium"/>
              </a:rPr>
              <a:t>1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, </a:t>
            </a:r>
            <a:r>
              <a:rPr lang="en-US" dirty="0">
                <a:solidFill>
                  <a:srgbClr val="96BE78"/>
                </a:solidFill>
                <a:effectLst/>
                <a:latin typeface="JetBrains Mono Medium"/>
              </a:rPr>
              <a:t>0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],</a:t>
            </a:r>
            <a:br>
              <a:rPr lang="en-US" dirty="0">
                <a:solidFill>
                  <a:srgbClr val="AFB9C3"/>
                </a:solidFill>
                <a:effectLst/>
                <a:latin typeface="JetBrains Mono Medium"/>
              </a:rPr>
            </a:b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    [</a:t>
            </a:r>
            <a:r>
              <a:rPr lang="en-US" dirty="0">
                <a:solidFill>
                  <a:srgbClr val="96BE78"/>
                </a:solidFill>
                <a:effectLst/>
                <a:latin typeface="JetBrains Mono Medium"/>
              </a:rPr>
              <a:t>1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, </a:t>
            </a:r>
            <a:r>
              <a:rPr lang="en-US" dirty="0">
                <a:solidFill>
                  <a:srgbClr val="96BE78"/>
                </a:solidFill>
                <a:effectLst/>
                <a:latin typeface="JetBrains Mono Medium"/>
              </a:rPr>
              <a:t>0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, -</a:t>
            </a:r>
            <a:r>
              <a:rPr lang="en-US" dirty="0">
                <a:solidFill>
                  <a:srgbClr val="96BE78"/>
                </a:solidFill>
                <a:effectLst/>
                <a:latin typeface="JetBrains Mono Medium"/>
              </a:rPr>
              <a:t>1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]</a:t>
            </a:r>
            <a:r>
              <a:rPr lang="uk-UA" dirty="0">
                <a:solidFill>
                  <a:srgbClr val="AFB9C3"/>
                </a:solidFill>
                <a:effectLst/>
                <a:latin typeface="JetBrains Mono Medium"/>
              </a:rPr>
              <a:t>  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])</a:t>
            </a:r>
            <a:br>
              <a:rPr lang="en-US" dirty="0">
                <a:solidFill>
                  <a:srgbClr val="AFB9C3"/>
                </a:solidFill>
                <a:effectLst/>
                <a:latin typeface="JetBrains Mono Medium"/>
              </a:rPr>
            </a:br>
            <a:br>
              <a:rPr lang="en-US" dirty="0">
                <a:solidFill>
                  <a:srgbClr val="AFB9C3"/>
                </a:solidFill>
                <a:effectLst/>
                <a:latin typeface="JetBrains Mono Medium"/>
              </a:rPr>
            </a:b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A2 = </a:t>
            </a:r>
            <a:r>
              <a:rPr lang="en-US" dirty="0" err="1">
                <a:solidFill>
                  <a:srgbClr val="AFB9C3"/>
                </a:solidFill>
                <a:effectLst/>
                <a:latin typeface="JetBrains Mono Medium"/>
              </a:rPr>
              <a:t>np.</a:t>
            </a:r>
            <a:r>
              <a:rPr lang="en-US" dirty="0" err="1">
                <a:solidFill>
                  <a:srgbClr val="FFC86E"/>
                </a:solidFill>
                <a:effectLst/>
                <a:latin typeface="JetBrains Mono Medium"/>
              </a:rPr>
              <a:t>array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([</a:t>
            </a:r>
            <a:br>
              <a:rPr lang="en-US" dirty="0">
                <a:solidFill>
                  <a:srgbClr val="AFB9C3"/>
                </a:solidFill>
                <a:effectLst/>
                <a:latin typeface="JetBrains Mono Medium"/>
              </a:rPr>
            </a:b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    [</a:t>
            </a:r>
            <a:r>
              <a:rPr lang="en-US" dirty="0">
                <a:solidFill>
                  <a:srgbClr val="96BE78"/>
                </a:solidFill>
                <a:effectLst/>
                <a:latin typeface="JetBrains Mono Medium"/>
              </a:rPr>
              <a:t>1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, </a:t>
            </a:r>
            <a:r>
              <a:rPr lang="en-US" dirty="0">
                <a:solidFill>
                  <a:srgbClr val="96BE78"/>
                </a:solidFill>
                <a:effectLst/>
                <a:latin typeface="JetBrains Mono Medium"/>
              </a:rPr>
              <a:t>2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, </a:t>
            </a:r>
            <a:r>
              <a:rPr lang="en-US" dirty="0">
                <a:solidFill>
                  <a:srgbClr val="96BE78"/>
                </a:solidFill>
                <a:effectLst/>
                <a:latin typeface="JetBrains Mono Medium"/>
              </a:rPr>
              <a:t>1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],</a:t>
            </a:r>
            <a:br>
              <a:rPr lang="en-US" dirty="0">
                <a:solidFill>
                  <a:srgbClr val="AFB9C3"/>
                </a:solidFill>
                <a:effectLst/>
                <a:latin typeface="JetBrains Mono Medium"/>
              </a:rPr>
            </a:b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    [</a:t>
            </a:r>
            <a:r>
              <a:rPr lang="en-US" dirty="0">
                <a:solidFill>
                  <a:srgbClr val="96BE78"/>
                </a:solidFill>
                <a:effectLst/>
                <a:latin typeface="JetBrains Mono Medium"/>
              </a:rPr>
              <a:t>2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, </a:t>
            </a:r>
            <a:r>
              <a:rPr lang="en-US" dirty="0">
                <a:solidFill>
                  <a:srgbClr val="96BE78"/>
                </a:solidFill>
                <a:effectLst/>
                <a:latin typeface="JetBrains Mono Medium"/>
              </a:rPr>
              <a:t>1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,  </a:t>
            </a:r>
            <a:r>
              <a:rPr lang="en-US" dirty="0">
                <a:solidFill>
                  <a:srgbClr val="96BE78"/>
                </a:solidFill>
                <a:effectLst/>
                <a:latin typeface="JetBrains Mono Medium"/>
              </a:rPr>
              <a:t>0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],</a:t>
            </a:r>
            <a:br>
              <a:rPr lang="en-US" dirty="0">
                <a:solidFill>
                  <a:srgbClr val="AFB9C3"/>
                </a:solidFill>
                <a:effectLst/>
                <a:latin typeface="JetBrains Mono Medium"/>
              </a:rPr>
            </a:b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    [</a:t>
            </a:r>
            <a:r>
              <a:rPr lang="en-US" dirty="0">
                <a:solidFill>
                  <a:srgbClr val="96BE78"/>
                </a:solidFill>
                <a:effectLst/>
                <a:latin typeface="JetBrains Mono Medium"/>
              </a:rPr>
              <a:t>0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, </a:t>
            </a:r>
            <a:r>
              <a:rPr lang="en-US" dirty="0">
                <a:solidFill>
                  <a:srgbClr val="96BE78"/>
                </a:solidFill>
                <a:effectLst/>
                <a:latin typeface="JetBrains Mono Medium"/>
              </a:rPr>
              <a:t>0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, </a:t>
            </a:r>
            <a:r>
              <a:rPr lang="en-US" dirty="0">
                <a:solidFill>
                  <a:srgbClr val="96BE78"/>
                </a:solidFill>
                <a:effectLst/>
                <a:latin typeface="JetBrains Mono Medium"/>
              </a:rPr>
              <a:t>1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]</a:t>
            </a:r>
            <a:r>
              <a:rPr lang="uk-UA" dirty="0">
                <a:solidFill>
                  <a:srgbClr val="AFB9C3"/>
                </a:solidFill>
                <a:effectLst/>
                <a:latin typeface="JetBrains Mono Medium"/>
              </a:rPr>
              <a:t>  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])</a:t>
            </a:r>
            <a:br>
              <a:rPr lang="en-US" dirty="0">
                <a:solidFill>
                  <a:srgbClr val="AFB9C3"/>
                </a:solidFill>
                <a:effectLst/>
                <a:latin typeface="JetBrains Mono Medium"/>
              </a:rPr>
            </a:br>
            <a:br>
              <a:rPr lang="en-US" dirty="0">
                <a:solidFill>
                  <a:srgbClr val="AFB9C3"/>
                </a:solidFill>
                <a:effectLst/>
                <a:latin typeface="JetBrains Mono Medium"/>
              </a:rPr>
            </a:br>
            <a:r>
              <a:rPr lang="en-US" dirty="0">
                <a:solidFill>
                  <a:srgbClr val="808080"/>
                </a:solidFill>
                <a:effectLst/>
                <a:latin typeface="JetBrains Mono Medium"/>
              </a:rPr>
              <a:t># </a:t>
            </a:r>
            <a:r>
              <a:rPr lang="uk-UA" dirty="0">
                <a:solidFill>
                  <a:srgbClr val="808080"/>
                </a:solidFill>
                <a:effectLst/>
                <a:latin typeface="JetBrains Mono Medium"/>
              </a:rPr>
              <a:t>Створюємо ігри</a:t>
            </a:r>
            <a:br>
              <a:rPr lang="uk-UA" dirty="0">
                <a:solidFill>
                  <a:srgbClr val="808080"/>
                </a:solidFill>
                <a:effectLst/>
                <a:latin typeface="JetBrains Mono Medium"/>
              </a:rPr>
            </a:b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game1 = </a:t>
            </a:r>
            <a:r>
              <a:rPr lang="en-US" dirty="0" err="1">
                <a:solidFill>
                  <a:srgbClr val="AFB9C3"/>
                </a:solidFill>
                <a:effectLst/>
                <a:latin typeface="JetBrains Mono Medium"/>
              </a:rPr>
              <a:t>nash.</a:t>
            </a:r>
            <a:r>
              <a:rPr lang="en-US" dirty="0" err="1">
                <a:solidFill>
                  <a:srgbClr val="FFC86E"/>
                </a:solidFill>
                <a:effectLst/>
                <a:latin typeface="JetBrains Mono Medium"/>
              </a:rPr>
              <a:t>Game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(A1)  </a:t>
            </a:r>
            <a:r>
              <a:rPr lang="en-US" dirty="0">
                <a:solidFill>
                  <a:srgbClr val="808080"/>
                </a:solidFill>
                <a:effectLst/>
                <a:latin typeface="JetBrains Mono Medium"/>
              </a:rPr>
              <a:t># </a:t>
            </a:r>
            <a:r>
              <a:rPr lang="uk-UA" dirty="0">
                <a:solidFill>
                  <a:srgbClr val="808080"/>
                </a:solidFill>
                <a:effectLst/>
                <a:latin typeface="JetBrains Mono Medium"/>
              </a:rPr>
              <a:t>гра з нульовою сумою</a:t>
            </a:r>
            <a:br>
              <a:rPr lang="uk-UA" dirty="0">
                <a:solidFill>
                  <a:srgbClr val="808080"/>
                </a:solidFill>
                <a:effectLst/>
                <a:latin typeface="JetBrains Mono Medium"/>
              </a:rPr>
            </a:b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game2 = </a:t>
            </a:r>
            <a:r>
              <a:rPr lang="en-US" dirty="0" err="1">
                <a:solidFill>
                  <a:srgbClr val="AFB9C3"/>
                </a:solidFill>
                <a:effectLst/>
                <a:latin typeface="JetBrains Mono Medium"/>
              </a:rPr>
              <a:t>nash.</a:t>
            </a:r>
            <a:r>
              <a:rPr lang="en-US" dirty="0" err="1">
                <a:solidFill>
                  <a:srgbClr val="FFC86E"/>
                </a:solidFill>
                <a:effectLst/>
                <a:latin typeface="JetBrains Mono Medium"/>
              </a:rPr>
              <a:t>Game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(A1,A2)  </a:t>
            </a:r>
            <a:r>
              <a:rPr lang="en-US" dirty="0">
                <a:solidFill>
                  <a:srgbClr val="808080"/>
                </a:solidFill>
                <a:effectLst/>
                <a:latin typeface="JetBrains Mono Medium"/>
              </a:rPr>
              <a:t># </a:t>
            </a:r>
            <a:r>
              <a:rPr lang="uk-UA" dirty="0" err="1">
                <a:solidFill>
                  <a:srgbClr val="808080"/>
                </a:solidFill>
                <a:effectLst/>
                <a:latin typeface="JetBrains Mono Medium"/>
              </a:rPr>
              <a:t>біматрична</a:t>
            </a:r>
            <a:r>
              <a:rPr lang="uk-UA" dirty="0">
                <a:solidFill>
                  <a:srgbClr val="808080"/>
                </a:solidFill>
                <a:effectLst/>
                <a:latin typeface="JetBrains Mono Medium"/>
              </a:rPr>
              <a:t> гра</a:t>
            </a:r>
            <a:endParaRPr lang="uk-UA" dirty="0">
              <a:solidFill>
                <a:srgbClr val="AFB9C3"/>
              </a:solidFill>
              <a:effectLst/>
              <a:latin typeface="JetBrains Mono Medium"/>
            </a:endParaRPr>
          </a:p>
          <a:p>
            <a:pPr marL="0" indent="0">
              <a:buNone/>
            </a:pPr>
            <a:endParaRPr lang="uk-UA" dirty="0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56EFF29C-A334-80E6-9C4F-D4E0F47BBC98}"/>
              </a:ext>
            </a:extLst>
          </p:cNvPr>
          <p:cNvSpPr txBox="1">
            <a:spLocks/>
          </p:cNvSpPr>
          <p:nvPr/>
        </p:nvSpPr>
        <p:spPr>
          <a:xfrm>
            <a:off x="3048000" y="9167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uk-UA" dirty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00873AAC-91B1-BE46-6849-B4D0AC016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3588"/>
            <a:ext cx="8610600" cy="1293812"/>
          </a:xfrm>
        </p:spPr>
        <p:txBody>
          <a:bodyPr>
            <a:normAutofit fontScale="90000"/>
          </a:bodyPr>
          <a:lstStyle/>
          <a:p>
            <a:r>
              <a:rPr lang="uk-UA" dirty="0"/>
              <a:t>Пакет </a:t>
            </a:r>
            <a:r>
              <a:rPr lang="en-US" dirty="0" err="1"/>
              <a:t>Nashpy</a:t>
            </a:r>
            <a:r>
              <a:rPr lang="en-US" dirty="0"/>
              <a:t> </a:t>
            </a:r>
            <a:r>
              <a:rPr lang="uk-UA" dirty="0"/>
              <a:t>для розв’язування матричних ігор</a:t>
            </a:r>
          </a:p>
        </p:txBody>
      </p:sp>
    </p:spTree>
    <p:extLst>
      <p:ext uri="{BB962C8B-B14F-4D97-AF65-F5344CB8AC3E}">
        <p14:creationId xmlns:p14="http://schemas.microsoft.com/office/powerpoint/2010/main" val="186712795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15E026-8EA9-0415-8C56-39EC144B3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Пакет </a:t>
            </a:r>
            <a:r>
              <a:rPr lang="en-US" dirty="0" err="1"/>
              <a:t>Nashpy</a:t>
            </a:r>
            <a:r>
              <a:rPr lang="en-US" dirty="0"/>
              <a:t> </a:t>
            </a:r>
            <a:r>
              <a:rPr lang="uk-UA" dirty="0"/>
              <a:t>для розв’язування матричних ігор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B1E825C6-7C92-1871-B04E-64D72C1F32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uk-UA" dirty="0"/>
              <a:t>Атрибути класу </a:t>
            </a:r>
            <a:r>
              <a:rPr lang="en-US" dirty="0"/>
              <a:t>Game.</a:t>
            </a:r>
          </a:p>
          <a:p>
            <a:pPr marL="0" indent="0">
              <a:buNone/>
            </a:pPr>
            <a:r>
              <a:rPr lang="uk-UA" dirty="0"/>
              <a:t>Після створення гри можна отримати для неї матриці виграшів.</a:t>
            </a:r>
          </a:p>
          <a:p>
            <a:pPr marL="0" indent="0">
              <a:buNone/>
            </a:pPr>
            <a:r>
              <a:rPr lang="en-US" dirty="0">
                <a:solidFill>
                  <a:srgbClr val="FFC86E"/>
                </a:solidFill>
                <a:effectLst/>
                <a:latin typeface="JetBrains Mono Medium"/>
              </a:rPr>
              <a:t>print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(game1.payoff_matrices)  </a:t>
            </a:r>
            <a:r>
              <a:rPr lang="en-US" dirty="0">
                <a:solidFill>
                  <a:srgbClr val="808080"/>
                </a:solidFill>
                <a:effectLst/>
                <a:latin typeface="JetBrains Mono Medium"/>
              </a:rPr>
              <a:t># </a:t>
            </a:r>
            <a:r>
              <a:rPr lang="uk-UA" dirty="0">
                <a:solidFill>
                  <a:srgbClr val="808080"/>
                </a:solidFill>
                <a:effectLst/>
                <a:latin typeface="JetBrains Mono Medium"/>
              </a:rPr>
              <a:t>Виводить дві однакові матриці виграшів</a:t>
            </a:r>
            <a:br>
              <a:rPr lang="uk-UA" dirty="0">
                <a:solidFill>
                  <a:srgbClr val="808080"/>
                </a:solidFill>
                <a:effectLst/>
                <a:latin typeface="JetBrains Mono Medium"/>
              </a:rPr>
            </a:br>
            <a:r>
              <a:rPr lang="en-US" dirty="0">
                <a:solidFill>
                  <a:srgbClr val="FFC86E"/>
                </a:solidFill>
                <a:effectLst/>
                <a:latin typeface="JetBrains Mono Medium"/>
              </a:rPr>
              <a:t>print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(game2.payoff_matrices)  </a:t>
            </a:r>
            <a:r>
              <a:rPr lang="en-US" dirty="0">
                <a:solidFill>
                  <a:srgbClr val="808080"/>
                </a:solidFill>
                <a:effectLst/>
                <a:latin typeface="JetBrains Mono Medium"/>
              </a:rPr>
              <a:t># </a:t>
            </a:r>
            <a:r>
              <a:rPr lang="uk-UA" dirty="0">
                <a:solidFill>
                  <a:srgbClr val="808080"/>
                </a:solidFill>
                <a:effectLst/>
                <a:latin typeface="JetBrains Mono Medium"/>
              </a:rPr>
              <a:t>Виводить обидві матриці виграшів</a:t>
            </a:r>
            <a:endParaRPr lang="en-US" dirty="0">
              <a:solidFill>
                <a:srgbClr val="808080"/>
              </a:solidFill>
              <a:effectLst/>
              <a:latin typeface="JetBrains Mono Medium"/>
            </a:endParaRPr>
          </a:p>
          <a:p>
            <a:pPr marL="0" indent="0">
              <a:buNone/>
            </a:pPr>
            <a:endParaRPr lang="en-US" dirty="0">
              <a:solidFill>
                <a:srgbClr val="808080"/>
              </a:solidFill>
              <a:latin typeface="JetBrains Mono Medium"/>
            </a:endParaRPr>
          </a:p>
          <a:p>
            <a:pPr marL="0" indent="0">
              <a:buNone/>
            </a:pPr>
            <a:r>
              <a:rPr lang="uk-UA" dirty="0">
                <a:effectLst/>
                <a:latin typeface="JetBrains Mono Medium"/>
              </a:rPr>
              <a:t>Якщо просто вивести сам об’єкт класу, то можна отримати інформацію про тип гри, наприклад.</a:t>
            </a:r>
          </a:p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Рукописні дані 3">
                <a:extLst>
                  <a:ext uri="{FF2B5EF4-FFF2-40B4-BE49-F238E27FC236}">
                    <a16:creationId xmlns:a16="http://schemas.microsoft.com/office/drawing/2014/main" id="{B7346547-6891-AE0D-51D6-4F2F14D3B842}"/>
                  </a:ext>
                </a:extLst>
              </p14:cNvPr>
              <p14:cNvContentPartPr/>
              <p14:nvPr/>
            </p14:nvContentPartPr>
            <p14:xfrm>
              <a:off x="6253130" y="1327188"/>
              <a:ext cx="360" cy="360"/>
            </p14:xfrm>
          </p:contentPart>
        </mc:Choice>
        <mc:Fallback>
          <p:pic>
            <p:nvPicPr>
              <p:cNvPr id="4" name="Рукописні дані 3">
                <a:extLst>
                  <a:ext uri="{FF2B5EF4-FFF2-40B4-BE49-F238E27FC236}">
                    <a16:creationId xmlns:a16="http://schemas.microsoft.com/office/drawing/2014/main" id="{B7346547-6891-AE0D-51D6-4F2F14D3B84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35130" y="1309548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0656215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71E5F-82C9-62AE-6757-536FEEBD4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5E959A-0F56-2053-E0AC-FD646BF28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Пакет </a:t>
            </a:r>
            <a:r>
              <a:rPr lang="en-US" dirty="0" err="1"/>
              <a:t>Nashpy</a:t>
            </a:r>
            <a:r>
              <a:rPr lang="en-US" dirty="0"/>
              <a:t> </a:t>
            </a:r>
            <a:r>
              <a:rPr lang="uk-UA" dirty="0"/>
              <a:t>для розв’язування матричних ігор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77306A7-E9B5-05FC-F5E3-8D225058E2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10820400" cy="442255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uk-UA" dirty="0">
                <a:effectLst/>
                <a:latin typeface="JetBrains Mono Medium"/>
              </a:rPr>
              <a:t>Якщо просто вивести сам об’єкт класу, то можна отримати інформацію про тип гри</a:t>
            </a:r>
            <a:r>
              <a:rPr lang="uk-UA" dirty="0">
                <a:latin typeface="JetBrains Mono Medium"/>
              </a:rPr>
              <a:t>. Розглянемо наприклад гру між </a:t>
            </a:r>
            <a:r>
              <a:rPr lang="uk-UA" dirty="0" err="1">
                <a:latin typeface="JetBrains Mono Medium"/>
              </a:rPr>
              <a:t>Недом</a:t>
            </a:r>
            <a:r>
              <a:rPr lang="uk-UA" dirty="0">
                <a:latin typeface="JetBrains Mono Medium"/>
              </a:rPr>
              <a:t> </a:t>
            </a:r>
            <a:r>
              <a:rPr lang="uk-UA" dirty="0" err="1">
                <a:latin typeface="JetBrains Mono Medium"/>
              </a:rPr>
              <a:t>Старком</a:t>
            </a:r>
            <a:r>
              <a:rPr lang="uk-UA" dirty="0">
                <a:latin typeface="JetBrains Mono Medium"/>
              </a:rPr>
              <a:t> та </a:t>
            </a:r>
            <a:r>
              <a:rPr lang="uk-UA" dirty="0" err="1">
                <a:latin typeface="JetBrains Mono Medium"/>
              </a:rPr>
              <a:t>Серсеєю</a:t>
            </a:r>
            <a:r>
              <a:rPr lang="uk-UA" dirty="0">
                <a:latin typeface="JetBrains Mono Medium"/>
              </a:rPr>
              <a:t> </a:t>
            </a:r>
            <a:r>
              <a:rPr lang="uk-UA" dirty="0" err="1">
                <a:latin typeface="JetBrains Mono Medium"/>
              </a:rPr>
              <a:t>Ланістер</a:t>
            </a:r>
            <a:r>
              <a:rPr lang="uk-UA" dirty="0">
                <a:latin typeface="JetBrains Mono Medium"/>
              </a:rPr>
              <a:t>.</a:t>
            </a:r>
          </a:p>
          <a:p>
            <a:pPr marL="914400" lvl="2" indent="0">
              <a:buNone/>
            </a:pP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Ned = </a:t>
            </a:r>
            <a:r>
              <a:rPr lang="en-US" dirty="0" err="1">
                <a:solidFill>
                  <a:srgbClr val="AFB9C3"/>
                </a:solidFill>
                <a:effectLst/>
                <a:latin typeface="JetBrains Mono Medium"/>
              </a:rPr>
              <a:t>np.</a:t>
            </a:r>
            <a:r>
              <a:rPr lang="en-US" dirty="0" err="1">
                <a:solidFill>
                  <a:srgbClr val="FFC86E"/>
                </a:solidFill>
                <a:effectLst/>
                <a:latin typeface="JetBrains Mono Medium"/>
              </a:rPr>
              <a:t>array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([[-</a:t>
            </a:r>
            <a:r>
              <a:rPr lang="en-US" dirty="0">
                <a:solidFill>
                  <a:srgbClr val="96BE78"/>
                </a:solidFill>
                <a:effectLst/>
                <a:latin typeface="JetBrains Mono Medium"/>
              </a:rPr>
              <a:t>1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, </a:t>
            </a:r>
            <a:r>
              <a:rPr lang="en-US" dirty="0">
                <a:solidFill>
                  <a:srgbClr val="96BE78"/>
                </a:solidFill>
                <a:effectLst/>
                <a:latin typeface="JetBrains Mono Medium"/>
              </a:rPr>
              <a:t>1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], [</a:t>
            </a:r>
            <a:r>
              <a:rPr lang="en-US" dirty="0">
                <a:solidFill>
                  <a:srgbClr val="96BE78"/>
                </a:solidFill>
                <a:effectLst/>
                <a:latin typeface="JetBrains Mono Medium"/>
              </a:rPr>
              <a:t>1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, </a:t>
            </a:r>
            <a:r>
              <a:rPr lang="en-US" dirty="0">
                <a:solidFill>
                  <a:srgbClr val="96BE78"/>
                </a:solidFill>
                <a:effectLst/>
                <a:latin typeface="JetBrains Mono Medium"/>
              </a:rPr>
              <a:t>3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]])</a:t>
            </a:r>
            <a:br>
              <a:rPr lang="en-US" dirty="0">
                <a:solidFill>
                  <a:srgbClr val="AFB9C3"/>
                </a:solidFill>
                <a:effectLst/>
                <a:latin typeface="JetBrains Mono Medium"/>
              </a:rPr>
            </a:br>
            <a:r>
              <a:rPr lang="en-US" dirty="0" err="1">
                <a:solidFill>
                  <a:srgbClr val="AFB9C3"/>
                </a:solidFill>
                <a:effectLst/>
                <a:latin typeface="JetBrains Mono Medium"/>
              </a:rPr>
              <a:t>Cercei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 = </a:t>
            </a:r>
            <a:r>
              <a:rPr lang="en-US" dirty="0" err="1">
                <a:solidFill>
                  <a:srgbClr val="AFB9C3"/>
                </a:solidFill>
                <a:effectLst/>
                <a:latin typeface="JetBrains Mono Medium"/>
              </a:rPr>
              <a:t>np.</a:t>
            </a:r>
            <a:r>
              <a:rPr lang="en-US" dirty="0" err="1">
                <a:solidFill>
                  <a:srgbClr val="FFC86E"/>
                </a:solidFill>
                <a:effectLst/>
                <a:latin typeface="JetBrains Mono Medium"/>
              </a:rPr>
              <a:t>array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([[</a:t>
            </a:r>
            <a:r>
              <a:rPr lang="en-US" dirty="0">
                <a:solidFill>
                  <a:srgbClr val="96BE78"/>
                </a:solidFill>
                <a:effectLst/>
                <a:latin typeface="JetBrains Mono Medium"/>
              </a:rPr>
              <a:t>2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, -</a:t>
            </a:r>
            <a:r>
              <a:rPr lang="en-US" dirty="0">
                <a:solidFill>
                  <a:srgbClr val="96BE78"/>
                </a:solidFill>
                <a:effectLst/>
                <a:latin typeface="JetBrains Mono Medium"/>
              </a:rPr>
              <a:t>1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], [</a:t>
            </a:r>
            <a:r>
              <a:rPr lang="en-US" dirty="0">
                <a:solidFill>
                  <a:srgbClr val="96BE78"/>
                </a:solidFill>
                <a:effectLst/>
                <a:latin typeface="JetBrains Mono Medium"/>
              </a:rPr>
              <a:t>3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, </a:t>
            </a:r>
            <a:r>
              <a:rPr lang="en-US" dirty="0">
                <a:solidFill>
                  <a:srgbClr val="96BE78"/>
                </a:solidFill>
                <a:effectLst/>
                <a:latin typeface="JetBrains Mono Medium"/>
              </a:rPr>
              <a:t>1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]])</a:t>
            </a:r>
            <a:br>
              <a:rPr lang="en-US" dirty="0">
                <a:solidFill>
                  <a:srgbClr val="AFB9C3"/>
                </a:solidFill>
                <a:effectLst/>
                <a:latin typeface="JetBrains Mono Medium"/>
              </a:rPr>
            </a:br>
            <a:br>
              <a:rPr lang="en-US" dirty="0">
                <a:solidFill>
                  <a:srgbClr val="AFB9C3"/>
                </a:solidFill>
                <a:effectLst/>
                <a:latin typeface="JetBrains Mono Medium"/>
              </a:rPr>
            </a:b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GOT = </a:t>
            </a:r>
            <a:r>
              <a:rPr lang="en-US" dirty="0" err="1">
                <a:solidFill>
                  <a:srgbClr val="AFB9C3"/>
                </a:solidFill>
                <a:effectLst/>
                <a:latin typeface="JetBrains Mono Medium"/>
              </a:rPr>
              <a:t>nash.</a:t>
            </a:r>
            <a:r>
              <a:rPr lang="en-US" dirty="0" err="1">
                <a:solidFill>
                  <a:srgbClr val="FFC86E"/>
                </a:solidFill>
                <a:effectLst/>
                <a:latin typeface="JetBrains Mono Medium"/>
              </a:rPr>
              <a:t>Game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(Ned, </a:t>
            </a:r>
            <a:r>
              <a:rPr lang="en-US" dirty="0" err="1">
                <a:solidFill>
                  <a:srgbClr val="AFB9C3"/>
                </a:solidFill>
                <a:effectLst/>
                <a:latin typeface="JetBrains Mono Medium"/>
              </a:rPr>
              <a:t>Cercei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)</a:t>
            </a:r>
            <a:br>
              <a:rPr lang="en-US" dirty="0">
                <a:solidFill>
                  <a:srgbClr val="AFB9C3"/>
                </a:solidFill>
                <a:effectLst/>
                <a:latin typeface="JetBrains Mono Medium"/>
              </a:rPr>
            </a:br>
            <a:r>
              <a:rPr lang="en-US" dirty="0">
                <a:solidFill>
                  <a:srgbClr val="FFC86E"/>
                </a:solidFill>
                <a:effectLst/>
                <a:latin typeface="JetBrains Mono Medium"/>
              </a:rPr>
              <a:t>print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(GOT)</a:t>
            </a:r>
            <a:br>
              <a:rPr lang="en-US" dirty="0">
                <a:solidFill>
                  <a:srgbClr val="AFB9C3"/>
                </a:solidFill>
                <a:effectLst/>
                <a:latin typeface="JetBrains Mono Medium"/>
              </a:rPr>
            </a:br>
            <a:endParaRPr lang="en-US" dirty="0">
              <a:solidFill>
                <a:srgbClr val="AFB9C3"/>
              </a:solidFill>
              <a:effectLst/>
              <a:latin typeface="JetBrains Mono Medium"/>
            </a:endParaRPr>
          </a:p>
          <a:p>
            <a:pPr marL="0" indent="0">
              <a:buNone/>
            </a:pPr>
            <a:r>
              <a:rPr lang="uk-UA" dirty="0">
                <a:effectLst/>
                <a:latin typeface="JetBrains Mono Medium"/>
              </a:rPr>
              <a:t>Результат:</a:t>
            </a:r>
          </a:p>
          <a:p>
            <a:pPr marL="0" indent="0">
              <a:buNone/>
            </a:pPr>
            <a:r>
              <a:rPr lang="en-US" sz="1300" dirty="0">
                <a:effectLst/>
                <a:latin typeface="JetBrains Mono Medium"/>
              </a:rPr>
              <a:t>Bi matrix game with payoff matrices:</a:t>
            </a:r>
            <a:endParaRPr lang="uk-UA" sz="1300" dirty="0">
              <a:effectLst/>
              <a:latin typeface="JetBrains Mono Medium"/>
            </a:endParaRPr>
          </a:p>
          <a:p>
            <a:pPr marL="0" indent="0">
              <a:buNone/>
            </a:pPr>
            <a:endParaRPr lang="en-US" sz="1300" dirty="0">
              <a:effectLst/>
              <a:latin typeface="JetBrains Mono Medium"/>
            </a:endParaRPr>
          </a:p>
          <a:p>
            <a:pPr marL="0" indent="0">
              <a:buNone/>
            </a:pPr>
            <a:r>
              <a:rPr lang="en-US" sz="1300" dirty="0">
                <a:effectLst/>
                <a:latin typeface="JetBrains Mono Medium"/>
              </a:rPr>
              <a:t>Row player:</a:t>
            </a:r>
          </a:p>
          <a:p>
            <a:pPr marL="0" indent="0">
              <a:buNone/>
            </a:pPr>
            <a:r>
              <a:rPr lang="en-US" sz="1300" dirty="0">
                <a:effectLst/>
                <a:latin typeface="JetBrains Mono Medium"/>
              </a:rPr>
              <a:t>[[-1  1]</a:t>
            </a:r>
          </a:p>
          <a:p>
            <a:pPr marL="0" indent="0">
              <a:buNone/>
            </a:pPr>
            <a:r>
              <a:rPr lang="en-US" sz="1300" dirty="0">
                <a:effectLst/>
                <a:latin typeface="JetBrains Mono Medium"/>
              </a:rPr>
              <a:t> [ 1  3]]</a:t>
            </a:r>
            <a:endParaRPr lang="uk-UA" sz="1300" dirty="0">
              <a:effectLst/>
              <a:latin typeface="JetBrains Mono Medium"/>
            </a:endParaRPr>
          </a:p>
          <a:p>
            <a:pPr marL="0" indent="0">
              <a:buNone/>
            </a:pPr>
            <a:endParaRPr lang="en-US" sz="1300" dirty="0">
              <a:effectLst/>
              <a:latin typeface="JetBrains Mono Medium"/>
            </a:endParaRPr>
          </a:p>
          <a:p>
            <a:pPr marL="0" indent="0">
              <a:buNone/>
            </a:pPr>
            <a:r>
              <a:rPr lang="en-US" sz="1300" dirty="0">
                <a:effectLst/>
                <a:latin typeface="JetBrains Mono Medium"/>
              </a:rPr>
              <a:t>Column player:</a:t>
            </a:r>
          </a:p>
          <a:p>
            <a:pPr marL="0" indent="0">
              <a:buNone/>
            </a:pPr>
            <a:r>
              <a:rPr lang="en-US" sz="1300" dirty="0">
                <a:effectLst/>
                <a:latin typeface="JetBrains Mono Medium"/>
              </a:rPr>
              <a:t>[[ 2 -1]</a:t>
            </a:r>
          </a:p>
          <a:p>
            <a:pPr marL="0" indent="0">
              <a:buNone/>
            </a:pPr>
            <a:r>
              <a:rPr lang="en-US" sz="1300" dirty="0">
                <a:effectLst/>
                <a:latin typeface="JetBrains Mono Medium"/>
              </a:rPr>
              <a:t> [ 3  1]]</a:t>
            </a:r>
          </a:p>
          <a:p>
            <a:pPr marL="0" indent="0">
              <a:buNone/>
            </a:pPr>
            <a:r>
              <a:rPr lang="en-US" sz="1300" dirty="0">
                <a:effectLst/>
                <a:latin typeface="JetBrains Mono Medium"/>
              </a:rPr>
              <a:t>(array([0., 1.]), array([1., 0.]))</a:t>
            </a:r>
            <a:endParaRPr lang="uk-UA" sz="1300" dirty="0">
              <a:effectLst/>
              <a:latin typeface="JetBrains Mono Medium"/>
            </a:endParaRPr>
          </a:p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Рукописні дані 3">
                <a:extLst>
                  <a:ext uri="{FF2B5EF4-FFF2-40B4-BE49-F238E27FC236}">
                    <a16:creationId xmlns:a16="http://schemas.microsoft.com/office/drawing/2014/main" id="{684A2EDB-D871-205C-340E-93DDEDE899D3}"/>
                  </a:ext>
                </a:extLst>
              </p14:cNvPr>
              <p14:cNvContentPartPr/>
              <p14:nvPr/>
            </p14:nvContentPartPr>
            <p14:xfrm>
              <a:off x="6253130" y="1327188"/>
              <a:ext cx="360" cy="360"/>
            </p14:xfrm>
          </p:contentPart>
        </mc:Choice>
        <mc:Fallback>
          <p:pic>
            <p:nvPicPr>
              <p:cNvPr id="4" name="Рукописні дані 3">
                <a:extLst>
                  <a:ext uri="{FF2B5EF4-FFF2-40B4-BE49-F238E27FC236}">
                    <a16:creationId xmlns:a16="http://schemas.microsoft.com/office/drawing/2014/main" id="{684A2EDB-D871-205C-340E-93DDEDE899D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35130" y="1309188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6825694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39464-DA13-D89C-C27F-122E0F6C1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F61FF5-15B0-4046-0AA7-738EA50CB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Пакет </a:t>
            </a:r>
            <a:r>
              <a:rPr lang="en-US" dirty="0" err="1"/>
              <a:t>Nashpy</a:t>
            </a:r>
            <a:r>
              <a:rPr lang="en-US" dirty="0"/>
              <a:t> </a:t>
            </a:r>
            <a:r>
              <a:rPr lang="uk-UA" dirty="0"/>
              <a:t>для розв’язування матричних ігор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B248FA1C-C4B3-E303-CB4A-B1CEF68284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10820400" cy="44225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uk-UA" dirty="0">
                <a:effectLst/>
                <a:latin typeface="JetBrains Mono Medium"/>
              </a:rPr>
              <a:t>У випадку, коли гру потрібно задати у змішаних стратегіях треба додатково задати вектори стратегій при створенні гри, чи до самого об’єкту класу. </a:t>
            </a:r>
          </a:p>
          <a:p>
            <a:pPr marL="0" indent="0">
              <a:buNone/>
            </a:pPr>
            <a:r>
              <a:rPr lang="uk-UA" sz="1800" dirty="0">
                <a:solidFill>
                  <a:srgbClr val="808080"/>
                </a:solidFill>
                <a:effectLst/>
                <a:latin typeface="JetBrains Mono Medium"/>
              </a:rPr>
              <a:t># Створюємо гру у змішаних стратегіях</a:t>
            </a:r>
            <a:br>
              <a:rPr lang="uk-UA" sz="1800" dirty="0">
                <a:solidFill>
                  <a:srgbClr val="808080"/>
                </a:solidFill>
                <a:effectLst/>
                <a:latin typeface="JetBrains Mono Medium"/>
              </a:rPr>
            </a:br>
            <a:r>
              <a:rPr lang="uk-UA" sz="1800" dirty="0">
                <a:solidFill>
                  <a:srgbClr val="808080"/>
                </a:solidFill>
                <a:effectLst/>
                <a:latin typeface="JetBrains Mono Medium"/>
              </a:rPr>
              <a:t># ймовірності вибору стратегій</a:t>
            </a:r>
            <a:br>
              <a:rPr lang="uk-UA" sz="1800" dirty="0">
                <a:solidFill>
                  <a:srgbClr val="808080"/>
                </a:solidFill>
                <a:effectLst/>
                <a:latin typeface="JetBrains Mono Medium"/>
              </a:rPr>
            </a:br>
            <a:r>
              <a:rPr lang="en-US" sz="1800" dirty="0">
                <a:solidFill>
                  <a:srgbClr val="AFB9C3"/>
                </a:solidFill>
                <a:effectLst/>
                <a:latin typeface="JetBrains Mono Medium"/>
              </a:rPr>
              <a:t>p = [</a:t>
            </a:r>
            <a:r>
              <a:rPr lang="en-US" sz="1800" dirty="0">
                <a:solidFill>
                  <a:srgbClr val="96BE78"/>
                </a:solidFill>
                <a:effectLst/>
                <a:latin typeface="JetBrains Mono Medium"/>
              </a:rPr>
              <a:t>0.3</a:t>
            </a:r>
            <a:r>
              <a:rPr lang="en-US" sz="1800" dirty="0">
                <a:solidFill>
                  <a:srgbClr val="AFB9C3"/>
                </a:solidFill>
                <a:effectLst/>
                <a:latin typeface="JetBrains Mono Medium"/>
              </a:rPr>
              <a:t>, </a:t>
            </a:r>
            <a:r>
              <a:rPr lang="en-US" sz="1800" dirty="0">
                <a:solidFill>
                  <a:srgbClr val="96BE78"/>
                </a:solidFill>
                <a:effectLst/>
                <a:latin typeface="JetBrains Mono Medium"/>
              </a:rPr>
              <a:t>0.2</a:t>
            </a:r>
            <a:r>
              <a:rPr lang="en-US" sz="1800" dirty="0">
                <a:solidFill>
                  <a:srgbClr val="AFB9C3"/>
                </a:solidFill>
                <a:effectLst/>
                <a:latin typeface="JetBrains Mono Medium"/>
              </a:rPr>
              <a:t>, </a:t>
            </a:r>
            <a:r>
              <a:rPr lang="en-US" sz="1800" dirty="0">
                <a:solidFill>
                  <a:srgbClr val="96BE78"/>
                </a:solidFill>
                <a:effectLst/>
                <a:latin typeface="JetBrains Mono Medium"/>
              </a:rPr>
              <a:t>0.5</a:t>
            </a:r>
            <a:r>
              <a:rPr lang="en-US" sz="1800" dirty="0">
                <a:solidFill>
                  <a:srgbClr val="AFB9C3"/>
                </a:solidFill>
                <a:effectLst/>
                <a:latin typeface="JetBrains Mono Medium"/>
              </a:rPr>
              <a:t>]</a:t>
            </a:r>
            <a:br>
              <a:rPr lang="en-US" sz="1800" dirty="0">
                <a:solidFill>
                  <a:srgbClr val="AFB9C3"/>
                </a:solidFill>
                <a:effectLst/>
                <a:latin typeface="JetBrains Mono Medium"/>
              </a:rPr>
            </a:br>
            <a:r>
              <a:rPr lang="en-US" sz="1800" dirty="0">
                <a:solidFill>
                  <a:srgbClr val="AFB9C3"/>
                </a:solidFill>
                <a:effectLst/>
                <a:latin typeface="JetBrains Mono Medium"/>
              </a:rPr>
              <a:t>q = [</a:t>
            </a:r>
            <a:r>
              <a:rPr lang="en-US" sz="1800" dirty="0">
                <a:solidFill>
                  <a:srgbClr val="96BE78"/>
                </a:solidFill>
                <a:effectLst/>
                <a:latin typeface="JetBrains Mono Medium"/>
              </a:rPr>
              <a:t>0.45</a:t>
            </a:r>
            <a:r>
              <a:rPr lang="en-US" sz="1800" dirty="0">
                <a:solidFill>
                  <a:srgbClr val="AFB9C3"/>
                </a:solidFill>
                <a:effectLst/>
                <a:latin typeface="JetBrains Mono Medium"/>
              </a:rPr>
              <a:t>, </a:t>
            </a:r>
            <a:r>
              <a:rPr lang="en-US" sz="1800" dirty="0">
                <a:solidFill>
                  <a:srgbClr val="96BE78"/>
                </a:solidFill>
                <a:effectLst/>
                <a:latin typeface="JetBrains Mono Medium"/>
              </a:rPr>
              <a:t>0.25</a:t>
            </a:r>
            <a:r>
              <a:rPr lang="en-US" sz="1800" dirty="0">
                <a:solidFill>
                  <a:srgbClr val="AFB9C3"/>
                </a:solidFill>
                <a:effectLst/>
                <a:latin typeface="JetBrains Mono Medium"/>
              </a:rPr>
              <a:t>, </a:t>
            </a:r>
            <a:r>
              <a:rPr lang="en-US" sz="1800" dirty="0">
                <a:solidFill>
                  <a:srgbClr val="96BE78"/>
                </a:solidFill>
                <a:effectLst/>
                <a:latin typeface="JetBrains Mono Medium"/>
              </a:rPr>
              <a:t>0.3</a:t>
            </a:r>
            <a:r>
              <a:rPr lang="en-US" sz="1800" dirty="0">
                <a:solidFill>
                  <a:srgbClr val="AFB9C3"/>
                </a:solidFill>
                <a:effectLst/>
                <a:latin typeface="JetBrains Mono Medium"/>
              </a:rPr>
              <a:t>]</a:t>
            </a:r>
            <a:br>
              <a:rPr lang="en-US" sz="1800" dirty="0">
                <a:solidFill>
                  <a:srgbClr val="AFB9C3"/>
                </a:solidFill>
                <a:effectLst/>
                <a:latin typeface="JetBrains Mono Medium"/>
              </a:rPr>
            </a:br>
            <a:br>
              <a:rPr lang="en-US" sz="1800" dirty="0">
                <a:solidFill>
                  <a:srgbClr val="AFB9C3"/>
                </a:solidFill>
                <a:effectLst/>
                <a:latin typeface="JetBrains Mono Medium"/>
              </a:rPr>
            </a:br>
            <a:r>
              <a:rPr lang="en-US" sz="1800" dirty="0">
                <a:solidFill>
                  <a:srgbClr val="808080"/>
                </a:solidFill>
                <a:effectLst/>
                <a:latin typeface="JetBrains Mono Medium"/>
              </a:rPr>
              <a:t># </a:t>
            </a:r>
            <a:r>
              <a:rPr lang="uk-UA" sz="1800" dirty="0">
                <a:solidFill>
                  <a:srgbClr val="808080"/>
                </a:solidFill>
                <a:effectLst/>
                <a:latin typeface="JetBrains Mono Medium"/>
              </a:rPr>
              <a:t>виграші у змішаних стратегіях</a:t>
            </a:r>
            <a:br>
              <a:rPr lang="uk-UA" sz="1800" dirty="0">
                <a:solidFill>
                  <a:srgbClr val="808080"/>
                </a:solidFill>
                <a:effectLst/>
                <a:latin typeface="JetBrains Mono Medium"/>
              </a:rPr>
            </a:br>
            <a:r>
              <a:rPr lang="en-US" sz="1800" dirty="0">
                <a:solidFill>
                  <a:srgbClr val="AFB9C3"/>
                </a:solidFill>
                <a:effectLst/>
                <a:latin typeface="JetBrains Mono Medium"/>
              </a:rPr>
              <a:t>game1 = </a:t>
            </a:r>
            <a:r>
              <a:rPr lang="en-US" sz="1800" dirty="0" err="1">
                <a:solidFill>
                  <a:srgbClr val="AFB9C3"/>
                </a:solidFill>
                <a:effectLst/>
                <a:latin typeface="JetBrains Mono Medium"/>
              </a:rPr>
              <a:t>nash.</a:t>
            </a:r>
            <a:r>
              <a:rPr lang="en-US" sz="1800" dirty="0" err="1">
                <a:solidFill>
                  <a:srgbClr val="FFC86E"/>
                </a:solidFill>
                <a:effectLst/>
                <a:latin typeface="JetBrains Mono Medium"/>
              </a:rPr>
              <a:t>Game</a:t>
            </a:r>
            <a:r>
              <a:rPr lang="en-US" sz="1800" dirty="0">
                <a:solidFill>
                  <a:srgbClr val="AFB9C3"/>
                </a:solidFill>
                <a:effectLst/>
                <a:latin typeface="JetBrains Mono Medium"/>
              </a:rPr>
              <a:t>(A1, A2)[p, q]</a:t>
            </a:r>
            <a:br>
              <a:rPr lang="en-US" sz="1800" dirty="0">
                <a:solidFill>
                  <a:srgbClr val="AFB9C3"/>
                </a:solidFill>
                <a:effectLst/>
                <a:latin typeface="JetBrains Mono Medium"/>
              </a:rPr>
            </a:br>
            <a:r>
              <a:rPr lang="en-US" sz="1800" dirty="0">
                <a:solidFill>
                  <a:srgbClr val="808080"/>
                </a:solidFill>
                <a:effectLst/>
                <a:latin typeface="JetBrains Mono Medium"/>
              </a:rPr>
              <a:t># </a:t>
            </a:r>
            <a:r>
              <a:rPr lang="uk-UA" sz="1800" dirty="0">
                <a:solidFill>
                  <a:srgbClr val="808080"/>
                </a:solidFill>
                <a:effectLst/>
                <a:latin typeface="JetBrains Mono Medium"/>
              </a:rPr>
              <a:t>або</a:t>
            </a:r>
            <a:br>
              <a:rPr lang="uk-UA" sz="1800" dirty="0">
                <a:solidFill>
                  <a:srgbClr val="808080"/>
                </a:solidFill>
                <a:effectLst/>
                <a:latin typeface="JetBrains Mono Medium"/>
              </a:rPr>
            </a:br>
            <a:r>
              <a:rPr lang="en-US" sz="1800" dirty="0">
                <a:solidFill>
                  <a:srgbClr val="AFB9C3"/>
                </a:solidFill>
                <a:effectLst/>
                <a:latin typeface="JetBrains Mono Medium"/>
              </a:rPr>
              <a:t>game2 = </a:t>
            </a:r>
            <a:r>
              <a:rPr lang="en-US" sz="1800" dirty="0" err="1">
                <a:solidFill>
                  <a:srgbClr val="AFB9C3"/>
                </a:solidFill>
                <a:effectLst/>
                <a:latin typeface="JetBrains Mono Medium"/>
              </a:rPr>
              <a:t>nash.</a:t>
            </a:r>
            <a:r>
              <a:rPr lang="en-US" sz="1800" dirty="0" err="1">
                <a:solidFill>
                  <a:srgbClr val="FFC86E"/>
                </a:solidFill>
                <a:effectLst/>
                <a:latin typeface="JetBrains Mono Medium"/>
              </a:rPr>
              <a:t>Game</a:t>
            </a:r>
            <a:r>
              <a:rPr lang="en-US" sz="1800" dirty="0">
                <a:solidFill>
                  <a:srgbClr val="AFB9C3"/>
                </a:solidFill>
                <a:effectLst/>
                <a:latin typeface="JetBrains Mono Medium"/>
              </a:rPr>
              <a:t>(A1,A2)</a:t>
            </a:r>
            <a:br>
              <a:rPr lang="en-US" sz="1800" dirty="0">
                <a:solidFill>
                  <a:srgbClr val="AFB9C3"/>
                </a:solidFill>
                <a:effectLst/>
                <a:latin typeface="JetBrains Mono Medium"/>
              </a:rPr>
            </a:br>
            <a:r>
              <a:rPr lang="en-US" sz="1800" dirty="0">
                <a:solidFill>
                  <a:srgbClr val="AFB9C3"/>
                </a:solidFill>
                <a:effectLst/>
                <a:latin typeface="JetBrains Mono Medium"/>
              </a:rPr>
              <a:t>game2 = game2[p, q]</a:t>
            </a:r>
            <a:br>
              <a:rPr lang="en-US" sz="1800" dirty="0">
                <a:solidFill>
                  <a:srgbClr val="AFB9C3"/>
                </a:solidFill>
                <a:effectLst/>
                <a:latin typeface="JetBrains Mono Medium"/>
              </a:rPr>
            </a:br>
            <a:br>
              <a:rPr lang="en-US" sz="1800" dirty="0">
                <a:solidFill>
                  <a:srgbClr val="AFB9C3"/>
                </a:solidFill>
                <a:effectLst/>
                <a:latin typeface="JetBrains Mono Medium"/>
              </a:rPr>
            </a:br>
            <a:r>
              <a:rPr lang="en-US" sz="1800" dirty="0">
                <a:solidFill>
                  <a:srgbClr val="FFC86E"/>
                </a:solidFill>
                <a:effectLst/>
                <a:latin typeface="JetBrains Mono Medium"/>
              </a:rPr>
              <a:t>print</a:t>
            </a:r>
            <a:r>
              <a:rPr lang="en-US" sz="1800" dirty="0">
                <a:solidFill>
                  <a:srgbClr val="AFB9C3"/>
                </a:solidFill>
                <a:effectLst/>
                <a:latin typeface="JetBrains Mono Medium"/>
              </a:rPr>
              <a:t>(game1)</a:t>
            </a:r>
            <a:br>
              <a:rPr lang="en-US" sz="1800" dirty="0">
                <a:solidFill>
                  <a:srgbClr val="AFB9C3"/>
                </a:solidFill>
                <a:effectLst/>
                <a:latin typeface="JetBrains Mono Medium"/>
              </a:rPr>
            </a:br>
            <a:r>
              <a:rPr lang="en-US" sz="1800" dirty="0">
                <a:solidFill>
                  <a:srgbClr val="808080"/>
                </a:solidFill>
                <a:effectLst/>
                <a:latin typeface="JetBrains Mono Medium"/>
              </a:rPr>
              <a:t>#print(game2)</a:t>
            </a:r>
            <a:endParaRPr lang="en-US" sz="36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Рукописні дані 3">
                <a:extLst>
                  <a:ext uri="{FF2B5EF4-FFF2-40B4-BE49-F238E27FC236}">
                    <a16:creationId xmlns:a16="http://schemas.microsoft.com/office/drawing/2014/main" id="{862F19A8-5902-FF2F-ABE6-C920BB77C017}"/>
                  </a:ext>
                </a:extLst>
              </p14:cNvPr>
              <p14:cNvContentPartPr/>
              <p14:nvPr/>
            </p14:nvContentPartPr>
            <p14:xfrm>
              <a:off x="6253130" y="1327188"/>
              <a:ext cx="360" cy="360"/>
            </p14:xfrm>
          </p:contentPart>
        </mc:Choice>
        <mc:Fallback>
          <p:pic>
            <p:nvPicPr>
              <p:cNvPr id="4" name="Рукописні дані 3">
                <a:extLst>
                  <a:ext uri="{FF2B5EF4-FFF2-40B4-BE49-F238E27FC236}">
                    <a16:creationId xmlns:a16="http://schemas.microsoft.com/office/drawing/2014/main" id="{862F19A8-5902-FF2F-ABE6-C920BB77C01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35130" y="1309188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324162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8CC6F-EBA1-E805-1A7C-6C62ABACE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25FA99-7086-583C-CC85-8F674FCD3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Пакет </a:t>
            </a:r>
            <a:r>
              <a:rPr lang="en-US" dirty="0" err="1"/>
              <a:t>Nashpy</a:t>
            </a:r>
            <a:r>
              <a:rPr lang="en-US" dirty="0"/>
              <a:t> </a:t>
            </a:r>
            <a:r>
              <a:rPr lang="uk-UA" dirty="0"/>
              <a:t>для розв’язування матричних ігор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6F28B40-4336-9009-4F23-F4ACE738DA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uk-UA" dirty="0"/>
              <a:t>Клас </a:t>
            </a:r>
            <a:r>
              <a:rPr lang="en-US" dirty="0"/>
              <a:t>Game </a:t>
            </a:r>
            <a:r>
              <a:rPr lang="uk-UA" dirty="0"/>
              <a:t>надає три методи для знаходження рівноваги </a:t>
            </a:r>
            <a:r>
              <a:rPr lang="uk-UA" dirty="0" err="1"/>
              <a:t>Неша</a:t>
            </a:r>
            <a:r>
              <a:rPr lang="uk-UA" dirty="0"/>
              <a:t>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err="1"/>
              <a:t>support_enumeration</a:t>
            </a:r>
            <a:r>
              <a:rPr lang="en-US" dirty="0"/>
              <a:t>() — </a:t>
            </a:r>
            <a:r>
              <a:rPr lang="uk-UA" dirty="0"/>
              <a:t>якщо потрібні всі рівноваги.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err="1"/>
              <a:t>lemke_howson_enumeration</a:t>
            </a:r>
            <a:r>
              <a:rPr lang="en-US" dirty="0"/>
              <a:t>() — </a:t>
            </a:r>
            <a:r>
              <a:rPr lang="uk-UA" dirty="0"/>
              <a:t>для знаходження однієї рівноваги у змішаних стратегіях.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err="1"/>
              <a:t>vertex_enumeration</a:t>
            </a:r>
            <a:r>
              <a:rPr lang="en-US" dirty="0"/>
              <a:t>() — </a:t>
            </a:r>
            <a:r>
              <a:rPr lang="uk-UA" dirty="0"/>
              <a:t>якщо гра невелика і потрібно знайти всі розв’язки.</a:t>
            </a:r>
          </a:p>
          <a:p>
            <a:pPr marL="0" indent="0">
              <a:buNone/>
            </a:pPr>
            <a:endParaRPr lang="uk-UA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Рукописні дані 3">
                <a:extLst>
                  <a:ext uri="{FF2B5EF4-FFF2-40B4-BE49-F238E27FC236}">
                    <a16:creationId xmlns:a16="http://schemas.microsoft.com/office/drawing/2014/main" id="{125FBA43-4A6C-7E04-526B-C263EFE91A0D}"/>
                  </a:ext>
                </a:extLst>
              </p14:cNvPr>
              <p14:cNvContentPartPr/>
              <p14:nvPr/>
            </p14:nvContentPartPr>
            <p14:xfrm>
              <a:off x="6253130" y="1327188"/>
              <a:ext cx="360" cy="360"/>
            </p14:xfrm>
          </p:contentPart>
        </mc:Choice>
        <mc:Fallback>
          <p:pic>
            <p:nvPicPr>
              <p:cNvPr id="4" name="Рукописні дані 3">
                <a:extLst>
                  <a:ext uri="{FF2B5EF4-FFF2-40B4-BE49-F238E27FC236}">
                    <a16:creationId xmlns:a16="http://schemas.microsoft.com/office/drawing/2014/main" id="{125FBA43-4A6C-7E04-526B-C263EFE91A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35130" y="1309188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5132813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FFE19-4400-2EAD-3E78-C23D7F175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CAC1E8-1429-F336-DA3B-AE1A5261A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uk-UA" dirty="0"/>
              <a:t>Рівновага </a:t>
            </a:r>
            <a:r>
              <a:rPr lang="uk-UA" dirty="0" err="1"/>
              <a:t>неша</a:t>
            </a:r>
            <a:r>
              <a:rPr lang="uk-UA" dirty="0"/>
              <a:t> через </a:t>
            </a:r>
            <a:r>
              <a:rPr lang="en-US" dirty="0" err="1"/>
              <a:t>support_enumeration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6DCA3B98-56E5-CA50-178D-D2F97A1349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err="1">
                <a:solidFill>
                  <a:srgbClr val="00B050"/>
                </a:solidFill>
                <a:effectLst/>
                <a:latin typeface="JetBrains Mono Medium"/>
              </a:rPr>
              <a:t>support_enumeration</a:t>
            </a:r>
            <a:r>
              <a:rPr lang="en-US" dirty="0">
                <a:solidFill>
                  <a:srgbClr val="00B050"/>
                </a:solidFill>
                <a:effectLst/>
                <a:latin typeface="JetBrains Mono Medium"/>
              </a:rPr>
              <a:t>()</a:t>
            </a:r>
            <a:r>
              <a:rPr lang="en-US" dirty="0">
                <a:effectLst/>
                <a:latin typeface="JetBrains Mono Medium"/>
              </a:rPr>
              <a:t> – </a:t>
            </a:r>
            <a:r>
              <a:rPr lang="uk-UA" dirty="0">
                <a:effectLst/>
                <a:latin typeface="JetBrains Mono Medium"/>
              </a:rPr>
              <a:t>це генератор функція, яка:</a:t>
            </a:r>
            <a:endParaRPr lang="en-US" dirty="0">
              <a:effectLst/>
              <a:latin typeface="JetBrains Mono Medium"/>
            </a:endParaRPr>
          </a:p>
          <a:p>
            <a:pPr marL="0" indent="0">
              <a:buNone/>
            </a:pPr>
            <a:r>
              <a:rPr lang="en-US" dirty="0">
                <a:effectLst/>
                <a:latin typeface="JetBrains Mono Medium"/>
              </a:rPr>
              <a:t>🔹 </a:t>
            </a:r>
            <a:r>
              <a:rPr lang="uk-UA" dirty="0">
                <a:effectLst/>
                <a:latin typeface="JetBrains Mono Medium"/>
              </a:rPr>
              <a:t>Використовується для знаходження всіх </a:t>
            </a:r>
            <a:r>
              <a:rPr lang="uk-UA" dirty="0" err="1">
                <a:effectLst/>
                <a:latin typeface="JetBrains Mono Medium"/>
              </a:rPr>
              <a:t>рівноваг</a:t>
            </a:r>
            <a:r>
              <a:rPr lang="uk-UA" dirty="0">
                <a:effectLst/>
                <a:latin typeface="JetBrains Mono Medium"/>
              </a:rPr>
              <a:t> </a:t>
            </a:r>
            <a:r>
              <a:rPr lang="uk-UA" dirty="0" err="1">
                <a:effectLst/>
                <a:latin typeface="JetBrains Mono Medium"/>
              </a:rPr>
              <a:t>Неша</a:t>
            </a:r>
            <a:r>
              <a:rPr lang="uk-UA" dirty="0">
                <a:effectLst/>
                <a:latin typeface="JetBrains Mono Medium"/>
              </a:rPr>
              <a:t>.</a:t>
            </a:r>
            <a:endParaRPr lang="en-US" dirty="0">
              <a:effectLst/>
              <a:latin typeface="JetBrains Mono Medium"/>
            </a:endParaRPr>
          </a:p>
          <a:p>
            <a:pPr marL="0" indent="0">
              <a:buNone/>
            </a:pPr>
            <a:r>
              <a:rPr lang="en-US" dirty="0">
                <a:effectLst/>
                <a:latin typeface="JetBrains Mono Medium"/>
              </a:rPr>
              <a:t>🔹 </a:t>
            </a:r>
            <a:r>
              <a:rPr lang="uk-UA" dirty="0">
                <a:effectLst/>
                <a:latin typeface="JetBrains Mono Medium"/>
              </a:rPr>
              <a:t>Перебирає всі можливі підтримки змішаних стратегій.</a:t>
            </a:r>
            <a:endParaRPr lang="en-US" dirty="0">
              <a:effectLst/>
              <a:latin typeface="JetBrains Mono Medium"/>
            </a:endParaRPr>
          </a:p>
          <a:p>
            <a:pPr marL="0" indent="0">
              <a:buNone/>
            </a:pPr>
            <a:r>
              <a:rPr lang="en-US" dirty="0">
                <a:effectLst/>
                <a:latin typeface="JetBrains Mono Medium"/>
              </a:rPr>
              <a:t>🔹 </a:t>
            </a:r>
            <a:r>
              <a:rPr lang="uk-UA" dirty="0">
                <a:effectLst/>
                <a:latin typeface="JetBrains Mono Medium"/>
              </a:rPr>
              <a:t>Підходить для будь-яких ігор</a:t>
            </a:r>
            <a:r>
              <a:rPr lang="en-US" dirty="0">
                <a:effectLst/>
                <a:latin typeface="JetBrains Mono Medium"/>
              </a:rPr>
              <a:t> </a:t>
            </a:r>
            <a:r>
              <a:rPr lang="uk-UA" dirty="0">
                <a:effectLst/>
                <a:latin typeface="JetBrains Mono Medium"/>
              </a:rPr>
              <a:t>двох гравців.</a:t>
            </a:r>
          </a:p>
          <a:p>
            <a:pPr marL="0" indent="0">
              <a:buNone/>
            </a:pPr>
            <a:r>
              <a:rPr lang="uk-UA" dirty="0">
                <a:solidFill>
                  <a:srgbClr val="00B050"/>
                </a:solidFill>
                <a:latin typeface="JetBrains Mono Medium"/>
              </a:rPr>
              <a:t>Синтаксис:</a:t>
            </a:r>
            <a:endParaRPr lang="en-US" dirty="0">
              <a:solidFill>
                <a:srgbClr val="00B050"/>
              </a:solidFill>
              <a:effectLst/>
              <a:latin typeface="JetBrains Mono Medium"/>
            </a:endParaRPr>
          </a:p>
          <a:p>
            <a:pPr marL="0" indent="0" algn="ctr">
              <a:buNone/>
            </a:pPr>
            <a:r>
              <a:rPr lang="en-US" dirty="0" err="1">
                <a:solidFill>
                  <a:srgbClr val="AFB9C3"/>
                </a:solidFill>
                <a:effectLst/>
                <a:latin typeface="JetBrains Mono Medium"/>
              </a:rPr>
              <a:t>game.</a:t>
            </a:r>
            <a:r>
              <a:rPr lang="en-US" dirty="0" err="1">
                <a:solidFill>
                  <a:srgbClr val="FFC86E"/>
                </a:solidFill>
                <a:effectLst/>
                <a:latin typeface="JetBrains Mono Medium"/>
              </a:rPr>
              <a:t>support_enumeration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(</a:t>
            </a:r>
            <a:r>
              <a:rPr lang="en-US" dirty="0" err="1">
                <a:solidFill>
                  <a:srgbClr val="FF9696"/>
                </a:solidFill>
                <a:effectLst/>
                <a:latin typeface="JetBrains Mono Medium"/>
              </a:rPr>
              <a:t>non_degenerate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=</a:t>
            </a:r>
            <a:r>
              <a:rPr lang="en-US" dirty="0">
                <a:solidFill>
                  <a:srgbClr val="C88CDC"/>
                </a:solidFill>
                <a:effectLst/>
                <a:latin typeface="JetBrains Mono Medium"/>
              </a:rPr>
              <a:t>False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)</a:t>
            </a:r>
          </a:p>
          <a:p>
            <a:pPr marL="0" indent="0">
              <a:buNone/>
            </a:pPr>
            <a:r>
              <a:rPr lang="uk-UA" dirty="0">
                <a:solidFill>
                  <a:srgbClr val="00B050"/>
                </a:solidFill>
              </a:rPr>
              <a:t>Параметри:</a:t>
            </a:r>
          </a:p>
          <a:p>
            <a:pPr marL="0" indent="0">
              <a:buNone/>
            </a:pPr>
            <a:r>
              <a:rPr lang="en-US" dirty="0" err="1"/>
              <a:t>non_degenerate</a:t>
            </a:r>
            <a:r>
              <a:rPr lang="en-US" dirty="0"/>
              <a:t> (</a:t>
            </a:r>
            <a:r>
              <a:rPr lang="uk-UA" dirty="0"/>
              <a:t>за замовчуванням </a:t>
            </a:r>
            <a:r>
              <a:rPr lang="en-US" dirty="0"/>
              <a:t>False):</a:t>
            </a:r>
            <a:endParaRPr lang="uk-UA" dirty="0"/>
          </a:p>
          <a:p>
            <a:pPr marL="0" indent="0">
              <a:buNone/>
            </a:pPr>
            <a:r>
              <a:rPr lang="en-US" dirty="0"/>
              <a:t>False — </a:t>
            </a:r>
            <a:r>
              <a:rPr lang="uk-UA" dirty="0"/>
              <a:t>шукатиме рівноваги навіть у вироджених іграх.</a:t>
            </a:r>
          </a:p>
          <a:p>
            <a:pPr marL="0" indent="0">
              <a:buNone/>
            </a:pPr>
            <a:r>
              <a:rPr lang="en-US" dirty="0"/>
              <a:t>True — </a:t>
            </a:r>
            <a:r>
              <a:rPr lang="uk-UA" dirty="0"/>
              <a:t>припускає, що гра невироджена, що може прискорити розрахунок.</a:t>
            </a:r>
          </a:p>
          <a:p>
            <a:pPr marL="0" indent="0">
              <a:buNone/>
            </a:pPr>
            <a:r>
              <a:rPr lang="uk-UA" dirty="0">
                <a:solidFill>
                  <a:srgbClr val="00B050"/>
                </a:solidFill>
              </a:rPr>
              <a:t>Повертає:</a:t>
            </a:r>
          </a:p>
          <a:p>
            <a:pPr marL="0" indent="0">
              <a:buNone/>
            </a:pPr>
            <a:r>
              <a:rPr lang="uk-UA" dirty="0"/>
              <a:t>Список кортежів, де кожен кортеж містить дві змішані стратегії (по одній для кожного гравця).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Рукописні дані 3">
                <a:extLst>
                  <a:ext uri="{FF2B5EF4-FFF2-40B4-BE49-F238E27FC236}">
                    <a16:creationId xmlns:a16="http://schemas.microsoft.com/office/drawing/2014/main" id="{2852B88E-BCB1-A121-54B7-27E2972534C7}"/>
                  </a:ext>
                </a:extLst>
              </p14:cNvPr>
              <p14:cNvContentPartPr/>
              <p14:nvPr/>
            </p14:nvContentPartPr>
            <p14:xfrm>
              <a:off x="6253130" y="1327188"/>
              <a:ext cx="360" cy="360"/>
            </p14:xfrm>
          </p:contentPart>
        </mc:Choice>
        <mc:Fallback>
          <p:pic>
            <p:nvPicPr>
              <p:cNvPr id="4" name="Рукописні дані 3">
                <a:extLst>
                  <a:ext uri="{FF2B5EF4-FFF2-40B4-BE49-F238E27FC236}">
                    <a16:creationId xmlns:a16="http://schemas.microsoft.com/office/drawing/2014/main" id="{2852B88E-BCB1-A121-54B7-27E2972534C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35130" y="1309188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6358117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48C3B-7118-780C-10D0-012E4C139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FF7EA8-8B72-F62A-BB30-4BE974F30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Пакет </a:t>
            </a:r>
            <a:r>
              <a:rPr lang="en-US" dirty="0" err="1"/>
              <a:t>Nashpy</a:t>
            </a:r>
            <a:r>
              <a:rPr lang="en-US" dirty="0"/>
              <a:t> </a:t>
            </a:r>
            <a:r>
              <a:rPr lang="uk-UA" dirty="0"/>
              <a:t>для розв’язування матричних ігор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C4C0512-E184-6804-43E1-E7C81FD5C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16972" y="2214225"/>
            <a:ext cx="5872316" cy="4024125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Ned = </a:t>
            </a:r>
            <a:r>
              <a:rPr lang="en-US" dirty="0" err="1">
                <a:solidFill>
                  <a:srgbClr val="AFB9C3"/>
                </a:solidFill>
                <a:effectLst/>
                <a:latin typeface="JetBrains Mono Medium"/>
              </a:rPr>
              <a:t>np.</a:t>
            </a:r>
            <a:r>
              <a:rPr lang="en-US" dirty="0" err="1">
                <a:solidFill>
                  <a:srgbClr val="FFC86E"/>
                </a:solidFill>
                <a:effectLst/>
                <a:latin typeface="JetBrains Mono Medium"/>
              </a:rPr>
              <a:t>array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([[-</a:t>
            </a:r>
            <a:r>
              <a:rPr lang="en-US" dirty="0">
                <a:solidFill>
                  <a:srgbClr val="96BE78"/>
                </a:solidFill>
                <a:effectLst/>
                <a:latin typeface="JetBrains Mono Medium"/>
              </a:rPr>
              <a:t>1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, </a:t>
            </a:r>
            <a:r>
              <a:rPr lang="en-US" dirty="0">
                <a:solidFill>
                  <a:srgbClr val="96BE78"/>
                </a:solidFill>
                <a:effectLst/>
                <a:latin typeface="JetBrains Mono Medium"/>
              </a:rPr>
              <a:t>1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], [</a:t>
            </a:r>
            <a:r>
              <a:rPr lang="en-US" dirty="0">
                <a:solidFill>
                  <a:srgbClr val="96BE78"/>
                </a:solidFill>
                <a:effectLst/>
                <a:latin typeface="JetBrains Mono Medium"/>
              </a:rPr>
              <a:t>1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, </a:t>
            </a:r>
            <a:r>
              <a:rPr lang="en-US" dirty="0">
                <a:solidFill>
                  <a:srgbClr val="96BE78"/>
                </a:solidFill>
                <a:effectLst/>
                <a:latin typeface="JetBrains Mono Medium"/>
              </a:rPr>
              <a:t>3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]])</a:t>
            </a:r>
            <a:br>
              <a:rPr lang="en-US" dirty="0">
                <a:solidFill>
                  <a:srgbClr val="AFB9C3"/>
                </a:solidFill>
                <a:effectLst/>
                <a:latin typeface="JetBrains Mono Medium"/>
              </a:rPr>
            </a:br>
            <a:r>
              <a:rPr lang="en-US" dirty="0" err="1">
                <a:solidFill>
                  <a:srgbClr val="AFB9C3"/>
                </a:solidFill>
                <a:effectLst/>
                <a:latin typeface="JetBrains Mono Medium"/>
              </a:rPr>
              <a:t>Cercei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 = </a:t>
            </a:r>
            <a:r>
              <a:rPr lang="en-US" dirty="0" err="1">
                <a:solidFill>
                  <a:srgbClr val="AFB9C3"/>
                </a:solidFill>
                <a:effectLst/>
                <a:latin typeface="JetBrains Mono Medium"/>
              </a:rPr>
              <a:t>np.</a:t>
            </a:r>
            <a:r>
              <a:rPr lang="en-US" dirty="0" err="1">
                <a:solidFill>
                  <a:srgbClr val="FFC86E"/>
                </a:solidFill>
                <a:effectLst/>
                <a:latin typeface="JetBrains Mono Medium"/>
              </a:rPr>
              <a:t>array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([[</a:t>
            </a:r>
            <a:r>
              <a:rPr lang="en-US" dirty="0">
                <a:solidFill>
                  <a:srgbClr val="96BE78"/>
                </a:solidFill>
                <a:effectLst/>
                <a:latin typeface="JetBrains Mono Medium"/>
              </a:rPr>
              <a:t>2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, -</a:t>
            </a:r>
            <a:r>
              <a:rPr lang="en-US" dirty="0">
                <a:solidFill>
                  <a:srgbClr val="96BE78"/>
                </a:solidFill>
                <a:effectLst/>
                <a:latin typeface="JetBrains Mono Medium"/>
              </a:rPr>
              <a:t>1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], [</a:t>
            </a:r>
            <a:r>
              <a:rPr lang="en-US" dirty="0">
                <a:solidFill>
                  <a:srgbClr val="96BE78"/>
                </a:solidFill>
                <a:effectLst/>
                <a:latin typeface="JetBrains Mono Medium"/>
              </a:rPr>
              <a:t>3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, </a:t>
            </a:r>
            <a:r>
              <a:rPr lang="en-US" dirty="0">
                <a:solidFill>
                  <a:srgbClr val="96BE78"/>
                </a:solidFill>
                <a:effectLst/>
                <a:latin typeface="JetBrains Mono Medium"/>
              </a:rPr>
              <a:t>1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]])</a:t>
            </a:r>
            <a:br>
              <a:rPr lang="en-US" dirty="0">
                <a:solidFill>
                  <a:srgbClr val="AFB9C3"/>
                </a:solidFill>
                <a:effectLst/>
                <a:latin typeface="JetBrains Mono Medium"/>
              </a:rPr>
            </a:br>
            <a:br>
              <a:rPr lang="en-US" dirty="0">
                <a:solidFill>
                  <a:srgbClr val="AFB9C3"/>
                </a:solidFill>
                <a:effectLst/>
                <a:latin typeface="JetBrains Mono Medium"/>
              </a:rPr>
            </a:b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GOT = </a:t>
            </a:r>
            <a:r>
              <a:rPr lang="en-US" dirty="0" err="1">
                <a:solidFill>
                  <a:srgbClr val="AFB9C3"/>
                </a:solidFill>
                <a:effectLst/>
                <a:latin typeface="JetBrains Mono Medium"/>
              </a:rPr>
              <a:t>nash.</a:t>
            </a:r>
            <a:r>
              <a:rPr lang="en-US" dirty="0" err="1">
                <a:solidFill>
                  <a:srgbClr val="FFC86E"/>
                </a:solidFill>
                <a:effectLst/>
                <a:latin typeface="JetBrains Mono Medium"/>
              </a:rPr>
              <a:t>Game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(Ned, </a:t>
            </a:r>
            <a:r>
              <a:rPr lang="en-US" dirty="0" err="1">
                <a:solidFill>
                  <a:srgbClr val="AFB9C3"/>
                </a:solidFill>
                <a:effectLst/>
                <a:latin typeface="JetBrains Mono Medium"/>
              </a:rPr>
              <a:t>Cercei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)</a:t>
            </a:r>
            <a:br>
              <a:rPr lang="en-US" dirty="0">
                <a:solidFill>
                  <a:srgbClr val="AFB9C3"/>
                </a:solidFill>
                <a:effectLst/>
                <a:latin typeface="JetBrains Mono Medium"/>
              </a:rPr>
            </a:b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NES = </a:t>
            </a:r>
            <a:r>
              <a:rPr lang="en-US" dirty="0" err="1">
                <a:solidFill>
                  <a:srgbClr val="AFB9C3"/>
                </a:solidFill>
                <a:effectLst/>
                <a:latin typeface="JetBrains Mono Medium"/>
              </a:rPr>
              <a:t>GOT.</a:t>
            </a:r>
            <a:r>
              <a:rPr lang="en-US" dirty="0" err="1">
                <a:solidFill>
                  <a:srgbClr val="FFC86E"/>
                </a:solidFill>
                <a:effectLst/>
                <a:latin typeface="JetBrains Mono Medium"/>
              </a:rPr>
              <a:t>support_enumeration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()</a:t>
            </a:r>
            <a:br>
              <a:rPr lang="en-US" dirty="0">
                <a:solidFill>
                  <a:srgbClr val="AFB9C3"/>
                </a:solidFill>
                <a:effectLst/>
                <a:latin typeface="JetBrains Mono Medium"/>
              </a:rPr>
            </a:br>
            <a:r>
              <a:rPr lang="en-US" dirty="0">
                <a:solidFill>
                  <a:srgbClr val="C88CDC"/>
                </a:solidFill>
                <a:effectLst/>
                <a:latin typeface="JetBrains Mono Medium"/>
              </a:rPr>
              <a:t>for 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_ </a:t>
            </a:r>
            <a:r>
              <a:rPr lang="en-US" dirty="0">
                <a:solidFill>
                  <a:srgbClr val="C88CDC"/>
                </a:solidFill>
                <a:effectLst/>
                <a:latin typeface="JetBrains Mono Medium"/>
              </a:rPr>
              <a:t>in </a:t>
            </a:r>
            <a:r>
              <a:rPr lang="en-US" dirty="0">
                <a:solidFill>
                  <a:srgbClr val="FFC86E"/>
                </a:solidFill>
                <a:effectLst/>
                <a:latin typeface="JetBrains Mono Medium"/>
              </a:rPr>
              <a:t>list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(NES):</a:t>
            </a:r>
            <a:br>
              <a:rPr lang="en-US" dirty="0">
                <a:solidFill>
                  <a:srgbClr val="AFB9C3"/>
                </a:solidFill>
                <a:effectLst/>
                <a:latin typeface="JetBrains Mono Medium"/>
              </a:rPr>
            </a:b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    </a:t>
            </a:r>
            <a:r>
              <a:rPr lang="en-US" dirty="0">
                <a:solidFill>
                  <a:srgbClr val="FFC86E"/>
                </a:solidFill>
                <a:effectLst/>
                <a:latin typeface="JetBrains Mono Medium"/>
              </a:rPr>
              <a:t>print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(_)  </a:t>
            </a:r>
            <a:r>
              <a:rPr lang="en-US" dirty="0">
                <a:solidFill>
                  <a:srgbClr val="808080"/>
                </a:solidFill>
                <a:effectLst/>
                <a:latin typeface="JetBrains Mono Medium"/>
              </a:rPr>
              <a:t># (array([0., 1.]), array([1., 0.]))</a:t>
            </a:r>
            <a:endParaRPr lang="en-US" dirty="0">
              <a:solidFill>
                <a:srgbClr val="AFB9C3"/>
              </a:solidFill>
              <a:effectLst/>
              <a:latin typeface="JetBrains Mono Medium"/>
            </a:endParaRPr>
          </a:p>
          <a:p>
            <a:pPr marL="0" indent="0">
              <a:buNone/>
            </a:pPr>
            <a:endParaRPr lang="uk-UA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Рукописні дані 3">
                <a:extLst>
                  <a:ext uri="{FF2B5EF4-FFF2-40B4-BE49-F238E27FC236}">
                    <a16:creationId xmlns:a16="http://schemas.microsoft.com/office/drawing/2014/main" id="{FD330C45-4DD3-ED31-355B-531B7B44D20B}"/>
                  </a:ext>
                </a:extLst>
              </p14:cNvPr>
              <p14:cNvContentPartPr/>
              <p14:nvPr/>
            </p14:nvContentPartPr>
            <p14:xfrm>
              <a:off x="6253130" y="1327188"/>
              <a:ext cx="360" cy="360"/>
            </p14:xfrm>
          </p:contentPart>
        </mc:Choice>
        <mc:Fallback>
          <p:pic>
            <p:nvPicPr>
              <p:cNvPr id="4" name="Рукописні дані 3">
                <a:extLst>
                  <a:ext uri="{FF2B5EF4-FFF2-40B4-BE49-F238E27FC236}">
                    <a16:creationId xmlns:a16="http://schemas.microsoft.com/office/drawing/2014/main" id="{FD330C45-4DD3-ED31-355B-531B7B44D20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35130" y="1309188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7809251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B33258A7-5F36-86E9-AF95-71477CAFC7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 err="1">
                <a:solidFill>
                  <a:srgbClr val="00B050"/>
                </a:solidFill>
              </a:rPr>
              <a:t>lemke_howson_enumeration</a:t>
            </a:r>
            <a:r>
              <a:rPr lang="en-US" dirty="0">
                <a:solidFill>
                  <a:srgbClr val="00B050"/>
                </a:solidFill>
              </a:rPr>
              <a:t>() </a:t>
            </a:r>
            <a:r>
              <a:rPr lang="uk-UA" dirty="0"/>
              <a:t>або (</a:t>
            </a:r>
            <a:r>
              <a:rPr lang="en-US" dirty="0" err="1">
                <a:solidFill>
                  <a:srgbClr val="00B050"/>
                </a:solidFill>
              </a:rPr>
              <a:t>game.lemke_howson</a:t>
            </a:r>
            <a:r>
              <a:rPr lang="en-US" dirty="0">
                <a:solidFill>
                  <a:srgbClr val="00B050"/>
                </a:solidFill>
              </a:rPr>
              <a:t>(</a:t>
            </a:r>
            <a:r>
              <a:rPr lang="en-US" dirty="0" err="1">
                <a:solidFill>
                  <a:srgbClr val="00B050"/>
                </a:solidFill>
              </a:rPr>
              <a:t>initial_dropped_label</a:t>
            </a:r>
            <a:r>
              <a:rPr lang="en-US" dirty="0">
                <a:solidFill>
                  <a:srgbClr val="00B050"/>
                </a:solidFill>
              </a:rPr>
              <a:t>)</a:t>
            </a:r>
            <a:r>
              <a:rPr lang="uk-UA" dirty="0"/>
              <a:t>) використовується для:</a:t>
            </a:r>
          </a:p>
          <a:p>
            <a:pPr marL="0" indent="0">
              <a:buNone/>
            </a:pPr>
            <a:r>
              <a:rPr lang="uk-UA" dirty="0"/>
              <a:t>🔹 Знаходження однієї рівноваги у змішаних стратегіях.</a:t>
            </a:r>
          </a:p>
          <a:p>
            <a:pPr marL="0" indent="0">
              <a:buNone/>
            </a:pPr>
            <a:r>
              <a:rPr lang="uk-UA" dirty="0"/>
              <a:t>🔹 Заснований на алгоритмі </a:t>
            </a:r>
            <a:r>
              <a:rPr lang="uk-UA" dirty="0" err="1"/>
              <a:t>Лемке-Хаусона</a:t>
            </a:r>
            <a:r>
              <a:rPr lang="uk-UA" dirty="0"/>
              <a:t> для </a:t>
            </a:r>
            <a:r>
              <a:rPr lang="uk-UA" dirty="0" err="1"/>
              <a:t>двохосібних</a:t>
            </a:r>
            <a:r>
              <a:rPr lang="uk-UA" dirty="0"/>
              <a:t> ігор.</a:t>
            </a:r>
          </a:p>
          <a:p>
            <a:pPr marL="0" indent="0">
              <a:buNone/>
            </a:pPr>
            <a:r>
              <a:rPr lang="uk-UA" dirty="0"/>
              <a:t>🔹 Гарантує, що знайде хоча б одну рівновагу.</a:t>
            </a:r>
          </a:p>
          <a:p>
            <a:pPr marL="0" indent="0">
              <a:buNone/>
            </a:pPr>
            <a:r>
              <a:rPr lang="uk-UA" dirty="0">
                <a:solidFill>
                  <a:srgbClr val="00B050"/>
                </a:solidFill>
                <a:latin typeface="JetBrains Mono Medium"/>
              </a:rPr>
              <a:t>Синтаксис:</a:t>
            </a:r>
            <a:endParaRPr lang="en-US" dirty="0">
              <a:solidFill>
                <a:srgbClr val="00B050"/>
              </a:solidFill>
              <a:effectLst/>
              <a:latin typeface="JetBrains Mono Medium"/>
            </a:endParaRPr>
          </a:p>
          <a:p>
            <a:pPr marL="0" indent="0" algn="ctr">
              <a:buNone/>
            </a:pPr>
            <a:r>
              <a:rPr lang="en-US" dirty="0" err="1">
                <a:solidFill>
                  <a:srgbClr val="AFB9C3"/>
                </a:solidFill>
                <a:effectLst/>
                <a:latin typeface="JetBrains Mono Medium"/>
              </a:rPr>
              <a:t>game.</a:t>
            </a:r>
            <a:r>
              <a:rPr lang="en-US" dirty="0" err="1">
                <a:solidFill>
                  <a:srgbClr val="FFC86E"/>
                </a:solidFill>
                <a:effectLst/>
                <a:latin typeface="JetBrains Mono Medium"/>
              </a:rPr>
              <a:t>lemke_howson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(</a:t>
            </a:r>
            <a:r>
              <a:rPr lang="en-US" dirty="0" err="1">
                <a:solidFill>
                  <a:srgbClr val="AFB9C3"/>
                </a:solidFill>
                <a:effectLst/>
                <a:latin typeface="JetBrains Mono Medium"/>
              </a:rPr>
              <a:t>initial_dropped_label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)</a:t>
            </a:r>
            <a:endParaRPr lang="uk-UA" dirty="0">
              <a:solidFill>
                <a:srgbClr val="AFB9C3"/>
              </a:solidFill>
              <a:effectLst/>
              <a:latin typeface="JetBrains Mono Medium"/>
            </a:endParaRPr>
          </a:p>
          <a:p>
            <a:pPr marL="0" indent="0" algn="ctr">
              <a:buNone/>
            </a:pPr>
            <a:r>
              <a:rPr lang="en-US" dirty="0" err="1">
                <a:solidFill>
                  <a:srgbClr val="AFB9C3"/>
                </a:solidFill>
                <a:effectLst/>
                <a:latin typeface="JetBrains Mono Medium"/>
              </a:rPr>
              <a:t>game.</a:t>
            </a:r>
            <a:r>
              <a:rPr lang="en-US" dirty="0" err="1">
                <a:solidFill>
                  <a:srgbClr val="FFC86E"/>
                </a:solidFill>
                <a:effectLst/>
                <a:latin typeface="JetBrains Mono Medium"/>
              </a:rPr>
              <a:t>lemke_howson_enumeration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()</a:t>
            </a:r>
          </a:p>
          <a:p>
            <a:pPr marL="0" indent="0" algn="ctr">
              <a:buNone/>
            </a:pPr>
            <a:endParaRPr lang="en-US" dirty="0">
              <a:solidFill>
                <a:srgbClr val="AFB9C3"/>
              </a:solidFill>
              <a:effectLst/>
              <a:latin typeface="JetBrains Mono Medium"/>
            </a:endParaRPr>
          </a:p>
          <a:p>
            <a:pPr marL="0" indent="0">
              <a:buNone/>
            </a:pPr>
            <a:r>
              <a:rPr lang="uk-UA" dirty="0">
                <a:solidFill>
                  <a:srgbClr val="00B050"/>
                </a:solidFill>
              </a:rPr>
              <a:t>Параметри: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uk-UA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initial_dropped_label</a:t>
            </a:r>
            <a:r>
              <a:rPr kumimoji="0" lang="uk-UA" altLang="uk-UA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— індекс (від 0 до 2n-1), який визначає, яку змінну виключити першою (зазвичай обирається випадково). </a:t>
            </a:r>
            <a:endParaRPr kumimoji="0" lang="uk-UA" altLang="uk-UA" sz="6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uk-UA" dirty="0">
                <a:solidFill>
                  <a:srgbClr val="00B050"/>
                </a:solidFill>
              </a:rPr>
              <a:t>Повертає:</a:t>
            </a:r>
          </a:p>
          <a:p>
            <a:pPr marL="0" indent="0">
              <a:buNone/>
            </a:pPr>
            <a:r>
              <a:rPr lang="uk-UA" dirty="0"/>
              <a:t>Кортеж двох змішаних стратегій.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E6449E1-7499-3A6E-ABF9-0A8782FD0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3588"/>
            <a:ext cx="8610600" cy="1293812"/>
          </a:xfrm>
        </p:spPr>
        <p:txBody>
          <a:bodyPr>
            <a:normAutofit fontScale="90000"/>
          </a:bodyPr>
          <a:lstStyle/>
          <a:p>
            <a:r>
              <a:rPr lang="uk-UA" dirty="0"/>
              <a:t>Пакет </a:t>
            </a:r>
            <a:r>
              <a:rPr lang="en-US" dirty="0" err="1"/>
              <a:t>Nashpy</a:t>
            </a:r>
            <a:r>
              <a:rPr lang="en-US" dirty="0"/>
              <a:t> </a:t>
            </a:r>
            <a:r>
              <a:rPr lang="uk-UA" dirty="0"/>
              <a:t>для розв’язування матричних ігор</a:t>
            </a:r>
          </a:p>
        </p:txBody>
      </p:sp>
    </p:spTree>
    <p:extLst>
      <p:ext uri="{BB962C8B-B14F-4D97-AF65-F5344CB8AC3E}">
        <p14:creationId xmlns:p14="http://schemas.microsoft.com/office/powerpoint/2010/main" val="340794453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7FB6C-271D-2E26-5B50-47F5C8A47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229F9F3-5D59-964E-CE5C-585F8E50B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NELH1 = </a:t>
            </a:r>
            <a:r>
              <a:rPr lang="en-US" dirty="0" err="1">
                <a:solidFill>
                  <a:srgbClr val="AFB9C3"/>
                </a:solidFill>
                <a:effectLst/>
                <a:latin typeface="JetBrains Mono Medium"/>
              </a:rPr>
              <a:t>GOT.</a:t>
            </a:r>
            <a:r>
              <a:rPr lang="en-US" dirty="0" err="1">
                <a:solidFill>
                  <a:srgbClr val="FFC86E"/>
                </a:solidFill>
                <a:effectLst/>
                <a:latin typeface="JetBrains Mono Medium"/>
              </a:rPr>
              <a:t>lemke_howson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(</a:t>
            </a:r>
            <a:r>
              <a:rPr lang="en-US" dirty="0" err="1">
                <a:solidFill>
                  <a:srgbClr val="FF9696"/>
                </a:solidFill>
                <a:effectLst/>
                <a:latin typeface="JetBrains Mono Medium"/>
              </a:rPr>
              <a:t>initial_dropped_label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=</a:t>
            </a:r>
            <a:r>
              <a:rPr lang="en-US" dirty="0">
                <a:solidFill>
                  <a:srgbClr val="96BE78"/>
                </a:solidFill>
                <a:effectLst/>
                <a:latin typeface="JetBrains Mono Medium"/>
              </a:rPr>
              <a:t>0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)</a:t>
            </a:r>
            <a:br>
              <a:rPr lang="en-US" dirty="0">
                <a:solidFill>
                  <a:srgbClr val="AFB9C3"/>
                </a:solidFill>
                <a:effectLst/>
                <a:latin typeface="JetBrains Mono Medium"/>
              </a:rPr>
            </a:b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NELH2 = </a:t>
            </a:r>
            <a:r>
              <a:rPr lang="en-US" dirty="0" err="1">
                <a:solidFill>
                  <a:srgbClr val="AFB9C3"/>
                </a:solidFill>
                <a:effectLst/>
                <a:latin typeface="JetBrains Mono Medium"/>
              </a:rPr>
              <a:t>GOT.</a:t>
            </a:r>
            <a:r>
              <a:rPr lang="en-US" dirty="0" err="1">
                <a:solidFill>
                  <a:srgbClr val="FFC86E"/>
                </a:solidFill>
                <a:effectLst/>
                <a:latin typeface="JetBrains Mono Medium"/>
              </a:rPr>
              <a:t>lemke_howson_enumeration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()</a:t>
            </a:r>
            <a:br>
              <a:rPr lang="en-US" dirty="0">
                <a:solidFill>
                  <a:srgbClr val="AFB9C3"/>
                </a:solidFill>
                <a:effectLst/>
                <a:latin typeface="JetBrains Mono Medium"/>
              </a:rPr>
            </a:br>
            <a:br>
              <a:rPr lang="en-US" dirty="0">
                <a:solidFill>
                  <a:srgbClr val="AFB9C3"/>
                </a:solidFill>
                <a:effectLst/>
                <a:latin typeface="JetBrains Mono Medium"/>
              </a:rPr>
            </a:br>
            <a:r>
              <a:rPr lang="en-US" dirty="0">
                <a:solidFill>
                  <a:srgbClr val="FFC86E"/>
                </a:solidFill>
                <a:effectLst/>
                <a:latin typeface="JetBrains Mono Medium"/>
              </a:rPr>
              <a:t>print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(</a:t>
            </a:r>
            <a:r>
              <a:rPr lang="en-US" dirty="0">
                <a:solidFill>
                  <a:srgbClr val="96BE78"/>
                </a:solidFill>
                <a:effectLst/>
                <a:latin typeface="JetBrains Mono Medium"/>
              </a:rPr>
              <a:t>'___________'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)</a:t>
            </a:r>
            <a:br>
              <a:rPr lang="en-US" dirty="0">
                <a:solidFill>
                  <a:srgbClr val="AFB9C3"/>
                </a:solidFill>
                <a:effectLst/>
                <a:latin typeface="JetBrains Mono Medium"/>
              </a:rPr>
            </a:br>
            <a:r>
              <a:rPr lang="en-US" dirty="0">
                <a:solidFill>
                  <a:srgbClr val="C88CDC"/>
                </a:solidFill>
                <a:effectLst/>
                <a:latin typeface="JetBrains Mono Medium"/>
              </a:rPr>
              <a:t>for 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_ </a:t>
            </a:r>
            <a:r>
              <a:rPr lang="en-US" dirty="0">
                <a:solidFill>
                  <a:srgbClr val="C88CDC"/>
                </a:solidFill>
                <a:effectLst/>
                <a:latin typeface="JetBrains Mono Medium"/>
              </a:rPr>
              <a:t>in 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NELH1:</a:t>
            </a:r>
            <a:br>
              <a:rPr lang="en-US" dirty="0">
                <a:solidFill>
                  <a:srgbClr val="AFB9C3"/>
                </a:solidFill>
                <a:effectLst/>
                <a:latin typeface="JetBrains Mono Medium"/>
              </a:rPr>
            </a:b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    </a:t>
            </a:r>
            <a:r>
              <a:rPr lang="en-US" dirty="0">
                <a:solidFill>
                  <a:srgbClr val="FFC86E"/>
                </a:solidFill>
                <a:effectLst/>
                <a:latin typeface="JetBrains Mono Medium"/>
              </a:rPr>
              <a:t>print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(_)  </a:t>
            </a:r>
            <a:r>
              <a:rPr lang="en-US" dirty="0">
                <a:solidFill>
                  <a:srgbClr val="808080"/>
                </a:solidFill>
                <a:effectLst/>
                <a:latin typeface="JetBrains Mono Medium"/>
              </a:rPr>
              <a:t># [0. 1.]</a:t>
            </a:r>
            <a:br>
              <a:rPr lang="en-US" dirty="0">
                <a:solidFill>
                  <a:srgbClr val="808080"/>
                </a:solidFill>
                <a:effectLst/>
                <a:latin typeface="JetBrains Mono Medium"/>
              </a:rPr>
            </a:br>
            <a:r>
              <a:rPr lang="en-US" dirty="0">
                <a:solidFill>
                  <a:srgbClr val="808080"/>
                </a:solidFill>
                <a:effectLst/>
                <a:latin typeface="JetBrains Mono Medium"/>
              </a:rPr>
              <a:t>              # [1. 0.]</a:t>
            </a:r>
            <a:br>
              <a:rPr lang="en-US" dirty="0">
                <a:solidFill>
                  <a:srgbClr val="808080"/>
                </a:solidFill>
                <a:effectLst/>
                <a:latin typeface="JetBrains Mono Medium"/>
              </a:rPr>
            </a:br>
            <a:br>
              <a:rPr lang="en-US" dirty="0">
                <a:solidFill>
                  <a:srgbClr val="808080"/>
                </a:solidFill>
                <a:effectLst/>
                <a:latin typeface="JetBrains Mono Medium"/>
              </a:rPr>
            </a:br>
            <a:r>
              <a:rPr lang="en-US" dirty="0">
                <a:solidFill>
                  <a:srgbClr val="FFC86E"/>
                </a:solidFill>
                <a:effectLst/>
                <a:latin typeface="JetBrains Mono Medium"/>
              </a:rPr>
              <a:t>print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(</a:t>
            </a:r>
            <a:r>
              <a:rPr lang="en-US" dirty="0">
                <a:solidFill>
                  <a:srgbClr val="96BE78"/>
                </a:solidFill>
                <a:effectLst/>
                <a:latin typeface="JetBrains Mono Medium"/>
              </a:rPr>
              <a:t>'_______________'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)</a:t>
            </a:r>
            <a:br>
              <a:rPr lang="en-US" dirty="0">
                <a:solidFill>
                  <a:srgbClr val="AFB9C3"/>
                </a:solidFill>
                <a:effectLst/>
                <a:latin typeface="JetBrains Mono Medium"/>
              </a:rPr>
            </a:br>
            <a:r>
              <a:rPr lang="en-US" dirty="0">
                <a:solidFill>
                  <a:srgbClr val="C88CDC"/>
                </a:solidFill>
                <a:effectLst/>
                <a:latin typeface="JetBrains Mono Medium"/>
              </a:rPr>
              <a:t>for 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_ </a:t>
            </a:r>
            <a:r>
              <a:rPr lang="en-US" dirty="0">
                <a:solidFill>
                  <a:srgbClr val="C88CDC"/>
                </a:solidFill>
                <a:effectLst/>
                <a:latin typeface="JetBrains Mono Medium"/>
              </a:rPr>
              <a:t>in </a:t>
            </a:r>
            <a:r>
              <a:rPr lang="en-US" dirty="0">
                <a:solidFill>
                  <a:srgbClr val="FFC86E"/>
                </a:solidFill>
                <a:effectLst/>
                <a:latin typeface="JetBrains Mono Medium"/>
              </a:rPr>
              <a:t>list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(NELH2):</a:t>
            </a:r>
            <a:br>
              <a:rPr lang="en-US" dirty="0">
                <a:solidFill>
                  <a:srgbClr val="AFB9C3"/>
                </a:solidFill>
                <a:effectLst/>
                <a:latin typeface="JetBrains Mono Medium"/>
              </a:rPr>
            </a:b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    </a:t>
            </a:r>
            <a:r>
              <a:rPr lang="en-US" dirty="0">
                <a:solidFill>
                  <a:srgbClr val="FFC86E"/>
                </a:solidFill>
                <a:effectLst/>
                <a:latin typeface="JetBrains Mono Medium"/>
              </a:rPr>
              <a:t>print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(_)  </a:t>
            </a:r>
            <a:r>
              <a:rPr lang="en-US" dirty="0">
                <a:solidFill>
                  <a:srgbClr val="808080"/>
                </a:solidFill>
                <a:effectLst/>
                <a:latin typeface="JetBrains Mono Medium"/>
              </a:rPr>
              <a:t># (array([0., 1.]), array([1., 0.]))</a:t>
            </a:r>
            <a:br>
              <a:rPr lang="en-US" dirty="0">
                <a:solidFill>
                  <a:srgbClr val="808080"/>
                </a:solidFill>
                <a:effectLst/>
                <a:latin typeface="JetBrains Mono Medium"/>
              </a:rPr>
            </a:br>
            <a:r>
              <a:rPr lang="en-US" dirty="0">
                <a:solidFill>
                  <a:srgbClr val="808080"/>
                </a:solidFill>
                <a:effectLst/>
                <a:latin typeface="JetBrains Mono Medium"/>
              </a:rPr>
              <a:t>              #  (array([0., 1.]), array([1., 0.]))</a:t>
            </a:r>
            <a:br>
              <a:rPr lang="en-US" dirty="0">
                <a:solidFill>
                  <a:srgbClr val="808080"/>
                </a:solidFill>
                <a:effectLst/>
                <a:latin typeface="JetBrains Mono Medium"/>
              </a:rPr>
            </a:br>
            <a:r>
              <a:rPr lang="en-US" dirty="0">
                <a:solidFill>
                  <a:srgbClr val="808080"/>
                </a:solidFill>
                <a:effectLst/>
                <a:latin typeface="JetBrains Mono Medium"/>
              </a:rPr>
              <a:t>              #  (array([0., 1.]), array([1., 0.]))</a:t>
            </a:r>
            <a:br>
              <a:rPr lang="en-US" dirty="0">
                <a:solidFill>
                  <a:srgbClr val="808080"/>
                </a:solidFill>
                <a:effectLst/>
                <a:latin typeface="JetBrains Mono Medium"/>
              </a:rPr>
            </a:br>
            <a:r>
              <a:rPr lang="en-US" dirty="0">
                <a:solidFill>
                  <a:srgbClr val="808080"/>
                </a:solidFill>
                <a:effectLst/>
                <a:latin typeface="JetBrains Mono Medium"/>
              </a:rPr>
              <a:t>              #  (array([0., 1.]), array([1., 0.]))</a:t>
            </a:r>
            <a:endParaRPr lang="en-US" dirty="0">
              <a:solidFill>
                <a:srgbClr val="AFB9C3"/>
              </a:solidFill>
              <a:effectLst/>
              <a:latin typeface="JetBrains Mono Medium"/>
            </a:endParaRPr>
          </a:p>
          <a:p>
            <a:pPr marL="0" indent="0">
              <a:buNone/>
            </a:pPr>
            <a:endParaRPr lang="uk-UA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F23B4E03-6678-A7F3-4BD2-97E4E1F36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3588"/>
            <a:ext cx="8610600" cy="1293812"/>
          </a:xfrm>
        </p:spPr>
        <p:txBody>
          <a:bodyPr>
            <a:normAutofit fontScale="90000"/>
          </a:bodyPr>
          <a:lstStyle/>
          <a:p>
            <a:r>
              <a:rPr lang="uk-UA" dirty="0"/>
              <a:t>Пакет </a:t>
            </a:r>
            <a:r>
              <a:rPr lang="en-US" dirty="0" err="1"/>
              <a:t>Nashpy</a:t>
            </a:r>
            <a:r>
              <a:rPr lang="en-US" dirty="0"/>
              <a:t> </a:t>
            </a:r>
            <a:r>
              <a:rPr lang="uk-UA" dirty="0"/>
              <a:t>для розв’язування матричних ігор</a:t>
            </a:r>
          </a:p>
        </p:txBody>
      </p:sp>
    </p:spTree>
    <p:extLst>
      <p:ext uri="{BB962C8B-B14F-4D97-AF65-F5344CB8AC3E}">
        <p14:creationId xmlns:p14="http://schemas.microsoft.com/office/powerpoint/2010/main" val="278205740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A470B-4C78-3547-850B-A6C6B3777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AF54DA06-E902-CFA1-FEF2-A1F6DAAD02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 err="1"/>
              <a:t>vertex_enumeration</a:t>
            </a:r>
            <a:r>
              <a:rPr lang="ru-RU" dirty="0"/>
              <a:t>()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🔹 </a:t>
            </a:r>
            <a:r>
              <a:rPr lang="ru-RU" dirty="0" err="1"/>
              <a:t>Використовується</a:t>
            </a:r>
            <a:r>
              <a:rPr lang="ru-RU" dirty="0"/>
              <a:t> для </a:t>
            </a:r>
            <a:r>
              <a:rPr lang="ru-RU" dirty="0" err="1"/>
              <a:t>знаходження</a:t>
            </a:r>
            <a:r>
              <a:rPr lang="ru-RU" dirty="0"/>
              <a:t> </a:t>
            </a:r>
            <a:r>
              <a:rPr lang="ru-RU" dirty="0" err="1"/>
              <a:t>всіх</a:t>
            </a:r>
            <a:r>
              <a:rPr lang="ru-RU" dirty="0"/>
              <a:t> </a:t>
            </a:r>
            <a:r>
              <a:rPr lang="ru-RU" dirty="0" err="1"/>
              <a:t>рівноваг</a:t>
            </a:r>
            <a:r>
              <a:rPr lang="ru-RU" dirty="0"/>
              <a:t> </a:t>
            </a:r>
            <a:r>
              <a:rPr lang="ru-RU" dirty="0" err="1"/>
              <a:t>Неша</a:t>
            </a:r>
            <a:r>
              <a:rPr lang="ru-RU" dirty="0"/>
              <a:t>.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🔹 </a:t>
            </a:r>
            <a:r>
              <a:rPr lang="ru-RU" dirty="0" err="1"/>
              <a:t>Заснований</a:t>
            </a:r>
            <a:r>
              <a:rPr lang="ru-RU" dirty="0"/>
              <a:t> на </a:t>
            </a:r>
            <a:r>
              <a:rPr lang="ru-RU" dirty="0" err="1"/>
              <a:t>методі</a:t>
            </a:r>
            <a:r>
              <a:rPr lang="ru-RU" dirty="0"/>
              <a:t> </a:t>
            </a:r>
            <a:r>
              <a:rPr lang="ru-RU" dirty="0" err="1"/>
              <a:t>перебирання</a:t>
            </a:r>
            <a:r>
              <a:rPr lang="ru-RU" dirty="0"/>
              <a:t> вершин </a:t>
            </a:r>
            <a:r>
              <a:rPr lang="ru-RU" dirty="0" err="1"/>
              <a:t>багатогранника</a:t>
            </a:r>
            <a:r>
              <a:rPr lang="ru-RU" dirty="0"/>
              <a:t> </a:t>
            </a:r>
            <a:r>
              <a:rPr lang="ru-RU" dirty="0" err="1"/>
              <a:t>стратегій</a:t>
            </a:r>
            <a:r>
              <a:rPr lang="ru-RU" dirty="0"/>
              <a:t>.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🔹 </a:t>
            </a:r>
            <a:r>
              <a:rPr lang="ru-RU" dirty="0" err="1"/>
              <a:t>Підходить</a:t>
            </a:r>
            <a:r>
              <a:rPr lang="ru-RU" dirty="0"/>
              <a:t> для </a:t>
            </a:r>
            <a:r>
              <a:rPr lang="ru-RU" dirty="0" err="1"/>
              <a:t>малих</a:t>
            </a:r>
            <a:r>
              <a:rPr lang="ru-RU" dirty="0"/>
              <a:t> </a:t>
            </a:r>
            <a:r>
              <a:rPr lang="ru-RU" dirty="0" err="1"/>
              <a:t>ігор</a:t>
            </a:r>
            <a:r>
              <a:rPr lang="ru-RU" dirty="0"/>
              <a:t>, </a:t>
            </a:r>
            <a:r>
              <a:rPr lang="ru-RU" dirty="0" err="1"/>
              <a:t>але</a:t>
            </a:r>
            <a:r>
              <a:rPr lang="ru-RU" dirty="0"/>
              <a:t> </a:t>
            </a:r>
            <a:r>
              <a:rPr lang="ru-RU" dirty="0" err="1"/>
              <a:t>може</a:t>
            </a:r>
            <a:r>
              <a:rPr lang="ru-RU" dirty="0"/>
              <a:t> бути </a:t>
            </a:r>
            <a:r>
              <a:rPr lang="ru-RU" dirty="0" err="1"/>
              <a:t>повільним</a:t>
            </a:r>
            <a:r>
              <a:rPr lang="ru-RU" dirty="0"/>
              <a:t> для великих.</a:t>
            </a:r>
            <a:endParaRPr lang="en-US" dirty="0"/>
          </a:p>
          <a:p>
            <a:pPr marL="0" indent="0">
              <a:buNone/>
            </a:pPr>
            <a:r>
              <a:rPr lang="uk-UA" dirty="0"/>
              <a:t>Повертає с</a:t>
            </a:r>
            <a:r>
              <a:rPr lang="ru-RU" dirty="0"/>
              <a:t>писок </a:t>
            </a:r>
            <a:r>
              <a:rPr lang="ru-RU" dirty="0" err="1"/>
              <a:t>кортежів</a:t>
            </a:r>
            <a:r>
              <a:rPr lang="ru-RU" dirty="0"/>
              <a:t> </a:t>
            </a:r>
            <a:r>
              <a:rPr lang="ru-RU" dirty="0" err="1"/>
              <a:t>змішаних</a:t>
            </a:r>
            <a:r>
              <a:rPr lang="ru-RU" dirty="0"/>
              <a:t> </a:t>
            </a:r>
            <a:r>
              <a:rPr lang="ru-RU" dirty="0" err="1"/>
              <a:t>стратегій</a:t>
            </a:r>
            <a:r>
              <a:rPr lang="ru-RU" dirty="0"/>
              <a:t> (одна </a:t>
            </a:r>
            <a:r>
              <a:rPr lang="ru-RU" dirty="0" err="1"/>
              <a:t>стратегія</a:t>
            </a:r>
            <a:r>
              <a:rPr lang="ru-RU" dirty="0"/>
              <a:t> для кожного </a:t>
            </a:r>
            <a:r>
              <a:rPr lang="ru-RU" dirty="0" err="1"/>
              <a:t>гравця</a:t>
            </a:r>
            <a:r>
              <a:rPr lang="ru-RU" dirty="0"/>
              <a:t>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NEV = </a:t>
            </a:r>
            <a:r>
              <a:rPr lang="en-US" dirty="0" err="1">
                <a:solidFill>
                  <a:srgbClr val="AFB9C3"/>
                </a:solidFill>
                <a:effectLst/>
                <a:latin typeface="JetBrains Mono Medium"/>
              </a:rPr>
              <a:t>GOT.</a:t>
            </a:r>
            <a:r>
              <a:rPr lang="en-US" dirty="0" err="1">
                <a:solidFill>
                  <a:srgbClr val="FFC86E"/>
                </a:solidFill>
                <a:effectLst/>
                <a:latin typeface="JetBrains Mono Medium"/>
              </a:rPr>
              <a:t>vertex_enumeration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()</a:t>
            </a:r>
            <a:br>
              <a:rPr lang="en-US" dirty="0">
                <a:solidFill>
                  <a:srgbClr val="AFB9C3"/>
                </a:solidFill>
                <a:effectLst/>
                <a:latin typeface="JetBrains Mono Medium"/>
              </a:rPr>
            </a:br>
            <a:r>
              <a:rPr lang="en-US" dirty="0">
                <a:solidFill>
                  <a:srgbClr val="C88CDC"/>
                </a:solidFill>
                <a:effectLst/>
                <a:latin typeface="JetBrains Mono Medium"/>
              </a:rPr>
              <a:t>for 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_ </a:t>
            </a:r>
            <a:r>
              <a:rPr lang="en-US" dirty="0">
                <a:solidFill>
                  <a:srgbClr val="C88CDC"/>
                </a:solidFill>
                <a:effectLst/>
                <a:latin typeface="JetBrains Mono Medium"/>
              </a:rPr>
              <a:t>in </a:t>
            </a:r>
            <a:r>
              <a:rPr lang="en-US" dirty="0">
                <a:solidFill>
                  <a:srgbClr val="FFC86E"/>
                </a:solidFill>
                <a:effectLst/>
                <a:latin typeface="JetBrains Mono Medium"/>
              </a:rPr>
              <a:t>list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(NEV):</a:t>
            </a:r>
            <a:br>
              <a:rPr lang="en-US" dirty="0">
                <a:solidFill>
                  <a:srgbClr val="AFB9C3"/>
                </a:solidFill>
                <a:effectLst/>
                <a:latin typeface="JetBrains Mono Medium"/>
              </a:rPr>
            </a:b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    </a:t>
            </a:r>
            <a:r>
              <a:rPr lang="en-US" dirty="0">
                <a:solidFill>
                  <a:srgbClr val="FFC86E"/>
                </a:solidFill>
                <a:effectLst/>
                <a:latin typeface="JetBrains Mono Medium"/>
              </a:rPr>
              <a:t>print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(_)  </a:t>
            </a:r>
            <a:br>
              <a:rPr lang="en-US" dirty="0">
                <a:solidFill>
                  <a:srgbClr val="AFB9C3"/>
                </a:solidFill>
                <a:effectLst/>
                <a:latin typeface="JetBrains Mono Medium"/>
              </a:rPr>
            </a:b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    </a:t>
            </a:r>
            <a:r>
              <a:rPr lang="en-US" dirty="0">
                <a:solidFill>
                  <a:srgbClr val="808080"/>
                </a:solidFill>
                <a:effectLst/>
                <a:latin typeface="JetBrains Mono Medium"/>
              </a:rPr>
              <a:t># (array([-5.55111512e-17,  1.00000000e+00]), array([1., 0.])))</a:t>
            </a:r>
            <a:endParaRPr lang="en-US" dirty="0">
              <a:solidFill>
                <a:srgbClr val="AFB9C3"/>
              </a:solidFill>
              <a:effectLst/>
              <a:latin typeface="JetBrains Mono Medium"/>
            </a:endParaRPr>
          </a:p>
          <a:p>
            <a:pPr marL="0" indent="0">
              <a:buNone/>
            </a:pPr>
            <a:endParaRPr lang="uk-UA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BAAD14E-388F-C11C-2216-166B31A38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3588"/>
            <a:ext cx="8610600" cy="1293812"/>
          </a:xfrm>
        </p:spPr>
        <p:txBody>
          <a:bodyPr>
            <a:normAutofit fontScale="90000"/>
          </a:bodyPr>
          <a:lstStyle/>
          <a:p>
            <a:r>
              <a:rPr lang="uk-UA" dirty="0"/>
              <a:t>Пакет </a:t>
            </a:r>
            <a:r>
              <a:rPr lang="en-US" dirty="0" err="1"/>
              <a:t>Nashpy</a:t>
            </a:r>
            <a:r>
              <a:rPr lang="en-US" dirty="0"/>
              <a:t> </a:t>
            </a:r>
            <a:r>
              <a:rPr lang="uk-UA" dirty="0"/>
              <a:t>для розв’язування матричних ігор</a:t>
            </a:r>
          </a:p>
        </p:txBody>
      </p:sp>
    </p:spTree>
    <p:extLst>
      <p:ext uri="{BB962C8B-B14F-4D97-AF65-F5344CB8AC3E}">
        <p14:creationId xmlns:p14="http://schemas.microsoft.com/office/powerpoint/2010/main" val="6976151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4CF54-AE1F-3E4A-5FCD-0D8388DDC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Місце для вмісту 4" descr="Зображення, що містить текст, знімок екрана, число, Шрифт&#10;&#10;Вміст, створений ШІ, може бути неправильним.">
            <a:extLst>
              <a:ext uri="{FF2B5EF4-FFF2-40B4-BE49-F238E27FC236}">
                <a16:creationId xmlns:a16="http://schemas.microsoft.com/office/drawing/2014/main" id="{ACD286C0-4987-445A-0D64-A4582DB838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96" r="1358"/>
          <a:stretch/>
        </p:blipFill>
        <p:spPr>
          <a:xfrm>
            <a:off x="2936308" y="1848465"/>
            <a:ext cx="6004492" cy="4540922"/>
          </a:xfrm>
        </p:spPr>
      </p:pic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1C862DAB-5751-9616-CBBF-78294BDCD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3588"/>
            <a:ext cx="8610600" cy="1293812"/>
          </a:xfrm>
        </p:spPr>
        <p:txBody>
          <a:bodyPr>
            <a:normAutofit/>
          </a:bodyPr>
          <a:lstStyle/>
          <a:p>
            <a:r>
              <a:rPr lang="uk-UA" dirty="0"/>
              <a:t>Камінь-Ножиці-папір</a:t>
            </a:r>
          </a:p>
        </p:txBody>
      </p:sp>
    </p:spTree>
    <p:extLst>
      <p:ext uri="{BB962C8B-B14F-4D97-AF65-F5344CB8AC3E}">
        <p14:creationId xmlns:p14="http://schemas.microsoft.com/office/powerpoint/2010/main" val="265925542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53F340-6E8D-A18F-D820-0D6F2DEF1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Камінь-ножиці-папір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BA28CEA1-D837-1B80-2C8D-B8960A7274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C88CDC"/>
                </a:solidFill>
                <a:effectLst/>
                <a:latin typeface="JetBrains Mono Medium"/>
              </a:rPr>
              <a:t>import </a:t>
            </a:r>
            <a:r>
              <a:rPr lang="en-US" dirty="0" err="1">
                <a:solidFill>
                  <a:srgbClr val="AFB9C3"/>
                </a:solidFill>
                <a:effectLst/>
                <a:latin typeface="JetBrains Mono Medium"/>
              </a:rPr>
              <a:t>numpy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 </a:t>
            </a:r>
            <a:r>
              <a:rPr lang="en-US" dirty="0">
                <a:solidFill>
                  <a:srgbClr val="C88CDC"/>
                </a:solidFill>
                <a:effectLst/>
                <a:latin typeface="JetBrains Mono Medium"/>
              </a:rPr>
              <a:t>as 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np</a:t>
            </a:r>
            <a:br>
              <a:rPr lang="en-US" dirty="0">
                <a:solidFill>
                  <a:srgbClr val="AFB9C3"/>
                </a:solidFill>
                <a:effectLst/>
                <a:latin typeface="JetBrains Mono Medium"/>
              </a:rPr>
            </a:br>
            <a:r>
              <a:rPr lang="en-US" dirty="0">
                <a:solidFill>
                  <a:srgbClr val="C88CDC"/>
                </a:solidFill>
                <a:effectLst/>
                <a:latin typeface="JetBrains Mono Medium"/>
              </a:rPr>
              <a:t>import </a:t>
            </a:r>
            <a:r>
              <a:rPr lang="en-US" dirty="0" err="1">
                <a:solidFill>
                  <a:srgbClr val="AFB9C3"/>
                </a:solidFill>
                <a:effectLst/>
                <a:latin typeface="JetBrains Mono Medium"/>
              </a:rPr>
              <a:t>nashpy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 </a:t>
            </a:r>
            <a:r>
              <a:rPr lang="en-US" dirty="0">
                <a:solidFill>
                  <a:srgbClr val="C88CDC"/>
                </a:solidFill>
                <a:effectLst/>
                <a:latin typeface="JetBrains Mono Medium"/>
              </a:rPr>
              <a:t>as </a:t>
            </a:r>
            <a:r>
              <a:rPr lang="en-US" dirty="0" err="1">
                <a:solidFill>
                  <a:srgbClr val="AFB9C3"/>
                </a:solidFill>
                <a:effectLst/>
                <a:latin typeface="JetBrains Mono Medium"/>
              </a:rPr>
              <a:t>nash</a:t>
            </a:r>
            <a:br>
              <a:rPr lang="en-US" dirty="0">
                <a:solidFill>
                  <a:srgbClr val="AFB9C3"/>
                </a:solidFill>
                <a:effectLst/>
                <a:latin typeface="JetBrains Mono Medium"/>
              </a:rPr>
            </a:br>
            <a:br>
              <a:rPr lang="en-US" dirty="0">
                <a:solidFill>
                  <a:srgbClr val="AFB9C3"/>
                </a:solidFill>
                <a:effectLst/>
                <a:latin typeface="JetBrains Mono Medium"/>
              </a:rPr>
            </a:b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A = </a:t>
            </a:r>
            <a:r>
              <a:rPr lang="en-US" dirty="0" err="1">
                <a:solidFill>
                  <a:srgbClr val="AFB9C3"/>
                </a:solidFill>
                <a:effectLst/>
                <a:latin typeface="JetBrains Mono Medium"/>
              </a:rPr>
              <a:t>np.</a:t>
            </a:r>
            <a:r>
              <a:rPr lang="en-US" dirty="0" err="1">
                <a:solidFill>
                  <a:srgbClr val="FFC86E"/>
                </a:solidFill>
                <a:effectLst/>
                <a:latin typeface="JetBrains Mono Medium"/>
              </a:rPr>
              <a:t>array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([[</a:t>
            </a:r>
            <a:r>
              <a:rPr lang="en-US" dirty="0">
                <a:solidFill>
                  <a:srgbClr val="96BE78"/>
                </a:solidFill>
                <a:effectLst/>
                <a:latin typeface="JetBrains Mono Medium"/>
              </a:rPr>
              <a:t>0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, </a:t>
            </a:r>
            <a:r>
              <a:rPr lang="en-US" dirty="0">
                <a:solidFill>
                  <a:srgbClr val="96BE78"/>
                </a:solidFill>
                <a:effectLst/>
                <a:latin typeface="JetBrains Mono Medium"/>
              </a:rPr>
              <a:t>1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, -</a:t>
            </a:r>
            <a:r>
              <a:rPr lang="en-US" dirty="0">
                <a:solidFill>
                  <a:srgbClr val="96BE78"/>
                </a:solidFill>
                <a:effectLst/>
                <a:latin typeface="JetBrains Mono Medium"/>
              </a:rPr>
              <a:t>1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], [-</a:t>
            </a:r>
            <a:r>
              <a:rPr lang="en-US" dirty="0">
                <a:solidFill>
                  <a:srgbClr val="96BE78"/>
                </a:solidFill>
                <a:effectLst/>
                <a:latin typeface="JetBrains Mono Medium"/>
              </a:rPr>
              <a:t>1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, </a:t>
            </a:r>
            <a:r>
              <a:rPr lang="en-US" dirty="0">
                <a:solidFill>
                  <a:srgbClr val="96BE78"/>
                </a:solidFill>
                <a:effectLst/>
                <a:latin typeface="JetBrains Mono Medium"/>
              </a:rPr>
              <a:t>0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, </a:t>
            </a:r>
            <a:r>
              <a:rPr lang="en-US" dirty="0">
                <a:solidFill>
                  <a:srgbClr val="96BE78"/>
                </a:solidFill>
                <a:effectLst/>
                <a:latin typeface="JetBrains Mono Medium"/>
              </a:rPr>
              <a:t>1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], [</a:t>
            </a:r>
            <a:r>
              <a:rPr lang="en-US" dirty="0">
                <a:solidFill>
                  <a:srgbClr val="96BE78"/>
                </a:solidFill>
                <a:effectLst/>
                <a:latin typeface="JetBrains Mono Medium"/>
              </a:rPr>
              <a:t>1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, -</a:t>
            </a:r>
            <a:r>
              <a:rPr lang="en-US" dirty="0">
                <a:solidFill>
                  <a:srgbClr val="96BE78"/>
                </a:solidFill>
                <a:effectLst/>
                <a:latin typeface="JetBrains Mono Medium"/>
              </a:rPr>
              <a:t>1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, </a:t>
            </a:r>
            <a:r>
              <a:rPr lang="en-US" dirty="0">
                <a:solidFill>
                  <a:srgbClr val="96BE78"/>
                </a:solidFill>
                <a:effectLst/>
                <a:latin typeface="JetBrains Mono Medium"/>
              </a:rPr>
              <a:t>0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]])</a:t>
            </a:r>
            <a:br>
              <a:rPr lang="en-US" dirty="0">
                <a:solidFill>
                  <a:srgbClr val="AFB9C3"/>
                </a:solidFill>
                <a:effectLst/>
                <a:latin typeface="JetBrains Mono Medium"/>
              </a:rPr>
            </a:b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B = -</a:t>
            </a:r>
            <a:r>
              <a:rPr lang="en-US" dirty="0">
                <a:solidFill>
                  <a:srgbClr val="96BE78"/>
                </a:solidFill>
                <a:effectLst/>
                <a:latin typeface="JetBrains Mono Medium"/>
              </a:rPr>
              <a:t>1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*</a:t>
            </a:r>
            <a:r>
              <a:rPr lang="en-US" dirty="0" err="1">
                <a:solidFill>
                  <a:srgbClr val="AFB9C3"/>
                </a:solidFill>
                <a:effectLst/>
                <a:latin typeface="JetBrains Mono Medium"/>
              </a:rPr>
              <a:t>np.</a:t>
            </a:r>
            <a:r>
              <a:rPr lang="en-US" dirty="0" err="1">
                <a:solidFill>
                  <a:srgbClr val="FFC86E"/>
                </a:solidFill>
                <a:effectLst/>
                <a:latin typeface="JetBrains Mono Medium"/>
              </a:rPr>
              <a:t>array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([[</a:t>
            </a:r>
            <a:r>
              <a:rPr lang="en-US" dirty="0">
                <a:solidFill>
                  <a:srgbClr val="96BE78"/>
                </a:solidFill>
                <a:effectLst/>
                <a:latin typeface="JetBrains Mono Medium"/>
              </a:rPr>
              <a:t>0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, </a:t>
            </a:r>
            <a:r>
              <a:rPr lang="en-US" dirty="0">
                <a:solidFill>
                  <a:srgbClr val="96BE78"/>
                </a:solidFill>
                <a:effectLst/>
                <a:latin typeface="JetBrains Mono Medium"/>
              </a:rPr>
              <a:t>1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, -</a:t>
            </a:r>
            <a:r>
              <a:rPr lang="en-US" dirty="0">
                <a:solidFill>
                  <a:srgbClr val="96BE78"/>
                </a:solidFill>
                <a:effectLst/>
                <a:latin typeface="JetBrains Mono Medium"/>
              </a:rPr>
              <a:t>1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], [-</a:t>
            </a:r>
            <a:r>
              <a:rPr lang="en-US" dirty="0">
                <a:solidFill>
                  <a:srgbClr val="96BE78"/>
                </a:solidFill>
                <a:effectLst/>
                <a:latin typeface="JetBrains Mono Medium"/>
              </a:rPr>
              <a:t>1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, </a:t>
            </a:r>
            <a:r>
              <a:rPr lang="en-US" dirty="0">
                <a:solidFill>
                  <a:srgbClr val="96BE78"/>
                </a:solidFill>
                <a:effectLst/>
                <a:latin typeface="JetBrains Mono Medium"/>
              </a:rPr>
              <a:t>0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, </a:t>
            </a:r>
            <a:r>
              <a:rPr lang="en-US" dirty="0">
                <a:solidFill>
                  <a:srgbClr val="96BE78"/>
                </a:solidFill>
                <a:effectLst/>
                <a:latin typeface="JetBrains Mono Medium"/>
              </a:rPr>
              <a:t>1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], [</a:t>
            </a:r>
            <a:r>
              <a:rPr lang="en-US" dirty="0">
                <a:solidFill>
                  <a:srgbClr val="96BE78"/>
                </a:solidFill>
                <a:effectLst/>
                <a:latin typeface="JetBrains Mono Medium"/>
              </a:rPr>
              <a:t>1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, -</a:t>
            </a:r>
            <a:r>
              <a:rPr lang="en-US" dirty="0">
                <a:solidFill>
                  <a:srgbClr val="96BE78"/>
                </a:solidFill>
                <a:effectLst/>
                <a:latin typeface="JetBrains Mono Medium"/>
              </a:rPr>
              <a:t>1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, </a:t>
            </a:r>
            <a:r>
              <a:rPr lang="en-US" dirty="0">
                <a:solidFill>
                  <a:srgbClr val="96BE78"/>
                </a:solidFill>
                <a:effectLst/>
                <a:latin typeface="JetBrains Mono Medium"/>
              </a:rPr>
              <a:t>0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]])</a:t>
            </a:r>
            <a:br>
              <a:rPr lang="en-US" dirty="0">
                <a:solidFill>
                  <a:srgbClr val="AFB9C3"/>
                </a:solidFill>
                <a:effectLst/>
                <a:latin typeface="JetBrains Mono Medium"/>
              </a:rPr>
            </a:br>
            <a:br>
              <a:rPr lang="en-US" dirty="0">
                <a:solidFill>
                  <a:srgbClr val="AFB9C3"/>
                </a:solidFill>
                <a:effectLst/>
                <a:latin typeface="JetBrains Mono Medium"/>
              </a:rPr>
            </a:b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game = </a:t>
            </a:r>
            <a:r>
              <a:rPr lang="en-US" dirty="0" err="1">
                <a:solidFill>
                  <a:srgbClr val="AFB9C3"/>
                </a:solidFill>
                <a:effectLst/>
                <a:latin typeface="JetBrains Mono Medium"/>
              </a:rPr>
              <a:t>nash.</a:t>
            </a:r>
            <a:r>
              <a:rPr lang="en-US" dirty="0" err="1">
                <a:solidFill>
                  <a:srgbClr val="FFC86E"/>
                </a:solidFill>
                <a:effectLst/>
                <a:latin typeface="JetBrains Mono Medium"/>
              </a:rPr>
              <a:t>Game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(A, B)</a:t>
            </a:r>
            <a:br>
              <a:rPr lang="en-US" dirty="0">
                <a:solidFill>
                  <a:srgbClr val="AFB9C3"/>
                </a:solidFill>
                <a:effectLst/>
                <a:latin typeface="JetBrains Mono Medium"/>
              </a:rPr>
            </a:br>
            <a:r>
              <a:rPr lang="en-US" dirty="0">
                <a:solidFill>
                  <a:srgbClr val="808080"/>
                </a:solidFill>
                <a:effectLst/>
                <a:latin typeface="JetBrains Mono Medium"/>
              </a:rPr>
              <a:t>#print(game)</a:t>
            </a:r>
            <a:br>
              <a:rPr lang="en-US" dirty="0">
                <a:solidFill>
                  <a:srgbClr val="808080"/>
                </a:solidFill>
                <a:effectLst/>
                <a:latin typeface="JetBrains Mono Medium"/>
              </a:rPr>
            </a:br>
            <a:br>
              <a:rPr lang="en-US" dirty="0">
                <a:solidFill>
                  <a:srgbClr val="808080"/>
                </a:solidFill>
                <a:effectLst/>
                <a:latin typeface="JetBrains Mono Medium"/>
              </a:rPr>
            </a:br>
            <a:br>
              <a:rPr lang="en-US" dirty="0">
                <a:solidFill>
                  <a:srgbClr val="808080"/>
                </a:solidFill>
                <a:effectLst/>
                <a:latin typeface="JetBrains Mono Medium"/>
              </a:rPr>
            </a:br>
            <a:r>
              <a:rPr lang="en-US" dirty="0" err="1">
                <a:solidFill>
                  <a:srgbClr val="AFB9C3"/>
                </a:solidFill>
                <a:effectLst/>
                <a:latin typeface="JetBrains Mono Medium"/>
              </a:rPr>
              <a:t>ne_s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 = </a:t>
            </a:r>
            <a:r>
              <a:rPr lang="en-US" dirty="0" err="1">
                <a:solidFill>
                  <a:srgbClr val="AFB9C3"/>
                </a:solidFill>
                <a:effectLst/>
                <a:latin typeface="JetBrains Mono Medium"/>
              </a:rPr>
              <a:t>game.</a:t>
            </a:r>
            <a:r>
              <a:rPr lang="en-US" dirty="0" err="1">
                <a:solidFill>
                  <a:srgbClr val="FFC86E"/>
                </a:solidFill>
                <a:effectLst/>
                <a:latin typeface="JetBrains Mono Medium"/>
              </a:rPr>
              <a:t>support_enumeration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()</a:t>
            </a:r>
            <a:br>
              <a:rPr lang="en-US" dirty="0">
                <a:solidFill>
                  <a:srgbClr val="AFB9C3"/>
                </a:solidFill>
                <a:effectLst/>
                <a:latin typeface="JetBrains Mono Medium"/>
              </a:rPr>
            </a:br>
            <a:r>
              <a:rPr lang="en-US" dirty="0" err="1">
                <a:solidFill>
                  <a:srgbClr val="AFB9C3"/>
                </a:solidFill>
                <a:effectLst/>
                <a:latin typeface="JetBrains Mono Medium"/>
              </a:rPr>
              <a:t>ne_l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 = </a:t>
            </a:r>
            <a:r>
              <a:rPr lang="en-US" dirty="0" err="1">
                <a:solidFill>
                  <a:srgbClr val="AFB9C3"/>
                </a:solidFill>
                <a:effectLst/>
                <a:latin typeface="JetBrains Mono Medium"/>
              </a:rPr>
              <a:t>game.</a:t>
            </a:r>
            <a:r>
              <a:rPr lang="en-US" dirty="0" err="1">
                <a:solidFill>
                  <a:srgbClr val="FFC86E"/>
                </a:solidFill>
                <a:effectLst/>
                <a:latin typeface="JetBrains Mono Medium"/>
              </a:rPr>
              <a:t>lemke_howson_enumeration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()</a:t>
            </a:r>
            <a:br>
              <a:rPr lang="en-US" dirty="0">
                <a:solidFill>
                  <a:srgbClr val="AFB9C3"/>
                </a:solidFill>
                <a:effectLst/>
                <a:latin typeface="JetBrains Mono Medium"/>
              </a:rPr>
            </a:b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ne_l2 = </a:t>
            </a:r>
            <a:r>
              <a:rPr lang="en-US" dirty="0" err="1">
                <a:solidFill>
                  <a:srgbClr val="AFB9C3"/>
                </a:solidFill>
                <a:effectLst/>
                <a:latin typeface="JetBrains Mono Medium"/>
              </a:rPr>
              <a:t>game.</a:t>
            </a:r>
            <a:r>
              <a:rPr lang="en-US" dirty="0" err="1">
                <a:solidFill>
                  <a:srgbClr val="FFC86E"/>
                </a:solidFill>
                <a:effectLst/>
                <a:latin typeface="JetBrains Mono Medium"/>
              </a:rPr>
              <a:t>lemke_howson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(</a:t>
            </a:r>
            <a:r>
              <a:rPr lang="en-US" dirty="0" err="1">
                <a:solidFill>
                  <a:srgbClr val="FF9696"/>
                </a:solidFill>
                <a:effectLst/>
                <a:latin typeface="JetBrains Mono Medium"/>
              </a:rPr>
              <a:t>initial_dropped_label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=</a:t>
            </a:r>
            <a:r>
              <a:rPr lang="en-US" dirty="0">
                <a:solidFill>
                  <a:srgbClr val="96BE78"/>
                </a:solidFill>
                <a:effectLst/>
                <a:latin typeface="JetBrains Mono Medium"/>
              </a:rPr>
              <a:t>4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)</a:t>
            </a:r>
            <a:br>
              <a:rPr lang="en-US" dirty="0">
                <a:solidFill>
                  <a:srgbClr val="AFB9C3"/>
                </a:solidFill>
                <a:effectLst/>
                <a:latin typeface="JetBrains Mono Medium"/>
              </a:rPr>
            </a:br>
            <a:r>
              <a:rPr lang="en-US" dirty="0" err="1">
                <a:solidFill>
                  <a:srgbClr val="AFB9C3"/>
                </a:solidFill>
                <a:effectLst/>
                <a:latin typeface="JetBrains Mono Medium"/>
              </a:rPr>
              <a:t>ne_v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 = </a:t>
            </a:r>
            <a:r>
              <a:rPr lang="en-US" dirty="0" err="1">
                <a:solidFill>
                  <a:srgbClr val="AFB9C3"/>
                </a:solidFill>
                <a:effectLst/>
                <a:latin typeface="JetBrains Mono Medium"/>
              </a:rPr>
              <a:t>game.</a:t>
            </a:r>
            <a:r>
              <a:rPr lang="en-US" dirty="0" err="1">
                <a:solidFill>
                  <a:srgbClr val="FFC86E"/>
                </a:solidFill>
                <a:effectLst/>
                <a:latin typeface="JetBrains Mono Medium"/>
              </a:rPr>
              <a:t>vertex_enumeration</a:t>
            </a:r>
            <a:r>
              <a:rPr lang="en-US" dirty="0">
                <a:solidFill>
                  <a:srgbClr val="AFB9C3"/>
                </a:solidFill>
                <a:effectLst/>
                <a:latin typeface="JetBrains Mono Medium"/>
              </a:rPr>
              <a:t>()</a:t>
            </a:r>
          </a:p>
          <a:p>
            <a:pPr marL="0" indent="0">
              <a:buNone/>
            </a:pP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42098545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B05C0-DC16-4C38-149A-CB8604C3E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Місце для вмісту 4" descr="Break Time O Fox">
            <a:extLst>
              <a:ext uri="{FF2B5EF4-FFF2-40B4-BE49-F238E27FC236}">
                <a16:creationId xmlns:a16="http://schemas.microsoft.com/office/drawing/2014/main" id="{8BF0EDBB-982A-174C-1658-0137C25389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5640" y="968692"/>
            <a:ext cx="5125720" cy="5125720"/>
          </a:xfrm>
        </p:spPr>
      </p:pic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D1287C90-585B-1FF2-DA08-CE863388A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3588"/>
            <a:ext cx="8610600" cy="1293812"/>
          </a:xfrm>
        </p:spPr>
        <p:txBody>
          <a:bodyPr>
            <a:normAutofit/>
          </a:bodyPr>
          <a:lstStyle/>
          <a:p>
            <a:r>
              <a:rPr lang="en-US" dirty="0"/>
              <a:t>Q&amp;A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496600880"/>
      </p:ext>
    </p:extLst>
  </p:cSld>
  <p:clrMapOvr>
    <a:masterClrMapping/>
  </p:clrMapOvr>
</p:sld>
</file>

<file path=ppt/theme/theme1.xml><?xml version="1.0" encoding="utf-8"?>
<a:theme xmlns:a="http://schemas.openxmlformats.org/drawingml/2006/main" name="Туман">
  <a:themeElements>
    <a:clrScheme name="Туман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Туман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уман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Туман</Template>
  <TotalTime>429</TotalTime>
  <Words>4119</Words>
  <Application>Microsoft Office PowerPoint</Application>
  <PresentationFormat>Широкий екран</PresentationFormat>
  <Paragraphs>444</Paragraphs>
  <Slides>51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51</vt:i4>
      </vt:variant>
    </vt:vector>
  </HeadingPairs>
  <TitlesOfParts>
    <vt:vector size="58" baseType="lpstr">
      <vt:lpstr>Arial</vt:lpstr>
      <vt:lpstr>Arial Unicode MS</vt:lpstr>
      <vt:lpstr>Cambria Math</vt:lpstr>
      <vt:lpstr>Century Gothic</vt:lpstr>
      <vt:lpstr>JetBrains Mono Medium</vt:lpstr>
      <vt:lpstr>Wingdings</vt:lpstr>
      <vt:lpstr>Туман</vt:lpstr>
      <vt:lpstr>Лекція 7. Елементи Теорії Ігор</vt:lpstr>
      <vt:lpstr>Що таке теорія ігор?</vt:lpstr>
      <vt:lpstr>Основоположники ТІ</vt:lpstr>
      <vt:lpstr>Стратегії у Шахах</vt:lpstr>
      <vt:lpstr>Які проблеми можна досліджувати за допомогою ТІ</vt:lpstr>
      <vt:lpstr>Структура ТІ</vt:lpstr>
      <vt:lpstr>Складові Гри</vt:lpstr>
      <vt:lpstr>Формалізоване означення</vt:lpstr>
      <vt:lpstr>Формалізоване означення</vt:lpstr>
      <vt:lpstr>Рівновага Неша</vt:lpstr>
      <vt:lpstr>Рівновага Неша</vt:lpstr>
      <vt:lpstr>Зіграємо у Гру?</vt:lpstr>
      <vt:lpstr>Типи стратегій</vt:lpstr>
      <vt:lpstr>Повертаючись до гри</vt:lpstr>
      <vt:lpstr>Повертаючись до гри</vt:lpstr>
      <vt:lpstr>Ідея найкращої відповіді</vt:lpstr>
      <vt:lpstr>Дубль два</vt:lpstr>
      <vt:lpstr>Дубль Три</vt:lpstr>
      <vt:lpstr>Як грали інші люди</vt:lpstr>
      <vt:lpstr>Нормальна (стратегічна) форма гри</vt:lpstr>
      <vt:lpstr>Приклад Гри двох гравців</vt:lpstr>
      <vt:lpstr>Приклад Гри (Розв’язання відкиданням домінованих стратегій)</vt:lpstr>
      <vt:lpstr>Приклад Гри (Розв’язання відкиданням домінованих стратегій)</vt:lpstr>
      <vt:lpstr>Приклад Гри (Розв’язання відкиданням домінованих стратегій)</vt:lpstr>
      <vt:lpstr>Приклад Гри (розв’язання методом найкращої відповіді)</vt:lpstr>
      <vt:lpstr>Приклад Гри (розв’язання методом найкращої відповіді)</vt:lpstr>
      <vt:lpstr>Приклад Гри (розв’язання методом найкращої відповіді)</vt:lpstr>
      <vt:lpstr>Приклад 3</vt:lpstr>
      <vt:lpstr>Теорія Ігор у грі престолів</vt:lpstr>
      <vt:lpstr>Матричні ігри з нульовою сумою</vt:lpstr>
      <vt:lpstr>Матричні ігри з нульовою сумою</vt:lpstr>
      <vt:lpstr>Матричні ігри з нульовою сумою</vt:lpstr>
      <vt:lpstr>Матричні ігри з нульовою сумою</vt:lpstr>
      <vt:lpstr>Матричні ігри з нульовою сумою</vt:lpstr>
      <vt:lpstr>Матричні ігри з нульовою сумою</vt:lpstr>
      <vt:lpstr>Матричні ігри з нульовою сумою</vt:lpstr>
      <vt:lpstr>Приклад</vt:lpstr>
      <vt:lpstr>Пакет Nashpy для розв’язування матричних ігор</vt:lpstr>
      <vt:lpstr>Пакет Nashpy для розв’язування матричних ігор</vt:lpstr>
      <vt:lpstr>Пакет Nashpy для розв’язування матричних ігор</vt:lpstr>
      <vt:lpstr>Пакет Nashpy для розв’язування матричних ігор</vt:lpstr>
      <vt:lpstr>Пакет Nashpy для розв’язування матричних ігор</vt:lpstr>
      <vt:lpstr>Пакет Nashpy для розв’язування матричних ігор</vt:lpstr>
      <vt:lpstr>Рівновага неша через support_enumeration</vt:lpstr>
      <vt:lpstr>Пакет Nashpy для розв’язування матричних ігор</vt:lpstr>
      <vt:lpstr>Пакет Nashpy для розв’язування матричних ігор</vt:lpstr>
      <vt:lpstr>Пакет Nashpy для розв’язування матричних ігор</vt:lpstr>
      <vt:lpstr>Пакет Nashpy для розв’язування матричних ігор</vt:lpstr>
      <vt:lpstr>Камінь-Ножиці-папір</vt:lpstr>
      <vt:lpstr>Камінь-ножиці-папір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Олександра Лисецька</dc:creator>
  <cp:lastModifiedBy>Олександра Лисецька</cp:lastModifiedBy>
  <cp:revision>2</cp:revision>
  <dcterms:created xsi:type="dcterms:W3CDTF">2025-04-02T07:46:36Z</dcterms:created>
  <dcterms:modified xsi:type="dcterms:W3CDTF">2025-04-02T14:56:04Z</dcterms:modified>
</cp:coreProperties>
</file>